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9"/>
  </p:notesMasterIdLst>
  <p:sldIdLst>
    <p:sldId id="295" r:id="rId5"/>
    <p:sldId id="301" r:id="rId6"/>
    <p:sldId id="310" r:id="rId7"/>
    <p:sldId id="30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83C8EF-1FE7-40F6-8AD0-9E345E0D2886}" v="25" dt="2026-05-08T07:04:21.231"/>
    <p1510:client id="{EBCB7C96-98A4-4D74-9264-A50048C4FFCA}" v="1" dt="2026-05-07T08:52:35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02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 addSection delSection">
      <pc:chgData name="Jesper Buch Poignée" userId="e9c179cb-b07f-48e2-8bc5-99357f35e469" providerId="ADAL" clId="{0FA08CF4-302B-405B-A75E-5DF504EDE4A1}" dt="2026-05-08T07:13:09.078" v="23162" actId="20577"/>
      <pc:docMkLst>
        <pc:docMk/>
      </pc:docMkLst>
      <pc:sldChg chg="addSp modSp add del mod ord">
        <pc:chgData name="Jesper Buch Poignée" userId="e9c179cb-b07f-48e2-8bc5-99357f35e469" providerId="ADAL" clId="{0FA08CF4-302B-405B-A75E-5DF504EDE4A1}" dt="2026-05-07T11:20:58.032" v="22915" actId="2696"/>
        <pc:sldMkLst>
          <pc:docMk/>
          <pc:sldMk cId="4060648164" sldId="280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5-07T11:21:08.151" v="22918" actId="20577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5-07T11:21:04.932" v="22917" actId="20577"/>
          <ac:spMkLst>
            <pc:docMk/>
            <pc:sldMk cId="882084974" sldId="295"/>
            <ac:spMk id="4" creationId="{8B77BAC9-828B-36E5-4F33-D2E13FC34AD7}"/>
          </ac:spMkLst>
        </pc:spChg>
        <pc:spChg chg="mod">
          <ac:chgData name="Jesper Buch Poignée" userId="e9c179cb-b07f-48e2-8bc5-99357f35e469" providerId="ADAL" clId="{0FA08CF4-302B-405B-A75E-5DF504EDE4A1}" dt="2026-05-07T11:21:08.151" v="22918" actId="20577"/>
          <ac:spMkLst>
            <pc:docMk/>
            <pc:sldMk cId="882084974" sldId="295"/>
            <ac:spMk id="5" creationId="{31E9D6C8-BBEF-A22D-0408-B011726DCB5A}"/>
          </ac:spMkLst>
        </pc:spChg>
      </pc:sldChg>
      <pc:sldChg chg="addSp modSp add del mod">
        <pc:chgData name="Jesper Buch Poignée" userId="e9c179cb-b07f-48e2-8bc5-99357f35e469" providerId="ADAL" clId="{0FA08CF4-302B-405B-A75E-5DF504EDE4A1}" dt="2026-05-07T11:21:18.856" v="22920" actId="2696"/>
        <pc:sldMkLst>
          <pc:docMk/>
          <pc:sldMk cId="1792258424" sldId="296"/>
        </pc:sldMkLst>
      </pc:sldChg>
      <pc:sldChg chg="addSp delSp modSp new mod ord modClrScheme chgLayout">
        <pc:chgData name="Jesper Buch Poignée" userId="e9c179cb-b07f-48e2-8bc5-99357f35e469" providerId="ADAL" clId="{0FA08CF4-302B-405B-A75E-5DF504EDE4A1}" dt="2026-05-07T06:51:07.397" v="22913" actId="20577"/>
        <pc:sldMkLst>
          <pc:docMk/>
          <pc:sldMk cId="1317218462" sldId="301"/>
        </pc:sldMkLst>
        <pc:spChg chg="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317218462" sldId="301"/>
            <ac:spMk id="2" creationId="{31C02901-15EA-7EF8-B64E-18FC35473ACC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317218462" sldId="301"/>
            <ac:spMk id="3" creationId="{D1858184-F970-BBE0-6F34-B0D5A25804B6}"/>
          </ac:spMkLst>
        </pc:spChg>
        <pc:graphicFrameChg chg="add mod ord modGraphic">
          <ac:chgData name="Jesper Buch Poignée" userId="e9c179cb-b07f-48e2-8bc5-99357f35e469" providerId="ADAL" clId="{0FA08CF4-302B-405B-A75E-5DF504EDE4A1}" dt="2026-05-07T06:51:07.397" v="22913" actId="20577"/>
          <ac:graphicFrameMkLst>
            <pc:docMk/>
            <pc:sldMk cId="1317218462" sldId="301"/>
            <ac:graphicFrameMk id="4" creationId="{98A0ABFD-C9C5-7C18-D57C-638C1E3B69E6}"/>
          </ac:graphicFrameMkLst>
        </pc:graphicFrameChg>
      </pc:sldChg>
      <pc:sldChg chg="addSp delSp modSp new del mod modClrScheme chgLayout">
        <pc:chgData name="Jesper Buch Poignée" userId="e9c179cb-b07f-48e2-8bc5-99357f35e469" providerId="ADAL" clId="{0FA08CF4-302B-405B-A75E-5DF504EDE4A1}" dt="2026-05-07T11:21:33.143" v="22922" actId="2696"/>
        <pc:sldMkLst>
          <pc:docMk/>
          <pc:sldMk cId="714202932" sldId="302"/>
        </pc:sldMkLst>
      </pc:sldChg>
      <pc:sldChg chg="modSp new del mod">
        <pc:chgData name="Jesper Buch Poignée" userId="e9c179cb-b07f-48e2-8bc5-99357f35e469" providerId="ADAL" clId="{0FA08CF4-302B-405B-A75E-5DF504EDE4A1}" dt="2026-05-07T11:21:33.143" v="22922" actId="2696"/>
        <pc:sldMkLst>
          <pc:docMk/>
          <pc:sldMk cId="812589264" sldId="303"/>
        </pc:sldMkLst>
      </pc:sldChg>
      <pc:sldChg chg="addSp modSp new del mod">
        <pc:chgData name="Jesper Buch Poignée" userId="e9c179cb-b07f-48e2-8bc5-99357f35e469" providerId="ADAL" clId="{0FA08CF4-302B-405B-A75E-5DF504EDE4A1}" dt="2026-05-07T11:21:33.143" v="22922" actId="2696"/>
        <pc:sldMkLst>
          <pc:docMk/>
          <pc:sldMk cId="1504797385" sldId="304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3768785757" sldId="309"/>
        </pc:sldMkLst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3768785757" sldId="309"/>
            <ac:spMk id="5" creationId="{A4D2E3AD-C975-CD2C-F919-5854518AA298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3768785757" sldId="309"/>
            <ac:spMk id="6" creationId="{65C4BA5C-BEC6-0A76-512E-015017BC5C83}"/>
          </ac:spMkLst>
        </pc:spChg>
      </pc:sldChg>
      <pc:sldChg chg="addSp modSp new mod modAnim">
        <pc:chgData name="Jesper Buch Poignée" userId="e9c179cb-b07f-48e2-8bc5-99357f35e469" providerId="ADAL" clId="{0FA08CF4-302B-405B-A75E-5DF504EDE4A1}" dt="2026-05-08T07:13:09.078" v="23162" actId="20577"/>
        <pc:sldMkLst>
          <pc:docMk/>
          <pc:sldMk cId="1671517655" sldId="310"/>
        </pc:sldMkLst>
        <pc:spChg chg="mod">
          <ac:chgData name="Jesper Buch Poignée" userId="e9c179cb-b07f-48e2-8bc5-99357f35e469" providerId="ADAL" clId="{0FA08CF4-302B-405B-A75E-5DF504EDE4A1}" dt="2026-05-07T11:29:38.171" v="23085" actId="20577"/>
          <ac:spMkLst>
            <pc:docMk/>
            <pc:sldMk cId="1671517655" sldId="310"/>
            <ac:spMk id="2" creationId="{7287E2CB-72AB-181B-8281-B119FCF8C937}"/>
          </ac:spMkLst>
        </pc:spChg>
        <pc:spChg chg="mod">
          <ac:chgData name="Jesper Buch Poignée" userId="e9c179cb-b07f-48e2-8bc5-99357f35e469" providerId="ADAL" clId="{0FA08CF4-302B-405B-A75E-5DF504EDE4A1}" dt="2026-05-08T07:13:09.078" v="23162" actId="20577"/>
          <ac:spMkLst>
            <pc:docMk/>
            <pc:sldMk cId="1671517655" sldId="310"/>
            <ac:spMk id="3" creationId="{3F649540-8ACA-D1D0-0A7B-7BE8BE9DDB54}"/>
          </ac:spMkLst>
        </pc:spChg>
        <pc:spChg chg="mod">
          <ac:chgData name="Jesper Buch Poignée" userId="e9c179cb-b07f-48e2-8bc5-99357f35e469" providerId="ADAL" clId="{0FA08CF4-302B-405B-A75E-5DF504EDE4A1}" dt="2026-05-08T07:04:02.009" v="23099" actId="20577"/>
          <ac:spMkLst>
            <pc:docMk/>
            <pc:sldMk cId="1671517655" sldId="310"/>
            <ac:spMk id="4" creationId="{E860FA19-29A9-2FBF-8686-72919E2000C6}"/>
          </ac:spMkLst>
        </pc:spChg>
        <pc:spChg chg="add">
          <ac:chgData name="Jesper Buch Poignée" userId="e9c179cb-b07f-48e2-8bc5-99357f35e469" providerId="ADAL" clId="{0FA08CF4-302B-405B-A75E-5DF504EDE4A1}" dt="2026-05-07T11:23:28.664" v="22974"/>
          <ac:spMkLst>
            <pc:docMk/>
            <pc:sldMk cId="1671517655" sldId="310"/>
            <ac:spMk id="5" creationId="{DD64211A-48ED-E591-2F8D-768DA9389129}"/>
          </ac:spMkLst>
        </pc:spChg>
        <pc:spChg chg="add mod">
          <ac:chgData name="Jesper Buch Poignée" userId="e9c179cb-b07f-48e2-8bc5-99357f35e469" providerId="ADAL" clId="{0FA08CF4-302B-405B-A75E-5DF504EDE4A1}" dt="2026-05-08T07:04:21.209" v="23105" actId="20577"/>
          <ac:spMkLst>
            <pc:docMk/>
            <pc:sldMk cId="1671517655" sldId="310"/>
            <ac:spMk id="8" creationId="{EDBFAB47-96D6-E30E-CFD2-871E7597C57F}"/>
          </ac:spMkLst>
        </pc:spChg>
        <pc:picChg chg="add mod">
          <ac:chgData name="Jesper Buch Poignée" userId="e9c179cb-b07f-48e2-8bc5-99357f35e469" providerId="ADAL" clId="{0FA08CF4-302B-405B-A75E-5DF504EDE4A1}" dt="2026-05-08T07:05:44.978" v="23106" actId="1076"/>
          <ac:picMkLst>
            <pc:docMk/>
            <pc:sldMk cId="1671517655" sldId="310"/>
            <ac:picMk id="6" creationId="{BD9BEB80-086B-81E5-8954-81EB917672D5}"/>
          </ac:picMkLst>
        </pc:picChg>
      </pc:sldChg>
      <pc:sldChg chg="addSp modSp add del mod">
        <pc:chgData name="Jesper Buch Poignée" userId="e9c179cb-b07f-48e2-8bc5-99357f35e469" providerId="ADAL" clId="{0FA08CF4-302B-405B-A75E-5DF504EDE4A1}" dt="2026-05-07T11:21:18.856" v="22920" actId="2696"/>
        <pc:sldMkLst>
          <pc:docMk/>
          <pc:sldMk cId="2922894774" sldId="311"/>
        </pc:sldMkLst>
      </pc:sldChg>
      <pc:sldChg chg="addSp delSp modSp new del mod ord modClrScheme chgLayout">
        <pc:chgData name="Jesper Buch Poignée" userId="e9c179cb-b07f-48e2-8bc5-99357f35e469" providerId="ADAL" clId="{0FA08CF4-302B-405B-A75E-5DF504EDE4A1}" dt="2026-05-07T11:20:58.032" v="22915" actId="2696"/>
        <pc:sldMkLst>
          <pc:docMk/>
          <pc:sldMk cId="1112517839" sldId="312"/>
        </pc:sldMkLst>
        <pc:spChg chg="add del mod">
          <ac:chgData name="Jesper Buch Poignée" userId="e9c179cb-b07f-48e2-8bc5-99357f35e469" providerId="ADAL" clId="{0FA08CF4-302B-405B-A75E-5DF504EDE4A1}" dt="2026-05-07T06:41:16.582" v="22844" actId="478"/>
          <ac:spMkLst>
            <pc:docMk/>
            <pc:sldMk cId="1112517839" sldId="312"/>
            <ac:spMk id="5" creationId="{649CCAF8-6BBD-3D0E-BF80-9263864770AF}"/>
          </ac:spMkLst>
        </pc:spChg>
        <pc:spChg chg="add del mod">
          <ac:chgData name="Jesper Buch Poignée" userId="e9c179cb-b07f-48e2-8bc5-99357f35e469" providerId="ADAL" clId="{0FA08CF4-302B-405B-A75E-5DF504EDE4A1}" dt="2026-05-07T06:47:57.649" v="22847" actId="478"/>
          <ac:spMkLst>
            <pc:docMk/>
            <pc:sldMk cId="1112517839" sldId="312"/>
            <ac:spMk id="6" creationId="{9435039B-AED7-0FF8-56A9-25127B87E7F4}"/>
          </ac:spMkLst>
        </pc:spChg>
        <pc:spChg chg="add del mod ord">
          <ac:chgData name="Jesper Buch Poignée" userId="e9c179cb-b07f-48e2-8bc5-99357f35e469" providerId="ADAL" clId="{0FA08CF4-302B-405B-A75E-5DF504EDE4A1}" dt="2026-05-07T06:47:54.516" v="22846" actId="478"/>
          <ac:spMkLst>
            <pc:docMk/>
            <pc:sldMk cId="1112517839" sldId="312"/>
            <ac:spMk id="12" creationId="{C75236D4-62DD-E2F2-82B7-6ED31588BC73}"/>
          </ac:spMkLst>
        </pc:spChg>
        <pc:spChg chg="add del mod ord">
          <ac:chgData name="Jesper Buch Poignée" userId="e9c179cb-b07f-48e2-8bc5-99357f35e469" providerId="ADAL" clId="{0FA08CF4-302B-405B-A75E-5DF504EDE4A1}" dt="2026-05-07T06:41:13.970" v="22843" actId="478"/>
          <ac:spMkLst>
            <pc:docMk/>
            <pc:sldMk cId="1112517839" sldId="312"/>
            <ac:spMk id="13" creationId="{0C3961F3-F280-71FA-5ECA-F6A192374EC0}"/>
          </ac:spMkLst>
        </pc:spChg>
        <pc:picChg chg="add mod">
          <ac:chgData name="Jesper Buch Poignée" userId="e9c179cb-b07f-48e2-8bc5-99357f35e469" providerId="ADAL" clId="{0FA08CF4-302B-405B-A75E-5DF504EDE4A1}" dt="2026-05-07T06:48:03.051" v="22848" actId="1076"/>
          <ac:picMkLst>
            <pc:docMk/>
            <pc:sldMk cId="1112517839" sldId="312"/>
            <ac:picMk id="4" creationId="{B01C4CA9-8E49-053F-6BAC-8CA5F532FB35}"/>
          </ac:picMkLst>
        </pc:picChg>
        <pc:picChg chg="add mod ord">
          <ac:chgData name="Jesper Buch Poignée" userId="e9c179cb-b07f-48e2-8bc5-99357f35e469" providerId="ADAL" clId="{0FA08CF4-302B-405B-A75E-5DF504EDE4A1}" dt="2026-05-07T06:48:14.634" v="22850" actId="170"/>
          <ac:picMkLst>
            <pc:docMk/>
            <pc:sldMk cId="1112517839" sldId="312"/>
            <ac:picMk id="15" creationId="{466720D3-14F9-7BF3-DA2A-55ADA8A326CC}"/>
          </ac:picMkLst>
        </pc:picChg>
      </pc:sldChg>
      <pc:sldChg chg="addSp delSp modSp new del mod modClrScheme modAnim chgLayout">
        <pc:chgData name="Jesper Buch Poignée" userId="e9c179cb-b07f-48e2-8bc5-99357f35e469" providerId="ADAL" clId="{0FA08CF4-302B-405B-A75E-5DF504EDE4A1}" dt="2026-05-07T11:21:33.143" v="22922" actId="2696"/>
        <pc:sldMkLst>
          <pc:docMk/>
          <pc:sldMk cId="3496080367" sldId="313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5-07T11:21:27.853" v="22921" actId="2696"/>
        <pc:sldMkLst>
          <pc:docMk/>
          <pc:sldMk cId="3900706237" sldId="314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5-07T11:21:27.853" v="22921" actId="2696"/>
        <pc:sldMkLst>
          <pc:docMk/>
          <pc:sldMk cId="3247449688" sldId="315"/>
        </pc:sldMkLst>
      </pc:sldChg>
      <pc:sldChg chg="addSp delSp modSp new del mod ord modClrScheme chgLayout">
        <pc:chgData name="Jesper Buch Poignée" userId="e9c179cb-b07f-48e2-8bc5-99357f35e469" providerId="ADAL" clId="{0FA08CF4-302B-405B-A75E-5DF504EDE4A1}" dt="2026-05-07T11:21:13.860" v="22919" actId="2696"/>
        <pc:sldMkLst>
          <pc:docMk/>
          <pc:sldMk cId="606805527" sldId="316"/>
        </pc:sldMkLst>
      </pc:sldChg>
      <pc:sldChg chg="addSp delSp modSp new del mod modAnim">
        <pc:chgData name="Jesper Buch Poignée" userId="e9c179cb-b07f-48e2-8bc5-99357f35e469" providerId="ADAL" clId="{0FA08CF4-302B-405B-A75E-5DF504EDE4A1}" dt="2026-05-07T11:21:13.860" v="22919" actId="2696"/>
        <pc:sldMkLst>
          <pc:docMk/>
          <pc:sldMk cId="861192722" sldId="317"/>
        </pc:sldMkLst>
        <pc:spChg chg="add del mod">
          <ac:chgData name="Jesper Buch Poignée" userId="e9c179cb-b07f-48e2-8bc5-99357f35e469" providerId="ADAL" clId="{0FA08CF4-302B-405B-A75E-5DF504EDE4A1}" dt="2026-05-07T06:50:37.843" v="22898" actId="6549"/>
          <ac:spMkLst>
            <pc:docMk/>
            <pc:sldMk cId="861192722" sldId="317"/>
            <ac:spMk id="6" creationId="{236C2BC1-C89A-D05D-26F4-F31CE2B6499A}"/>
          </ac:spMkLst>
        </pc:spChg>
      </pc:sldChg>
      <pc:sldChg chg="addSp delSp modSp new del mod ord modClrScheme chgLayout">
        <pc:chgData name="Jesper Buch Poignée" userId="e9c179cb-b07f-48e2-8bc5-99357f35e469" providerId="ADAL" clId="{0FA08CF4-302B-405B-A75E-5DF504EDE4A1}" dt="2026-05-07T11:21:13.860" v="22919" actId="2696"/>
        <pc:sldMkLst>
          <pc:docMk/>
          <pc:sldMk cId="735217941" sldId="318"/>
        </pc:sldMkLst>
        <pc:graphicFrameChg chg="add mod modGraphic">
          <ac:chgData name="Jesper Buch Poignée" userId="e9c179cb-b07f-48e2-8bc5-99357f35e469" providerId="ADAL" clId="{0FA08CF4-302B-405B-A75E-5DF504EDE4A1}" dt="2026-05-07T06:50:22.667" v="22897" actId="20577"/>
          <ac:graphicFrameMkLst>
            <pc:docMk/>
            <pc:sldMk cId="735217941" sldId="318"/>
            <ac:graphicFrameMk id="8" creationId="{3380A9DF-290B-3FD4-C118-7A5E9C476BBA}"/>
          </ac:graphicFrameMkLst>
        </pc:graphicFrameChg>
      </pc:sldChg>
      <pc:sldChg chg="addSp delSp modSp add del mod">
        <pc:chgData name="Jesper Buch Poignée" userId="e9c179cb-b07f-48e2-8bc5-99357f35e469" providerId="ADAL" clId="{0FA08CF4-302B-405B-A75E-5DF504EDE4A1}" dt="2026-05-07T11:21:27.853" v="22921" actId="2696"/>
        <pc:sldMkLst>
          <pc:docMk/>
          <pc:sldMk cId="2328873821" sldId="319"/>
        </pc:sldMkLst>
      </pc:sldChg>
      <pc:sldChg chg="addSp delSp modSp add del mod">
        <pc:chgData name="Jesper Buch Poignée" userId="e9c179cb-b07f-48e2-8bc5-99357f35e469" providerId="ADAL" clId="{0FA08CF4-302B-405B-A75E-5DF504EDE4A1}" dt="2026-05-07T11:21:27.853" v="22921" actId="2696"/>
        <pc:sldMkLst>
          <pc:docMk/>
          <pc:sldMk cId="2097483372" sldId="32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094D0B-FCF6-477A-A560-0126A3455D9D}" type="doc">
      <dgm:prSet loTypeId="urn:microsoft.com/office/officeart/2005/8/layout/cycle8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1807730E-3539-41F4-86C7-3232DDAB96EB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1. Rekognoscering af målet</a:t>
          </a:r>
          <a:endParaRPr lang="da-DK" noProof="0" dirty="0"/>
        </a:p>
      </dgm:t>
    </dgm:pt>
    <dgm:pt modelId="{09AE5F74-A76E-4C24-B592-96CE39A4DE78}" type="parTrans" cxnId="{E836C27E-8EBD-4AEB-AD8B-4A9521294E64}">
      <dgm:prSet/>
      <dgm:spPr/>
      <dgm:t>
        <a:bodyPr/>
        <a:lstStyle/>
        <a:p>
          <a:endParaRPr lang="da-DK"/>
        </a:p>
      </dgm:t>
    </dgm:pt>
    <dgm:pt modelId="{7BA31DBF-99E8-495D-9AA6-CFF487AD0024}" type="sibTrans" cxnId="{E836C27E-8EBD-4AEB-AD8B-4A9521294E64}">
      <dgm:prSet/>
      <dgm:spPr/>
      <dgm:t>
        <a:bodyPr/>
        <a:lstStyle/>
        <a:p>
          <a:endParaRPr lang="da-DK"/>
        </a:p>
      </dgm:t>
    </dgm:pt>
    <dgm:pt modelId="{0DFDC824-7AE9-4E04-9CF1-E6DF82FDB4FD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4. Analyse</a:t>
          </a:r>
          <a:endParaRPr lang="da-DK" noProof="0" dirty="0"/>
        </a:p>
      </dgm:t>
    </dgm:pt>
    <dgm:pt modelId="{63798B2E-7661-43EB-A6BE-87C407ADA044}" type="parTrans" cxnId="{912119F2-47D5-4B52-BBC9-1625C3D52AA7}">
      <dgm:prSet/>
      <dgm:spPr/>
    </dgm:pt>
    <dgm:pt modelId="{34619DE2-AE8A-4FD7-8B73-57369E085D2A}" type="sibTrans" cxnId="{912119F2-47D5-4B52-BBC9-1625C3D52AA7}">
      <dgm:prSet/>
      <dgm:spPr/>
    </dgm:pt>
    <dgm:pt modelId="{5D4FA847-D0EC-4E52-90EB-D465023F4716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3. Udnyttelse af sårbarheder</a:t>
          </a:r>
          <a:endParaRPr lang="da-DK" noProof="0" dirty="0"/>
        </a:p>
      </dgm:t>
    </dgm:pt>
    <dgm:pt modelId="{A9BA3493-F5F7-46ED-8913-FFE84369DC3E}" type="parTrans" cxnId="{C40089B7-7F7B-4F6D-8DA7-FD46D0D5B4BE}">
      <dgm:prSet/>
      <dgm:spPr/>
    </dgm:pt>
    <dgm:pt modelId="{79DB5BEA-3527-4D12-8D27-F8A6D327EC24}" type="sibTrans" cxnId="{C40089B7-7F7B-4F6D-8DA7-FD46D0D5B4BE}">
      <dgm:prSet/>
      <dgm:spPr/>
    </dgm:pt>
    <dgm:pt modelId="{EA162E54-C3A0-443F-9661-8B2E5D9CD9B7}">
      <dgm:prSet phldrT="[Tekst]"/>
      <dgm:spPr/>
      <dgm:t>
        <a:bodyPr/>
        <a:lstStyle/>
        <a:p>
          <a:pPr>
            <a:buNone/>
          </a:pPr>
          <a:r>
            <a:rPr lang="da-DK" noProof="0" dirty="0"/>
            <a:t>2. Analyse af angrebsfladen</a:t>
          </a:r>
        </a:p>
      </dgm:t>
    </dgm:pt>
    <dgm:pt modelId="{FA6794F5-934B-49A6-942A-239DED52415F}" type="parTrans" cxnId="{403C3B76-BF2E-4B41-8D56-33737F015CB7}">
      <dgm:prSet/>
      <dgm:spPr/>
    </dgm:pt>
    <dgm:pt modelId="{7E8862C3-B3B9-422E-BA67-46732680AA39}" type="sibTrans" cxnId="{403C3B76-BF2E-4B41-8D56-33737F015CB7}">
      <dgm:prSet/>
      <dgm:spPr/>
    </dgm:pt>
    <dgm:pt modelId="{9D72B6F8-A95D-4F74-A14E-63D0D4AE46CD}">
      <dgm:prSet phldrT="[Tekst]"/>
      <dgm:spPr/>
      <dgm:t>
        <a:bodyPr/>
        <a:lstStyle/>
        <a:p>
          <a:pPr>
            <a:buNone/>
          </a:pPr>
          <a:r>
            <a:rPr lang="da-DK" b="0" i="0" noProof="0"/>
            <a:t>5. Rapportering</a:t>
          </a:r>
          <a:endParaRPr lang="da-DK" noProof="0" dirty="0"/>
        </a:p>
      </dgm:t>
    </dgm:pt>
    <dgm:pt modelId="{6C9CB4E3-5F33-484E-AB82-A4F10F2CC76A}" type="parTrans" cxnId="{CDCCD7CB-6866-40DB-BB49-27B8FFB19D7E}">
      <dgm:prSet/>
      <dgm:spPr/>
    </dgm:pt>
    <dgm:pt modelId="{554D5F49-5B2F-421C-82D0-FD54D7E93439}" type="sibTrans" cxnId="{CDCCD7CB-6866-40DB-BB49-27B8FFB19D7E}">
      <dgm:prSet/>
      <dgm:spPr/>
    </dgm:pt>
    <dgm:pt modelId="{7CB739A9-AA0C-4808-957A-238725B821B9}" type="pres">
      <dgm:prSet presAssocID="{7E094D0B-FCF6-477A-A560-0126A3455D9D}" presName="compositeShape" presStyleCnt="0">
        <dgm:presLayoutVars>
          <dgm:chMax val="7"/>
          <dgm:dir/>
          <dgm:resizeHandles val="exact"/>
        </dgm:presLayoutVars>
      </dgm:prSet>
      <dgm:spPr/>
    </dgm:pt>
    <dgm:pt modelId="{C896C91C-8042-49B3-BD79-2A9D0E9715A5}" type="pres">
      <dgm:prSet presAssocID="{7E094D0B-FCF6-477A-A560-0126A3455D9D}" presName="wedge1" presStyleLbl="node1" presStyleIdx="0" presStyleCnt="5"/>
      <dgm:spPr/>
    </dgm:pt>
    <dgm:pt modelId="{909674EA-5731-4F5E-A596-3E96257C5A69}" type="pres">
      <dgm:prSet presAssocID="{7E094D0B-FCF6-477A-A560-0126A3455D9D}" presName="dummy1a" presStyleCnt="0"/>
      <dgm:spPr/>
    </dgm:pt>
    <dgm:pt modelId="{477FD144-8FEC-4E15-BCE2-CECF939E8B3B}" type="pres">
      <dgm:prSet presAssocID="{7E094D0B-FCF6-477A-A560-0126A3455D9D}" presName="dummy1b" presStyleCnt="0"/>
      <dgm:spPr/>
    </dgm:pt>
    <dgm:pt modelId="{BB119919-238C-4469-9D38-17FEB7C12134}" type="pres">
      <dgm:prSet presAssocID="{7E094D0B-FCF6-477A-A560-0126A3455D9D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73ED907-0260-43FB-9825-311554C16E62}" type="pres">
      <dgm:prSet presAssocID="{7E094D0B-FCF6-477A-A560-0126A3455D9D}" presName="wedge2" presStyleLbl="node1" presStyleIdx="1" presStyleCnt="5"/>
      <dgm:spPr/>
    </dgm:pt>
    <dgm:pt modelId="{CC6BF53E-40D9-43BD-9612-1382F3ADC6C7}" type="pres">
      <dgm:prSet presAssocID="{7E094D0B-FCF6-477A-A560-0126A3455D9D}" presName="dummy2a" presStyleCnt="0"/>
      <dgm:spPr/>
    </dgm:pt>
    <dgm:pt modelId="{9A1F4D0E-6ADF-462E-AB8D-A24D277907F9}" type="pres">
      <dgm:prSet presAssocID="{7E094D0B-FCF6-477A-A560-0126A3455D9D}" presName="dummy2b" presStyleCnt="0"/>
      <dgm:spPr/>
    </dgm:pt>
    <dgm:pt modelId="{757853FE-9D4F-4C89-8ADB-BE74BD7D8D22}" type="pres">
      <dgm:prSet presAssocID="{7E094D0B-FCF6-477A-A560-0126A3455D9D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D89920C-F590-47EE-A0A4-719180EDB1A6}" type="pres">
      <dgm:prSet presAssocID="{7E094D0B-FCF6-477A-A560-0126A3455D9D}" presName="wedge3" presStyleLbl="node1" presStyleIdx="2" presStyleCnt="5"/>
      <dgm:spPr/>
    </dgm:pt>
    <dgm:pt modelId="{243F279C-AFCF-4750-B9C2-901F5B0A6AA8}" type="pres">
      <dgm:prSet presAssocID="{7E094D0B-FCF6-477A-A560-0126A3455D9D}" presName="dummy3a" presStyleCnt="0"/>
      <dgm:spPr/>
    </dgm:pt>
    <dgm:pt modelId="{3F6485E0-8822-4621-AC8A-8FB2CF7023D5}" type="pres">
      <dgm:prSet presAssocID="{7E094D0B-FCF6-477A-A560-0126A3455D9D}" presName="dummy3b" presStyleCnt="0"/>
      <dgm:spPr/>
    </dgm:pt>
    <dgm:pt modelId="{2F80A323-57E3-4BE0-9FB1-5C649FA0F450}" type="pres">
      <dgm:prSet presAssocID="{7E094D0B-FCF6-477A-A560-0126A3455D9D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93BF793-DED6-4B1D-915D-EB5123513B56}" type="pres">
      <dgm:prSet presAssocID="{7E094D0B-FCF6-477A-A560-0126A3455D9D}" presName="wedge4" presStyleLbl="node1" presStyleIdx="3" presStyleCnt="5"/>
      <dgm:spPr/>
    </dgm:pt>
    <dgm:pt modelId="{9E3E862A-1598-4D5D-90DF-14C16D4A1E9B}" type="pres">
      <dgm:prSet presAssocID="{7E094D0B-FCF6-477A-A560-0126A3455D9D}" presName="dummy4a" presStyleCnt="0"/>
      <dgm:spPr/>
    </dgm:pt>
    <dgm:pt modelId="{2A566BE6-3C94-46A1-B84D-ED900C001FC6}" type="pres">
      <dgm:prSet presAssocID="{7E094D0B-FCF6-477A-A560-0126A3455D9D}" presName="dummy4b" presStyleCnt="0"/>
      <dgm:spPr/>
    </dgm:pt>
    <dgm:pt modelId="{CD04255C-E246-47E9-96D0-5C32BE5A3F30}" type="pres">
      <dgm:prSet presAssocID="{7E094D0B-FCF6-477A-A560-0126A3455D9D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4E8D947-69D9-4329-A04F-6907D497E730}" type="pres">
      <dgm:prSet presAssocID="{7E094D0B-FCF6-477A-A560-0126A3455D9D}" presName="wedge5" presStyleLbl="node1" presStyleIdx="4" presStyleCnt="5"/>
      <dgm:spPr/>
    </dgm:pt>
    <dgm:pt modelId="{FB68F51A-3C2E-452D-B770-38A8BBB6AAF7}" type="pres">
      <dgm:prSet presAssocID="{7E094D0B-FCF6-477A-A560-0126A3455D9D}" presName="dummy5a" presStyleCnt="0"/>
      <dgm:spPr/>
    </dgm:pt>
    <dgm:pt modelId="{AAC607F7-5AD4-42D5-93B7-BC0D21C54C6F}" type="pres">
      <dgm:prSet presAssocID="{7E094D0B-FCF6-477A-A560-0126A3455D9D}" presName="dummy5b" presStyleCnt="0"/>
      <dgm:spPr/>
    </dgm:pt>
    <dgm:pt modelId="{D6248368-EDE5-4A90-9B2B-FF7AE4B3266D}" type="pres">
      <dgm:prSet presAssocID="{7E094D0B-FCF6-477A-A560-0126A3455D9D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9BA5E8F1-E896-4BB2-A6C2-90E53DCB9424}" type="pres">
      <dgm:prSet presAssocID="{7BA31DBF-99E8-495D-9AA6-CFF487AD0024}" presName="arrowWedge1" presStyleLbl="fgSibTrans2D1" presStyleIdx="0" presStyleCnt="5"/>
      <dgm:spPr/>
    </dgm:pt>
    <dgm:pt modelId="{3D4EB07F-381D-4F9B-81B5-CB2717E53D15}" type="pres">
      <dgm:prSet presAssocID="{7E8862C3-B3B9-422E-BA67-46732680AA39}" presName="arrowWedge2" presStyleLbl="fgSibTrans2D1" presStyleIdx="1" presStyleCnt="5"/>
      <dgm:spPr/>
    </dgm:pt>
    <dgm:pt modelId="{B58A1455-645B-48A8-BB07-22CE3CA230AA}" type="pres">
      <dgm:prSet presAssocID="{79DB5BEA-3527-4D12-8D27-F8A6D327EC24}" presName="arrowWedge3" presStyleLbl="fgSibTrans2D1" presStyleIdx="2" presStyleCnt="5"/>
      <dgm:spPr/>
    </dgm:pt>
    <dgm:pt modelId="{6F26BA94-07C9-42FB-8E4D-65BC8294F99C}" type="pres">
      <dgm:prSet presAssocID="{34619DE2-AE8A-4FD7-8B73-57369E085D2A}" presName="arrowWedge4" presStyleLbl="fgSibTrans2D1" presStyleIdx="3" presStyleCnt="5"/>
      <dgm:spPr/>
    </dgm:pt>
    <dgm:pt modelId="{F0B54DD5-F752-4239-901A-C38BB2DEF274}" type="pres">
      <dgm:prSet presAssocID="{554D5F49-5B2F-421C-82D0-FD54D7E93439}" presName="arrowWedge5" presStyleLbl="fgSibTrans2D1" presStyleIdx="4" presStyleCnt="5"/>
      <dgm:spPr/>
    </dgm:pt>
  </dgm:ptLst>
  <dgm:cxnLst>
    <dgm:cxn modelId="{9176B007-14FC-4720-A0E7-35657F1C4E1D}" type="presOf" srcId="{EA162E54-C3A0-443F-9661-8B2E5D9CD9B7}" destId="{B73ED907-0260-43FB-9825-311554C16E62}" srcOrd="0" destOrd="0" presId="urn:microsoft.com/office/officeart/2005/8/layout/cycle8"/>
    <dgm:cxn modelId="{80AAE014-6D0A-4830-9224-982EFE035309}" type="presOf" srcId="{5D4FA847-D0EC-4E52-90EB-D465023F4716}" destId="{7D89920C-F590-47EE-A0A4-719180EDB1A6}" srcOrd="0" destOrd="0" presId="urn:microsoft.com/office/officeart/2005/8/layout/cycle8"/>
    <dgm:cxn modelId="{C4E9122D-290F-408D-9DFE-27381C6815C8}" type="presOf" srcId="{9D72B6F8-A95D-4F74-A14E-63D0D4AE46CD}" destId="{44E8D947-69D9-4329-A04F-6907D497E730}" srcOrd="0" destOrd="0" presId="urn:microsoft.com/office/officeart/2005/8/layout/cycle8"/>
    <dgm:cxn modelId="{7D9D524A-6826-4432-85F9-C34B1491AA90}" type="presOf" srcId="{0DFDC824-7AE9-4E04-9CF1-E6DF82FDB4FD}" destId="{CD04255C-E246-47E9-96D0-5C32BE5A3F30}" srcOrd="1" destOrd="0" presId="urn:microsoft.com/office/officeart/2005/8/layout/cycle8"/>
    <dgm:cxn modelId="{403C3B76-BF2E-4B41-8D56-33737F015CB7}" srcId="{7E094D0B-FCF6-477A-A560-0126A3455D9D}" destId="{EA162E54-C3A0-443F-9661-8B2E5D9CD9B7}" srcOrd="1" destOrd="0" parTransId="{FA6794F5-934B-49A6-942A-239DED52415F}" sibTransId="{7E8862C3-B3B9-422E-BA67-46732680AA39}"/>
    <dgm:cxn modelId="{E836C27E-8EBD-4AEB-AD8B-4A9521294E64}" srcId="{7E094D0B-FCF6-477A-A560-0126A3455D9D}" destId="{1807730E-3539-41F4-86C7-3232DDAB96EB}" srcOrd="0" destOrd="0" parTransId="{09AE5F74-A76E-4C24-B592-96CE39A4DE78}" sibTransId="{7BA31DBF-99E8-495D-9AA6-CFF487AD0024}"/>
    <dgm:cxn modelId="{59901D81-1DA1-4983-A86E-4E9003F262F5}" type="presOf" srcId="{1807730E-3539-41F4-86C7-3232DDAB96EB}" destId="{BB119919-238C-4469-9D38-17FEB7C12134}" srcOrd="1" destOrd="0" presId="urn:microsoft.com/office/officeart/2005/8/layout/cycle8"/>
    <dgm:cxn modelId="{E4D497A7-8314-4225-9F86-433BC6578D29}" type="presOf" srcId="{1807730E-3539-41F4-86C7-3232DDAB96EB}" destId="{C896C91C-8042-49B3-BD79-2A9D0E9715A5}" srcOrd="0" destOrd="0" presId="urn:microsoft.com/office/officeart/2005/8/layout/cycle8"/>
    <dgm:cxn modelId="{C77242B3-5CCC-4C64-8188-44B455C88F0E}" type="presOf" srcId="{9D72B6F8-A95D-4F74-A14E-63D0D4AE46CD}" destId="{D6248368-EDE5-4A90-9B2B-FF7AE4B3266D}" srcOrd="1" destOrd="0" presId="urn:microsoft.com/office/officeart/2005/8/layout/cycle8"/>
    <dgm:cxn modelId="{C40089B7-7F7B-4F6D-8DA7-FD46D0D5B4BE}" srcId="{7E094D0B-FCF6-477A-A560-0126A3455D9D}" destId="{5D4FA847-D0EC-4E52-90EB-D465023F4716}" srcOrd="2" destOrd="0" parTransId="{A9BA3493-F5F7-46ED-8913-FFE84369DC3E}" sibTransId="{79DB5BEA-3527-4D12-8D27-F8A6D327EC24}"/>
    <dgm:cxn modelId="{8EFB0ABC-B894-41DC-8239-CEF1E4908C44}" type="presOf" srcId="{0DFDC824-7AE9-4E04-9CF1-E6DF82FDB4FD}" destId="{193BF793-DED6-4B1D-915D-EB5123513B56}" srcOrd="0" destOrd="0" presId="urn:microsoft.com/office/officeart/2005/8/layout/cycle8"/>
    <dgm:cxn modelId="{4EE3E4BE-0EA6-4083-8F17-2E4744ADCE9A}" type="presOf" srcId="{EA162E54-C3A0-443F-9661-8B2E5D9CD9B7}" destId="{757853FE-9D4F-4C89-8ADB-BE74BD7D8D22}" srcOrd="1" destOrd="0" presId="urn:microsoft.com/office/officeart/2005/8/layout/cycle8"/>
    <dgm:cxn modelId="{3B1F25C2-F3A1-4A8D-B6A7-690E5645A2CF}" type="presOf" srcId="{5D4FA847-D0EC-4E52-90EB-D465023F4716}" destId="{2F80A323-57E3-4BE0-9FB1-5C649FA0F450}" srcOrd="1" destOrd="0" presId="urn:microsoft.com/office/officeart/2005/8/layout/cycle8"/>
    <dgm:cxn modelId="{CDCCD7CB-6866-40DB-BB49-27B8FFB19D7E}" srcId="{7E094D0B-FCF6-477A-A560-0126A3455D9D}" destId="{9D72B6F8-A95D-4F74-A14E-63D0D4AE46CD}" srcOrd="4" destOrd="0" parTransId="{6C9CB4E3-5F33-484E-AB82-A4F10F2CC76A}" sibTransId="{554D5F49-5B2F-421C-82D0-FD54D7E93439}"/>
    <dgm:cxn modelId="{365B31D2-654D-467B-AFC7-8CF1BF86CC21}" type="presOf" srcId="{7E094D0B-FCF6-477A-A560-0126A3455D9D}" destId="{7CB739A9-AA0C-4808-957A-238725B821B9}" srcOrd="0" destOrd="0" presId="urn:microsoft.com/office/officeart/2005/8/layout/cycle8"/>
    <dgm:cxn modelId="{912119F2-47D5-4B52-BBC9-1625C3D52AA7}" srcId="{7E094D0B-FCF6-477A-A560-0126A3455D9D}" destId="{0DFDC824-7AE9-4E04-9CF1-E6DF82FDB4FD}" srcOrd="3" destOrd="0" parTransId="{63798B2E-7661-43EB-A6BE-87C407ADA044}" sibTransId="{34619DE2-AE8A-4FD7-8B73-57369E085D2A}"/>
    <dgm:cxn modelId="{B7CA7AB6-AEB3-4D78-9375-3406262E62F3}" type="presParOf" srcId="{7CB739A9-AA0C-4808-957A-238725B821B9}" destId="{C896C91C-8042-49B3-BD79-2A9D0E9715A5}" srcOrd="0" destOrd="0" presId="urn:microsoft.com/office/officeart/2005/8/layout/cycle8"/>
    <dgm:cxn modelId="{9C8D23E2-1B43-453F-B466-111E97D9A914}" type="presParOf" srcId="{7CB739A9-AA0C-4808-957A-238725B821B9}" destId="{909674EA-5731-4F5E-A596-3E96257C5A69}" srcOrd="1" destOrd="0" presId="urn:microsoft.com/office/officeart/2005/8/layout/cycle8"/>
    <dgm:cxn modelId="{036D0D7A-814F-4140-90C3-B3647C57200F}" type="presParOf" srcId="{7CB739A9-AA0C-4808-957A-238725B821B9}" destId="{477FD144-8FEC-4E15-BCE2-CECF939E8B3B}" srcOrd="2" destOrd="0" presId="urn:microsoft.com/office/officeart/2005/8/layout/cycle8"/>
    <dgm:cxn modelId="{885D1108-39C5-43A1-BF72-D3CABD9A5D4A}" type="presParOf" srcId="{7CB739A9-AA0C-4808-957A-238725B821B9}" destId="{BB119919-238C-4469-9D38-17FEB7C12134}" srcOrd="3" destOrd="0" presId="urn:microsoft.com/office/officeart/2005/8/layout/cycle8"/>
    <dgm:cxn modelId="{A29F9C63-61B7-4582-95AA-ED9B331C1B77}" type="presParOf" srcId="{7CB739A9-AA0C-4808-957A-238725B821B9}" destId="{B73ED907-0260-43FB-9825-311554C16E62}" srcOrd="4" destOrd="0" presId="urn:microsoft.com/office/officeart/2005/8/layout/cycle8"/>
    <dgm:cxn modelId="{044D2517-39D1-46FF-A792-A9C7DCEB48E0}" type="presParOf" srcId="{7CB739A9-AA0C-4808-957A-238725B821B9}" destId="{CC6BF53E-40D9-43BD-9612-1382F3ADC6C7}" srcOrd="5" destOrd="0" presId="urn:microsoft.com/office/officeart/2005/8/layout/cycle8"/>
    <dgm:cxn modelId="{6B8C82CA-EA4B-4EED-9D4B-786A22810096}" type="presParOf" srcId="{7CB739A9-AA0C-4808-957A-238725B821B9}" destId="{9A1F4D0E-6ADF-462E-AB8D-A24D277907F9}" srcOrd="6" destOrd="0" presId="urn:microsoft.com/office/officeart/2005/8/layout/cycle8"/>
    <dgm:cxn modelId="{7BC99429-D511-43D0-8C28-E86A92797748}" type="presParOf" srcId="{7CB739A9-AA0C-4808-957A-238725B821B9}" destId="{757853FE-9D4F-4C89-8ADB-BE74BD7D8D22}" srcOrd="7" destOrd="0" presId="urn:microsoft.com/office/officeart/2005/8/layout/cycle8"/>
    <dgm:cxn modelId="{EB8CDCCD-8EE9-4E3B-BCB0-E11CF3BB3CB4}" type="presParOf" srcId="{7CB739A9-AA0C-4808-957A-238725B821B9}" destId="{7D89920C-F590-47EE-A0A4-719180EDB1A6}" srcOrd="8" destOrd="0" presId="urn:microsoft.com/office/officeart/2005/8/layout/cycle8"/>
    <dgm:cxn modelId="{DAAF1DD0-58B9-43AE-8C76-6C5A6717A3EB}" type="presParOf" srcId="{7CB739A9-AA0C-4808-957A-238725B821B9}" destId="{243F279C-AFCF-4750-B9C2-901F5B0A6AA8}" srcOrd="9" destOrd="0" presId="urn:microsoft.com/office/officeart/2005/8/layout/cycle8"/>
    <dgm:cxn modelId="{8E599545-D83B-4499-96A5-28940D5F93CD}" type="presParOf" srcId="{7CB739A9-AA0C-4808-957A-238725B821B9}" destId="{3F6485E0-8822-4621-AC8A-8FB2CF7023D5}" srcOrd="10" destOrd="0" presId="urn:microsoft.com/office/officeart/2005/8/layout/cycle8"/>
    <dgm:cxn modelId="{FF6FB740-8621-48AF-8476-A463E0FA4A62}" type="presParOf" srcId="{7CB739A9-AA0C-4808-957A-238725B821B9}" destId="{2F80A323-57E3-4BE0-9FB1-5C649FA0F450}" srcOrd="11" destOrd="0" presId="urn:microsoft.com/office/officeart/2005/8/layout/cycle8"/>
    <dgm:cxn modelId="{0E4F9AEB-7D4D-44C9-9486-01C91ACD0CA3}" type="presParOf" srcId="{7CB739A9-AA0C-4808-957A-238725B821B9}" destId="{193BF793-DED6-4B1D-915D-EB5123513B56}" srcOrd="12" destOrd="0" presId="urn:microsoft.com/office/officeart/2005/8/layout/cycle8"/>
    <dgm:cxn modelId="{E668F843-02D0-4FF4-B270-F8C47E90D266}" type="presParOf" srcId="{7CB739A9-AA0C-4808-957A-238725B821B9}" destId="{9E3E862A-1598-4D5D-90DF-14C16D4A1E9B}" srcOrd="13" destOrd="0" presId="urn:microsoft.com/office/officeart/2005/8/layout/cycle8"/>
    <dgm:cxn modelId="{16D6D234-2E83-421F-AC1D-779C6DF19269}" type="presParOf" srcId="{7CB739A9-AA0C-4808-957A-238725B821B9}" destId="{2A566BE6-3C94-46A1-B84D-ED900C001FC6}" srcOrd="14" destOrd="0" presId="urn:microsoft.com/office/officeart/2005/8/layout/cycle8"/>
    <dgm:cxn modelId="{031D7E48-660F-4324-AD90-7462D68E79E8}" type="presParOf" srcId="{7CB739A9-AA0C-4808-957A-238725B821B9}" destId="{CD04255C-E246-47E9-96D0-5C32BE5A3F30}" srcOrd="15" destOrd="0" presId="urn:microsoft.com/office/officeart/2005/8/layout/cycle8"/>
    <dgm:cxn modelId="{BD040C30-191B-492B-8B0C-E7CE2F5E5F0A}" type="presParOf" srcId="{7CB739A9-AA0C-4808-957A-238725B821B9}" destId="{44E8D947-69D9-4329-A04F-6907D497E730}" srcOrd="16" destOrd="0" presId="urn:microsoft.com/office/officeart/2005/8/layout/cycle8"/>
    <dgm:cxn modelId="{15E21384-60AB-4E08-B513-983E0E6AE70D}" type="presParOf" srcId="{7CB739A9-AA0C-4808-957A-238725B821B9}" destId="{FB68F51A-3C2E-452D-B770-38A8BBB6AAF7}" srcOrd="17" destOrd="0" presId="urn:microsoft.com/office/officeart/2005/8/layout/cycle8"/>
    <dgm:cxn modelId="{00088D14-4543-4400-BE62-E79368CF0044}" type="presParOf" srcId="{7CB739A9-AA0C-4808-957A-238725B821B9}" destId="{AAC607F7-5AD4-42D5-93B7-BC0D21C54C6F}" srcOrd="18" destOrd="0" presId="urn:microsoft.com/office/officeart/2005/8/layout/cycle8"/>
    <dgm:cxn modelId="{F9444BF9-2E91-472A-BC63-C3A2B3D881E6}" type="presParOf" srcId="{7CB739A9-AA0C-4808-957A-238725B821B9}" destId="{D6248368-EDE5-4A90-9B2B-FF7AE4B3266D}" srcOrd="19" destOrd="0" presId="urn:microsoft.com/office/officeart/2005/8/layout/cycle8"/>
    <dgm:cxn modelId="{700CF4A8-7E07-4EAD-AA94-0FCCE809A924}" type="presParOf" srcId="{7CB739A9-AA0C-4808-957A-238725B821B9}" destId="{9BA5E8F1-E896-4BB2-A6C2-90E53DCB9424}" srcOrd="20" destOrd="0" presId="urn:microsoft.com/office/officeart/2005/8/layout/cycle8"/>
    <dgm:cxn modelId="{19DB2EC1-7816-4851-A562-E33882626330}" type="presParOf" srcId="{7CB739A9-AA0C-4808-957A-238725B821B9}" destId="{3D4EB07F-381D-4F9B-81B5-CB2717E53D15}" srcOrd="21" destOrd="0" presId="urn:microsoft.com/office/officeart/2005/8/layout/cycle8"/>
    <dgm:cxn modelId="{77038330-2FC1-4968-AE7E-AF29748ECA11}" type="presParOf" srcId="{7CB739A9-AA0C-4808-957A-238725B821B9}" destId="{B58A1455-645B-48A8-BB07-22CE3CA230AA}" srcOrd="22" destOrd="0" presId="urn:microsoft.com/office/officeart/2005/8/layout/cycle8"/>
    <dgm:cxn modelId="{E96E1ABB-839C-4616-A9C9-5C09AFB1BE42}" type="presParOf" srcId="{7CB739A9-AA0C-4808-957A-238725B821B9}" destId="{6F26BA94-07C9-42FB-8E4D-65BC8294F99C}" srcOrd="23" destOrd="0" presId="urn:microsoft.com/office/officeart/2005/8/layout/cycle8"/>
    <dgm:cxn modelId="{A31948C9-F884-4E7F-B713-42244B9C184D}" type="presParOf" srcId="{7CB739A9-AA0C-4808-957A-238725B821B9}" destId="{F0B54DD5-F752-4239-901A-C38BB2DEF274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6C91C-8042-49B3-BD79-2A9D0E9715A5}">
      <dsp:nvSpPr>
        <dsp:cNvPr id="0" name=""/>
        <dsp:cNvSpPr/>
      </dsp:nvSpPr>
      <dsp:spPr>
        <a:xfrm>
          <a:off x="920720" y="268659"/>
          <a:ext cx="3645789" cy="3645789"/>
        </a:xfrm>
        <a:prstGeom prst="pie">
          <a:avLst>
            <a:gd name="adj1" fmla="val 16200000"/>
            <a:gd name="adj2" fmla="val 2052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 dirty="0"/>
            <a:t>1. Rekognoscering af målet</a:t>
          </a:r>
          <a:endParaRPr lang="da-DK" sz="1400" kern="1200" noProof="0" dirty="0"/>
        </a:p>
      </dsp:txBody>
      <dsp:txXfrm>
        <a:off x="2822606" y="881499"/>
        <a:ext cx="1171860" cy="781240"/>
      </dsp:txXfrm>
    </dsp:sp>
    <dsp:sp modelId="{B73ED907-0260-43FB-9825-311554C16E62}">
      <dsp:nvSpPr>
        <dsp:cNvPr id="0" name=""/>
        <dsp:cNvSpPr/>
      </dsp:nvSpPr>
      <dsp:spPr>
        <a:xfrm>
          <a:off x="951969" y="365880"/>
          <a:ext cx="3645789" cy="3645789"/>
        </a:xfrm>
        <a:prstGeom prst="pie">
          <a:avLst>
            <a:gd name="adj1" fmla="val 20520000"/>
            <a:gd name="adj2" fmla="val 32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kern="1200" noProof="0" dirty="0"/>
            <a:t>2. Analyse af angrebsfladen</a:t>
          </a:r>
        </a:p>
      </dsp:txBody>
      <dsp:txXfrm>
        <a:off x="3300031" y="2031659"/>
        <a:ext cx="1085056" cy="868045"/>
      </dsp:txXfrm>
    </dsp:sp>
    <dsp:sp modelId="{7D89920C-F590-47EE-A0A4-719180EDB1A6}">
      <dsp:nvSpPr>
        <dsp:cNvPr id="0" name=""/>
        <dsp:cNvSpPr/>
      </dsp:nvSpPr>
      <dsp:spPr>
        <a:xfrm>
          <a:off x="869505" y="425776"/>
          <a:ext cx="3645789" cy="3645789"/>
        </a:xfrm>
        <a:prstGeom prst="pie">
          <a:avLst>
            <a:gd name="adj1" fmla="val 3240000"/>
            <a:gd name="adj2" fmla="val 756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 dirty="0"/>
            <a:t>3. Udnyttelse af sårbarheder</a:t>
          </a:r>
          <a:endParaRPr lang="da-DK" sz="1400" kern="1200" noProof="0" dirty="0"/>
        </a:p>
      </dsp:txBody>
      <dsp:txXfrm>
        <a:off x="2171573" y="2986508"/>
        <a:ext cx="1041654" cy="954849"/>
      </dsp:txXfrm>
    </dsp:sp>
    <dsp:sp modelId="{193BF793-DED6-4B1D-915D-EB5123513B56}">
      <dsp:nvSpPr>
        <dsp:cNvPr id="0" name=""/>
        <dsp:cNvSpPr/>
      </dsp:nvSpPr>
      <dsp:spPr>
        <a:xfrm>
          <a:off x="787041" y="365880"/>
          <a:ext cx="3645789" cy="3645789"/>
        </a:xfrm>
        <a:prstGeom prst="pie">
          <a:avLst>
            <a:gd name="adj1" fmla="val 7560000"/>
            <a:gd name="adj2" fmla="val 1188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 dirty="0"/>
            <a:t>4. Analyse</a:t>
          </a:r>
          <a:endParaRPr lang="da-DK" sz="1400" kern="1200" noProof="0" dirty="0"/>
        </a:p>
      </dsp:txBody>
      <dsp:txXfrm>
        <a:off x="999712" y="2031659"/>
        <a:ext cx="1085056" cy="868045"/>
      </dsp:txXfrm>
    </dsp:sp>
    <dsp:sp modelId="{44E8D947-69D9-4329-A04F-6907D497E730}">
      <dsp:nvSpPr>
        <dsp:cNvPr id="0" name=""/>
        <dsp:cNvSpPr/>
      </dsp:nvSpPr>
      <dsp:spPr>
        <a:xfrm>
          <a:off x="818290" y="268659"/>
          <a:ext cx="3645789" cy="3645789"/>
        </a:xfrm>
        <a:prstGeom prst="pie">
          <a:avLst>
            <a:gd name="adj1" fmla="val 1188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/>
            <a:t>5. Rapportering</a:t>
          </a:r>
          <a:endParaRPr lang="da-DK" sz="1400" kern="1200" noProof="0" dirty="0"/>
        </a:p>
      </dsp:txBody>
      <dsp:txXfrm>
        <a:off x="1390332" y="881499"/>
        <a:ext cx="1171860" cy="781240"/>
      </dsp:txXfrm>
    </dsp:sp>
    <dsp:sp modelId="{9BA5E8F1-E896-4BB2-A6C2-90E53DCB9424}">
      <dsp:nvSpPr>
        <dsp:cNvPr id="0" name=""/>
        <dsp:cNvSpPr/>
      </dsp:nvSpPr>
      <dsp:spPr>
        <a:xfrm>
          <a:off x="694856" y="42968"/>
          <a:ext cx="4097172" cy="4097172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EB07F-381D-4F9B-81B5-CB2717E53D15}">
      <dsp:nvSpPr>
        <dsp:cNvPr id="0" name=""/>
        <dsp:cNvSpPr/>
      </dsp:nvSpPr>
      <dsp:spPr>
        <a:xfrm>
          <a:off x="726530" y="140157"/>
          <a:ext cx="4097172" cy="4097172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A1455-645B-48A8-BB07-22CE3CA230AA}">
      <dsp:nvSpPr>
        <dsp:cNvPr id="0" name=""/>
        <dsp:cNvSpPr/>
      </dsp:nvSpPr>
      <dsp:spPr>
        <a:xfrm>
          <a:off x="643813" y="200235"/>
          <a:ext cx="4097172" cy="4097172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6BA94-07C9-42FB-8E4D-65BC8294F99C}">
      <dsp:nvSpPr>
        <dsp:cNvPr id="0" name=""/>
        <dsp:cNvSpPr/>
      </dsp:nvSpPr>
      <dsp:spPr>
        <a:xfrm>
          <a:off x="561097" y="140157"/>
          <a:ext cx="4097172" cy="4097172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54DD5-F752-4239-901A-C38BB2DEF274}">
      <dsp:nvSpPr>
        <dsp:cNvPr id="0" name=""/>
        <dsp:cNvSpPr/>
      </dsp:nvSpPr>
      <dsp:spPr>
        <a:xfrm>
          <a:off x="592770" y="42968"/>
          <a:ext cx="4097172" cy="4097172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E2BC5-0C4B-4A2D-9324-9C7F3C92864C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EFC3-19E6-4CC4-A44F-FC69B4DCB28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9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5/8/2026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5/8/2026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6190067"/>
            <a:ext cx="12192000" cy="66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9" name="Google Shape;29;p4" descr="{&quot;templafy&quot;:{&quot;id&quot;:&quot;43ceaf7c-c121-410b-a8f1-4905349c9834&quot;}}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567" y="6403467"/>
            <a:ext cx="994035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4833" y="767933"/>
            <a:ext cx="11254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69229" y="2127700"/>
            <a:ext cx="10473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5/8/2026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  <p:sldLayoutId id="2147483683" r:id="rId13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ffsec.com/metasploit-unleashed/msfconsole-commands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0" dirty="0"/>
              <a:t>Penetration </a:t>
            </a:r>
            <a:r>
              <a:rPr lang="da-DK" noProof="0" dirty="0" err="1"/>
              <a:t>testing</a:t>
            </a:r>
            <a:r>
              <a:rPr lang="da-DK" noProof="0" dirty="0"/>
              <a:t> </a:t>
            </a:r>
            <a:r>
              <a:rPr lang="da-DK" dirty="0"/>
              <a:t>i </a:t>
            </a:r>
            <a:r>
              <a:rPr lang="da-DK" dirty="0" err="1"/>
              <a:t>Metasploitable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 kapitel 7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02901-15EA-7EF8-B64E-18FC3547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 err="1"/>
              <a:t>Pentest</a:t>
            </a:r>
            <a:r>
              <a:rPr lang="da-DK" noProof="0" dirty="0"/>
              <a:t>-cirklen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98A0ABFD-C9C5-7C18-D57C-638C1E3B69E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92759225"/>
              </p:ext>
            </p:extLst>
          </p:nvPr>
        </p:nvGraphicFramePr>
        <p:xfrm>
          <a:off x="609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858184-F970-BBE0-6F34-B0D5A25804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31721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87E2CB-72AB-181B-8281-B119FCF8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Metasploit</a:t>
            </a:r>
            <a:r>
              <a:rPr lang="da-DK" dirty="0"/>
              <a:t> </a:t>
            </a:r>
            <a:r>
              <a:rPr lang="da-DK"/>
              <a:t>Framework konsol (</a:t>
            </a:r>
            <a:r>
              <a:rPr lang="da-DK" dirty="0" err="1"/>
              <a:t>msfconsole</a:t>
            </a:r>
            <a:r>
              <a:rPr lang="da-DK" dirty="0"/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F649540-8ACA-D1D0-0A7B-7BE8BE9DDB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sz="2400" dirty="0"/>
              <a:t>Giver adgang til moduler: </a:t>
            </a:r>
          </a:p>
          <a:p>
            <a:r>
              <a:rPr lang="da-DK" sz="2400" i="1" dirty="0" err="1"/>
              <a:t>Auxiliære</a:t>
            </a:r>
            <a:r>
              <a:rPr lang="da-DK" sz="2400" i="1" dirty="0"/>
              <a:t> scannere</a:t>
            </a:r>
            <a:r>
              <a:rPr lang="da-DK" sz="2400" dirty="0"/>
              <a:t>: Værktøjer til oplysningssamling og scanning</a:t>
            </a:r>
          </a:p>
          <a:p>
            <a:r>
              <a:rPr lang="da-DK" sz="2400" i="1" dirty="0" err="1"/>
              <a:t>Exploits</a:t>
            </a:r>
            <a:r>
              <a:rPr lang="da-DK" sz="2400" dirty="0"/>
              <a:t>: Kode, der udnytter en sårbarhed til at få adgang (midlet)</a:t>
            </a:r>
          </a:p>
          <a:p>
            <a:r>
              <a:rPr lang="da-DK" sz="2400" i="1" dirty="0" err="1"/>
              <a:t>Payloads</a:t>
            </a:r>
            <a:r>
              <a:rPr lang="da-DK" sz="2400" dirty="0"/>
              <a:t>: Kode, der eksekveres på målsystemet efter at </a:t>
            </a:r>
            <a:r>
              <a:rPr lang="da-DK" sz="2400" dirty="0" err="1"/>
              <a:t>exploitet</a:t>
            </a:r>
            <a:r>
              <a:rPr lang="da-DK" sz="2400" dirty="0"/>
              <a:t> er lykkedes til </a:t>
            </a:r>
            <a:r>
              <a:rPr lang="da-DK" sz="2400"/>
              <a:t>at opnå målet</a:t>
            </a:r>
            <a:endParaRPr lang="da-DK" sz="2400" dirty="0"/>
          </a:p>
          <a:p>
            <a:r>
              <a:rPr lang="da-DK" sz="2400" i="1" dirty="0"/>
              <a:t>Encoders</a:t>
            </a:r>
            <a:r>
              <a:rPr lang="da-DK" sz="2400" dirty="0"/>
              <a:t>: Værktøjer til at maskere </a:t>
            </a:r>
            <a:r>
              <a:rPr lang="da-DK" sz="2400" dirty="0" err="1"/>
              <a:t>payloadens</a:t>
            </a:r>
            <a:r>
              <a:rPr lang="da-DK" sz="2400" dirty="0"/>
              <a:t> udseende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860FA19-29A9-2FBF-8686-72919E2000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sz="2400" dirty="0"/>
              <a:t>Kommandoer:</a:t>
            </a:r>
          </a:p>
          <a:p>
            <a:r>
              <a:rPr lang="da-DK" sz="2400" i="1" dirty="0" err="1"/>
              <a:t>search</a:t>
            </a:r>
            <a:r>
              <a:rPr lang="da-DK" sz="2400" dirty="0"/>
              <a:t>: Finder moduler baseret på navn/CVE-numre</a:t>
            </a:r>
          </a:p>
          <a:p>
            <a:r>
              <a:rPr lang="da-DK" sz="2400" i="1" dirty="0" err="1"/>
              <a:t>use</a:t>
            </a:r>
            <a:r>
              <a:rPr lang="da-DK" sz="2400" dirty="0"/>
              <a:t>: Indlæser et modul</a:t>
            </a:r>
          </a:p>
          <a:p>
            <a:r>
              <a:rPr lang="da-DK" sz="2400" i="1" dirty="0"/>
              <a:t>show</a:t>
            </a:r>
            <a:r>
              <a:rPr lang="da-DK" sz="2400" dirty="0"/>
              <a:t>: Viser tilgængelige </a:t>
            </a:r>
            <a:r>
              <a:rPr lang="da-DK" sz="2400" dirty="0" err="1"/>
              <a:t>payloads</a:t>
            </a:r>
            <a:r>
              <a:rPr lang="da-DK" sz="2400" dirty="0"/>
              <a:t> eller </a:t>
            </a:r>
            <a:r>
              <a:rPr lang="da-DK" sz="2400" dirty="0" err="1"/>
              <a:t>exploits</a:t>
            </a:r>
            <a:r>
              <a:rPr lang="da-DK" sz="2400" dirty="0"/>
              <a:t> (show options)</a:t>
            </a:r>
          </a:p>
          <a:p>
            <a:r>
              <a:rPr lang="da-DK" sz="2400" i="1" dirty="0"/>
              <a:t>set</a:t>
            </a:r>
            <a:r>
              <a:rPr lang="da-DK" sz="2400" dirty="0"/>
              <a:t>: Indstiller parametre som mål-IP (RHOSTS) eller lokal-IP (LHOST)</a:t>
            </a:r>
          </a:p>
          <a:p>
            <a:r>
              <a:rPr lang="da-DK" sz="2400" i="1" dirty="0"/>
              <a:t>run</a:t>
            </a:r>
            <a:r>
              <a:rPr lang="da-DK" sz="2400" dirty="0"/>
              <a:t> eller </a:t>
            </a:r>
            <a:r>
              <a:rPr lang="da-DK" sz="2400" i="1" dirty="0" err="1"/>
              <a:t>exploit</a:t>
            </a:r>
            <a:r>
              <a:rPr lang="da-DK" sz="2400" dirty="0"/>
              <a:t>: Eksekverer det indlæste modul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BD9BEB80-086B-81E5-8954-81EB91767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70583"/>
            <a:ext cx="5381625" cy="3371850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EDBFAB47-96D6-E30E-CFD2-871E7597C57F}"/>
              </a:ext>
            </a:extLst>
          </p:cNvPr>
          <p:cNvSpPr txBox="1"/>
          <p:nvPr/>
        </p:nvSpPr>
        <p:spPr>
          <a:xfrm>
            <a:off x="609600" y="6268670"/>
            <a:ext cx="863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solidFill>
                  <a:schemeClr val="bg1"/>
                </a:solidFill>
                <a:hlinkClick r:id="rId3"/>
              </a:rPr>
              <a:t>https://www.offsec.com/metasploit-unleashed/msfconsole-commands/</a:t>
            </a:r>
            <a:r>
              <a:rPr lang="da-DK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151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4D2E3AD-C975-CD2C-F919-5854518A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Øvelser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5C4BA5C-BEC6-0A76-512E-015017BC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SIK-14-Øvelser i penetration test med Kali Linux</a:t>
            </a:r>
          </a:p>
        </p:txBody>
      </p:sp>
    </p:spTree>
    <p:extLst>
      <p:ext uri="{BB962C8B-B14F-4D97-AF65-F5344CB8AC3E}">
        <p14:creationId xmlns:p14="http://schemas.microsoft.com/office/powerpoint/2010/main" val="3768785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284927-4404-4454-8048-D7D9B0F25498}"/>
</file>

<file path=customXml/itemProps3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2033</TotalTime>
  <Words>159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Office-tema</vt:lpstr>
      <vt:lpstr>Penetration testing i Metasploitable</vt:lpstr>
      <vt:lpstr>Pentest-cirklen</vt:lpstr>
      <vt:lpstr>Metasploit Framework konsol (msfconsole)</vt:lpstr>
      <vt:lpstr>Øvelser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2026-05-08T07:13:10Z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</Properties>
</file>