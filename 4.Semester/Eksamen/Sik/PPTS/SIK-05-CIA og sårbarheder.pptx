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295" r:id="rId5"/>
    <p:sldId id="296" r:id="rId6"/>
    <p:sldId id="297" r:id="rId7"/>
    <p:sldId id="298" r:id="rId8"/>
    <p:sldId id="300" r:id="rId9"/>
    <p:sldId id="301" r:id="rId10"/>
    <p:sldId id="299" r:id="rId11"/>
    <p:sldId id="30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13E3A5-D512-402C-950E-4C65C9D823C1}" v="26" dt="2026-02-26T08:01:43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ne Nørholt Brødsgaard Hansen" userId="S::trije01@eamv.dk::1fa9aab0-b870-4f6c-95b5-0dd2f83cfbca" providerId="AD" clId="Web-{B9A84291-7AC6-9841-0F6D-97C2FC123E90}"/>
    <pc:docChg chg="addSld delSld">
      <pc:chgData name="Trine Nørholt Brødsgaard Hansen" userId="S::trije01@eamv.dk::1fa9aab0-b870-4f6c-95b5-0dd2f83cfbca" providerId="AD" clId="Web-{B9A84291-7AC6-9841-0F6D-97C2FC123E90}" dt="2026-01-29T13:41:51.174" v="1"/>
      <pc:docMkLst>
        <pc:docMk/>
      </pc:docMkLst>
    </pc:docChg>
  </pc:docChgLst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2-26T08:01:58.613" v="13000" actId="20577"/>
      <pc:docMkLst>
        <pc:docMk/>
      </pc:docMkLst>
      <pc:sldChg chg="addSp delSp modSp new mod modClrScheme chgLayout">
        <pc:chgData name="Jesper Buch Poignée" userId="e9c179cb-b07f-48e2-8bc5-99357f35e469" providerId="ADAL" clId="{0FA08CF4-302B-405B-A75E-5DF504EDE4A1}" dt="2026-02-24T13:52:01.226" v="12214" actId="20577"/>
        <pc:sldMkLst>
          <pc:docMk/>
          <pc:sldMk cId="882084974" sldId="295"/>
        </pc:sldMkLst>
        <pc:spChg chg="add mod ord">
          <ac:chgData name="Jesper Buch Poignée" userId="e9c179cb-b07f-48e2-8bc5-99357f35e469" providerId="ADAL" clId="{0FA08CF4-302B-405B-A75E-5DF504EDE4A1}" dt="2026-02-24T13:51:34.557" v="12200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2-24T13:52:01.226" v="12214" actId="20577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mod">
        <pc:chgData name="Jesper Buch Poignée" userId="e9c179cb-b07f-48e2-8bc5-99357f35e469" providerId="ADAL" clId="{0FA08CF4-302B-405B-A75E-5DF504EDE4A1}" dt="2026-02-24T14:32:04.148" v="12232" actId="20577"/>
        <pc:sldMkLst>
          <pc:docMk/>
          <pc:sldMk cId="2584677224" sldId="296"/>
        </pc:sldMkLst>
        <pc:spChg chg="mod">
          <ac:chgData name="Jesper Buch Poignée" userId="e9c179cb-b07f-48e2-8bc5-99357f35e469" providerId="ADAL" clId="{0FA08CF4-302B-405B-A75E-5DF504EDE4A1}" dt="2026-02-24T14:32:04.148" v="12232" actId="20577"/>
          <ac:spMkLst>
            <pc:docMk/>
            <pc:sldMk cId="2584677224" sldId="296"/>
            <ac:spMk id="2" creationId="{9F7A7E60-C1E9-7F53-E695-49942C958C19}"/>
          </ac:spMkLst>
        </pc:spChg>
        <pc:spChg chg="mod">
          <ac:chgData name="Jesper Buch Poignée" userId="e9c179cb-b07f-48e2-8bc5-99357f35e469" providerId="ADAL" clId="{0FA08CF4-302B-405B-A75E-5DF504EDE4A1}" dt="2026-02-24T14:31:59.467" v="12218" actId="5793"/>
          <ac:spMkLst>
            <pc:docMk/>
            <pc:sldMk cId="2584677224" sldId="296"/>
            <ac:spMk id="3" creationId="{61C804CF-522B-49E2-5AD3-D649397D39FD}"/>
          </ac:spMkLst>
        </pc:spChg>
      </pc:sldChg>
      <pc:sldChg chg="addSp modSp new mod modClrScheme modAnim chgLayout">
        <pc:chgData name="Jesper Buch Poignée" userId="e9c179cb-b07f-48e2-8bc5-99357f35e469" providerId="ADAL" clId="{0FA08CF4-302B-405B-A75E-5DF504EDE4A1}" dt="2026-02-26T08:01:43.294" v="12999" actId="20577"/>
        <pc:sldMkLst>
          <pc:docMk/>
          <pc:sldMk cId="1592924347" sldId="297"/>
        </pc:sldMkLst>
        <pc:spChg chg="mod ord">
          <ac:chgData name="Jesper Buch Poignée" userId="e9c179cb-b07f-48e2-8bc5-99357f35e469" providerId="ADAL" clId="{0FA08CF4-302B-405B-A75E-5DF504EDE4A1}" dt="2026-02-24T19:58:54.050" v="12765" actId="20577"/>
          <ac:spMkLst>
            <pc:docMk/>
            <pc:sldMk cId="1592924347" sldId="297"/>
            <ac:spMk id="2" creationId="{CEDC8A68-8E0E-D13F-AC09-B650CEFA7242}"/>
          </ac:spMkLst>
        </pc:spChg>
        <pc:spChg chg="mod ord">
          <ac:chgData name="Jesper Buch Poignée" userId="e9c179cb-b07f-48e2-8bc5-99357f35e469" providerId="ADAL" clId="{0FA08CF4-302B-405B-A75E-5DF504EDE4A1}" dt="2026-02-24T14:34:47.789" v="12464" actId="113"/>
          <ac:spMkLst>
            <pc:docMk/>
            <pc:sldMk cId="1592924347" sldId="297"/>
            <ac:spMk id="3" creationId="{575E06F6-8DFB-38D3-8F76-A957E736AD1F}"/>
          </ac:spMkLst>
        </pc:spChg>
        <pc:spChg chg="add mod ord">
          <ac:chgData name="Jesper Buch Poignée" userId="e9c179cb-b07f-48e2-8bc5-99357f35e469" providerId="ADAL" clId="{0FA08CF4-302B-405B-A75E-5DF504EDE4A1}" dt="2026-02-26T08:01:43.294" v="12999" actId="20577"/>
          <ac:spMkLst>
            <pc:docMk/>
            <pc:sldMk cId="1592924347" sldId="297"/>
            <ac:spMk id="4" creationId="{7F20F7D2-B906-31E6-8851-3C66CB2CC9A3}"/>
          </ac:spMkLst>
        </pc:spChg>
      </pc:sldChg>
      <pc:sldChg chg="addSp delSp modSp new mod">
        <pc:chgData name="Jesper Buch Poignée" userId="e9c179cb-b07f-48e2-8bc5-99357f35e469" providerId="ADAL" clId="{0FA08CF4-302B-405B-A75E-5DF504EDE4A1}" dt="2026-02-26T08:01:58.613" v="13000" actId="20577"/>
        <pc:sldMkLst>
          <pc:docMk/>
          <pc:sldMk cId="3003376513" sldId="298"/>
        </pc:sldMkLst>
        <pc:spChg chg="mod">
          <ac:chgData name="Jesper Buch Poignée" userId="e9c179cb-b07f-48e2-8bc5-99357f35e469" providerId="ADAL" clId="{0FA08CF4-302B-405B-A75E-5DF504EDE4A1}" dt="2026-02-24T14:35:38.897" v="12501" actId="20577"/>
          <ac:spMkLst>
            <pc:docMk/>
            <pc:sldMk cId="3003376513" sldId="298"/>
            <ac:spMk id="2" creationId="{1DAF9830-D24D-7935-E021-932ACA2F005A}"/>
          </ac:spMkLst>
        </pc:spChg>
        <pc:spChg chg="mod">
          <ac:chgData name="Jesper Buch Poignée" userId="e9c179cb-b07f-48e2-8bc5-99357f35e469" providerId="ADAL" clId="{0FA08CF4-302B-405B-A75E-5DF504EDE4A1}" dt="2026-02-26T08:01:58.613" v="13000" actId="20577"/>
          <ac:spMkLst>
            <pc:docMk/>
            <pc:sldMk cId="3003376513" sldId="298"/>
            <ac:spMk id="3" creationId="{2C9F2EF0-B8D3-416F-CC52-441C39B32136}"/>
          </ac:spMkLst>
        </pc:spChg>
        <pc:graphicFrameChg chg="add mod modGraphic">
          <ac:chgData name="Jesper Buch Poignée" userId="e9c179cb-b07f-48e2-8bc5-99357f35e469" providerId="ADAL" clId="{0FA08CF4-302B-405B-A75E-5DF504EDE4A1}" dt="2026-02-24T14:38:44.387" v="12757" actId="20577"/>
          <ac:graphicFrameMkLst>
            <pc:docMk/>
            <pc:sldMk cId="3003376513" sldId="298"/>
            <ac:graphicFrameMk id="5" creationId="{6DBEBD0F-72CF-64A3-64DD-56E1DFAA01AB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2-24T20:17:22.401" v="12969" actId="20577"/>
        <pc:sldMkLst>
          <pc:docMk/>
          <pc:sldMk cId="2068699368" sldId="299"/>
        </pc:sldMkLst>
        <pc:spChg chg="add mod ord">
          <ac:chgData name="Jesper Buch Poignée" userId="e9c179cb-b07f-48e2-8bc5-99357f35e469" providerId="ADAL" clId="{0FA08CF4-302B-405B-A75E-5DF504EDE4A1}" dt="2026-02-24T20:13:52.859" v="12928"/>
          <ac:spMkLst>
            <pc:docMk/>
            <pc:sldMk cId="2068699368" sldId="299"/>
            <ac:spMk id="5" creationId="{CB93375B-5B73-706A-E625-0787B0EAE9EB}"/>
          </ac:spMkLst>
        </pc:spChg>
        <pc:graphicFrameChg chg="add mod ord modGraphic">
          <ac:chgData name="Jesper Buch Poignée" userId="e9c179cb-b07f-48e2-8bc5-99357f35e469" providerId="ADAL" clId="{0FA08CF4-302B-405B-A75E-5DF504EDE4A1}" dt="2026-02-24T20:17:22.401" v="12969" actId="20577"/>
          <ac:graphicFrameMkLst>
            <pc:docMk/>
            <pc:sldMk cId="2068699368" sldId="299"/>
            <ac:graphicFrameMk id="7" creationId="{4E843C86-75D0-2C5C-9ABC-EB340B80DAA4}"/>
          </ac:graphicFrameMkLst>
        </pc:graphicFrameChg>
      </pc:sldChg>
      <pc:sldChg chg="addSp delSp modSp new mod modClrScheme chgLayout">
        <pc:chgData name="Jesper Buch Poignée" userId="e9c179cb-b07f-48e2-8bc5-99357f35e469" providerId="ADAL" clId="{0FA08CF4-302B-405B-A75E-5DF504EDE4A1}" dt="2026-02-24T20:11:45.752" v="12878" actId="113"/>
        <pc:sldMkLst>
          <pc:docMk/>
          <pc:sldMk cId="3814924401" sldId="300"/>
        </pc:sldMkLst>
        <pc:spChg chg="mod ord">
          <ac:chgData name="Jesper Buch Poignée" userId="e9c179cb-b07f-48e2-8bc5-99357f35e469" providerId="ADAL" clId="{0FA08CF4-302B-405B-A75E-5DF504EDE4A1}" dt="2026-02-24T20:10:59.544" v="12853" actId="700"/>
          <ac:spMkLst>
            <pc:docMk/>
            <pc:sldMk cId="3814924401" sldId="300"/>
            <ac:spMk id="2" creationId="{230F5BFF-D5B1-FEE7-78BA-7417EF44491B}"/>
          </ac:spMkLst>
        </pc:spChg>
        <pc:spChg chg="add del mod ord">
          <ac:chgData name="Jesper Buch Poignée" userId="e9c179cb-b07f-48e2-8bc5-99357f35e469" providerId="ADAL" clId="{0FA08CF4-302B-405B-A75E-5DF504EDE4A1}" dt="2026-02-24T20:11:10.074" v="12863" actId="113"/>
          <ac:spMkLst>
            <pc:docMk/>
            <pc:sldMk cId="3814924401" sldId="300"/>
            <ac:spMk id="3" creationId="{50CE5F8A-5DF7-C6A6-E941-156CAC2E04F4}"/>
          </ac:spMkLst>
        </pc:spChg>
        <pc:spChg chg="add del mod">
          <ac:chgData name="Jesper Buch Poignée" userId="e9c179cb-b07f-48e2-8bc5-99357f35e469" providerId="ADAL" clId="{0FA08CF4-302B-405B-A75E-5DF504EDE4A1}" dt="2026-02-24T20:11:45.752" v="12878" actId="113"/>
          <ac:spMkLst>
            <pc:docMk/>
            <pc:sldMk cId="3814924401" sldId="300"/>
            <ac:spMk id="4" creationId="{0F1BC834-9BBB-3493-CB1B-D84C35258C02}"/>
          </ac:spMkLst>
        </pc:spChg>
      </pc:sldChg>
      <pc:sldChg chg="addSp delSp modSp new mod modClrScheme chgLayout">
        <pc:chgData name="Jesper Buch Poignée" userId="e9c179cb-b07f-48e2-8bc5-99357f35e469" providerId="ADAL" clId="{0FA08CF4-302B-405B-A75E-5DF504EDE4A1}" dt="2026-02-25T06:55:02.419" v="12971" actId="13782"/>
        <pc:sldMkLst>
          <pc:docMk/>
          <pc:sldMk cId="1756703590" sldId="301"/>
        </pc:sldMkLst>
        <pc:spChg chg="mod ord">
          <ac:chgData name="Jesper Buch Poignée" userId="e9c179cb-b07f-48e2-8bc5-99357f35e469" providerId="ADAL" clId="{0FA08CF4-302B-405B-A75E-5DF504EDE4A1}" dt="2026-02-24T20:12:56.586" v="12909" actId="700"/>
          <ac:spMkLst>
            <pc:docMk/>
            <pc:sldMk cId="1756703590" sldId="301"/>
            <ac:spMk id="2" creationId="{46CDAE9D-0EC1-FD67-894F-D7F6F80A2DC3}"/>
          </ac:spMkLst>
        </pc:spChg>
        <pc:graphicFrameChg chg="add mod modGraphic">
          <ac:chgData name="Jesper Buch Poignée" userId="e9c179cb-b07f-48e2-8bc5-99357f35e469" providerId="ADAL" clId="{0FA08CF4-302B-405B-A75E-5DF504EDE4A1}" dt="2026-02-25T06:55:02.419" v="12971" actId="13782"/>
          <ac:graphicFrameMkLst>
            <pc:docMk/>
            <pc:sldMk cId="1756703590" sldId="301"/>
            <ac:graphicFrameMk id="6" creationId="{FD54F536-5E0B-B426-8942-51757459EC94}"/>
          </ac:graphicFrameMkLst>
        </pc:graphicFrameChg>
      </pc:sldChg>
      <pc:sldChg chg="modSp new mod">
        <pc:chgData name="Jesper Buch Poignée" userId="e9c179cb-b07f-48e2-8bc5-99357f35e469" providerId="ADAL" clId="{0FA08CF4-302B-405B-A75E-5DF504EDE4A1}" dt="2026-02-25T06:55:50.800" v="12973"/>
        <pc:sldMkLst>
          <pc:docMk/>
          <pc:sldMk cId="4076912737" sldId="302"/>
        </pc:sldMkLst>
        <pc:spChg chg="mod">
          <ac:chgData name="Jesper Buch Poignée" userId="e9c179cb-b07f-48e2-8bc5-99357f35e469" providerId="ADAL" clId="{0FA08CF4-302B-405B-A75E-5DF504EDE4A1}" dt="2026-02-24T20:14:01.524" v="12935" actId="20577"/>
          <ac:spMkLst>
            <pc:docMk/>
            <pc:sldMk cId="4076912737" sldId="302"/>
            <ac:spMk id="2" creationId="{AA687E63-76CB-1EB7-B2D6-8B84E85A1C53}"/>
          </ac:spMkLst>
        </pc:spChg>
        <pc:spChg chg="mod">
          <ac:chgData name="Jesper Buch Poignée" userId="e9c179cb-b07f-48e2-8bc5-99357f35e469" providerId="ADAL" clId="{0FA08CF4-302B-405B-A75E-5DF504EDE4A1}" dt="2026-02-25T06:55:50.800" v="12973"/>
          <ac:spMkLst>
            <pc:docMk/>
            <pc:sldMk cId="4076912737" sldId="302"/>
            <ac:spMk id="3" creationId="{71BD23A5-1B2E-4C86-E4D6-2DB76F1B9DB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5C1C9E-90B2-40EB-84CC-006A5B22C6FD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E18F2E43-168B-4031-AFC5-C9BA2F732D43}">
      <dgm:prSet phldrT="[Tekst]" phldr="0"/>
      <dgm:spPr/>
      <dgm:t>
        <a:bodyPr/>
        <a:lstStyle/>
        <a:p>
          <a:r>
            <a:rPr lang="da-DK"/>
            <a:t>Netværksenheder</a:t>
          </a:r>
        </a:p>
      </dgm:t>
    </dgm:pt>
    <dgm:pt modelId="{CEB446FD-1BF9-4F8D-AB90-F3268A547CF2}" type="parTrans" cxnId="{8F02BD20-24D7-47A3-8182-D26B11A0D43D}">
      <dgm:prSet/>
      <dgm:spPr/>
      <dgm:t>
        <a:bodyPr/>
        <a:lstStyle/>
        <a:p>
          <a:endParaRPr lang="da-DK"/>
        </a:p>
      </dgm:t>
    </dgm:pt>
    <dgm:pt modelId="{4EB04C67-9A6F-473B-A5AE-DE8DF672B12D}" type="sibTrans" cxnId="{8F02BD20-24D7-47A3-8182-D26B11A0D43D}">
      <dgm:prSet/>
      <dgm:spPr/>
      <dgm:t>
        <a:bodyPr/>
        <a:lstStyle/>
        <a:p>
          <a:endParaRPr lang="da-DK"/>
        </a:p>
      </dgm:t>
    </dgm:pt>
    <dgm:pt modelId="{DB3AB6A0-C913-430D-AC0B-8033E3D4ADF6}">
      <dgm:prSet phldrT="[Tekst]" phldr="0"/>
      <dgm:spPr/>
      <dgm:t>
        <a:bodyPr/>
        <a:lstStyle/>
        <a:p>
          <a:r>
            <a:rPr lang="da-DK"/>
            <a:t>Computerhardware</a:t>
          </a:r>
        </a:p>
      </dgm:t>
    </dgm:pt>
    <dgm:pt modelId="{BB009837-8991-4E70-97E4-A96CB4C4222C}" type="parTrans" cxnId="{9238FDA9-108F-4ADE-AF3B-436442CF764C}">
      <dgm:prSet/>
      <dgm:spPr/>
      <dgm:t>
        <a:bodyPr/>
        <a:lstStyle/>
        <a:p>
          <a:endParaRPr lang="da-DK"/>
        </a:p>
      </dgm:t>
    </dgm:pt>
    <dgm:pt modelId="{5B1F859D-5505-4FA0-8006-BCCAF76E4F3C}" type="sibTrans" cxnId="{9238FDA9-108F-4ADE-AF3B-436442CF764C}">
      <dgm:prSet/>
      <dgm:spPr/>
      <dgm:t>
        <a:bodyPr/>
        <a:lstStyle/>
        <a:p>
          <a:endParaRPr lang="da-DK"/>
        </a:p>
      </dgm:t>
    </dgm:pt>
    <dgm:pt modelId="{83C6AC50-7B8C-4A6F-A9B3-44F153C43114}">
      <dgm:prSet phldrT="[Tekst]" phldr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 dirty="0"/>
            <a:t>Websites og </a:t>
          </a:r>
          <a:r>
            <a:rPr lang="da-DK" dirty="0" err="1"/>
            <a:t>webservere</a:t>
          </a:r>
          <a:r>
            <a:rPr lang="da-DK" dirty="0"/>
            <a:t> (software)</a:t>
          </a:r>
        </a:p>
      </dgm:t>
    </dgm:pt>
    <dgm:pt modelId="{26D4BF42-66A6-4FAF-BDC1-F2750374915D}" type="parTrans" cxnId="{9F43D8B9-593D-4725-92B7-A673A5B2D71B}">
      <dgm:prSet/>
      <dgm:spPr/>
      <dgm:t>
        <a:bodyPr/>
        <a:lstStyle/>
        <a:p>
          <a:endParaRPr lang="da-DK"/>
        </a:p>
      </dgm:t>
    </dgm:pt>
    <dgm:pt modelId="{13378A84-0E09-4E47-9A60-9B5F48F9BE8B}" type="sibTrans" cxnId="{9F43D8B9-593D-4725-92B7-A673A5B2D71B}">
      <dgm:prSet/>
      <dgm:spPr/>
      <dgm:t>
        <a:bodyPr/>
        <a:lstStyle/>
        <a:p>
          <a:endParaRPr lang="da-DK"/>
        </a:p>
      </dgm:t>
    </dgm:pt>
    <dgm:pt modelId="{21A86F90-D272-4E6F-81E8-ACA5A81BA7A7}">
      <dgm:prSet phldrT="[Tekst]" phldr="0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da-DK"/>
            <a:t>Medarbejdere</a:t>
          </a:r>
        </a:p>
      </dgm:t>
    </dgm:pt>
    <dgm:pt modelId="{C3D11487-8A85-4046-AFE2-05BDB3DF20D4}" type="parTrans" cxnId="{0BBEF3CA-1ABD-4DAE-BD87-021F743830FD}">
      <dgm:prSet/>
      <dgm:spPr/>
      <dgm:t>
        <a:bodyPr/>
        <a:lstStyle/>
        <a:p>
          <a:endParaRPr lang="da-DK"/>
        </a:p>
      </dgm:t>
    </dgm:pt>
    <dgm:pt modelId="{473FE635-F8E8-437E-B065-1890EBFA998D}" type="sibTrans" cxnId="{0BBEF3CA-1ABD-4DAE-BD87-021F743830FD}">
      <dgm:prSet/>
      <dgm:spPr/>
      <dgm:t>
        <a:bodyPr/>
        <a:lstStyle/>
        <a:p>
          <a:endParaRPr lang="da-DK"/>
        </a:p>
      </dgm:t>
    </dgm:pt>
    <dgm:pt modelId="{1B295679-9116-415C-A5F8-2A18FEFEA633}">
      <dgm:prSet phldrT="[Tekst]" phldr="0"/>
      <dgm:spPr/>
      <dgm:t>
        <a:bodyPr/>
        <a:lstStyle/>
        <a:p>
          <a:r>
            <a:rPr lang="da-DK"/>
            <a:t>Fysiske lokationer</a:t>
          </a:r>
        </a:p>
      </dgm:t>
    </dgm:pt>
    <dgm:pt modelId="{7787EEF4-0BDD-4FDE-B582-287B53A3EBB4}" type="parTrans" cxnId="{1DC3920A-78B9-4F17-AFDD-7C35FA54AD42}">
      <dgm:prSet/>
      <dgm:spPr/>
      <dgm:t>
        <a:bodyPr/>
        <a:lstStyle/>
        <a:p>
          <a:endParaRPr lang="da-DK"/>
        </a:p>
      </dgm:t>
    </dgm:pt>
    <dgm:pt modelId="{1386F299-36C1-41B0-846F-7D8735B91820}" type="sibTrans" cxnId="{1DC3920A-78B9-4F17-AFDD-7C35FA54AD42}">
      <dgm:prSet/>
      <dgm:spPr/>
      <dgm:t>
        <a:bodyPr/>
        <a:lstStyle/>
        <a:p>
          <a:endParaRPr lang="da-DK"/>
        </a:p>
      </dgm:t>
    </dgm:pt>
    <dgm:pt modelId="{10DE0C7B-83C5-4651-A1E9-49245A1063B7}" type="pres">
      <dgm:prSet presAssocID="{4F5C1C9E-90B2-40EB-84CC-006A5B22C6FD}" presName="linear" presStyleCnt="0">
        <dgm:presLayoutVars>
          <dgm:animLvl val="lvl"/>
          <dgm:resizeHandles val="exact"/>
        </dgm:presLayoutVars>
      </dgm:prSet>
      <dgm:spPr/>
    </dgm:pt>
    <dgm:pt modelId="{A39B546E-5857-4D76-B5D3-6C8A86FABCCD}" type="pres">
      <dgm:prSet presAssocID="{E18F2E43-168B-4031-AFC5-C9BA2F732D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9FBEF90-F986-4BF8-AD4A-43AF00C1571C}" type="pres">
      <dgm:prSet presAssocID="{4EB04C67-9A6F-473B-A5AE-DE8DF672B12D}" presName="spacer" presStyleCnt="0"/>
      <dgm:spPr/>
    </dgm:pt>
    <dgm:pt modelId="{886FA431-E428-453F-B700-CABC40BCCF9D}" type="pres">
      <dgm:prSet presAssocID="{DB3AB6A0-C913-430D-AC0B-8033E3D4ADF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855B81C-DFF1-47B1-AE76-E578E8F5A175}" type="pres">
      <dgm:prSet presAssocID="{5B1F859D-5505-4FA0-8006-BCCAF76E4F3C}" presName="spacer" presStyleCnt="0"/>
      <dgm:spPr/>
    </dgm:pt>
    <dgm:pt modelId="{F6DC8C25-16D4-4DAA-B448-0F93C0D093CC}" type="pres">
      <dgm:prSet presAssocID="{83C6AC50-7B8C-4A6F-A9B3-44F153C431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4E408A3-29E5-4EA9-8F3E-FD94086889E5}" type="pres">
      <dgm:prSet presAssocID="{13378A84-0E09-4E47-9A60-9B5F48F9BE8B}" presName="spacer" presStyleCnt="0"/>
      <dgm:spPr/>
    </dgm:pt>
    <dgm:pt modelId="{2F88BEDB-042F-41E7-809B-ED376CF95C52}" type="pres">
      <dgm:prSet presAssocID="{21A86F90-D272-4E6F-81E8-ACA5A81BA7A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ED2F4A-F60D-45DE-A95A-4DD3434BA9DF}" type="pres">
      <dgm:prSet presAssocID="{473FE635-F8E8-437E-B065-1890EBFA998D}" presName="spacer" presStyleCnt="0"/>
      <dgm:spPr/>
    </dgm:pt>
    <dgm:pt modelId="{04FB9AD5-3606-40DC-9956-3908F059D582}" type="pres">
      <dgm:prSet presAssocID="{1B295679-9116-415C-A5F8-2A18FEFEA63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DC3920A-78B9-4F17-AFDD-7C35FA54AD42}" srcId="{4F5C1C9E-90B2-40EB-84CC-006A5B22C6FD}" destId="{1B295679-9116-415C-A5F8-2A18FEFEA633}" srcOrd="4" destOrd="0" parTransId="{7787EEF4-0BDD-4FDE-B582-287B53A3EBB4}" sibTransId="{1386F299-36C1-41B0-846F-7D8735B91820}"/>
    <dgm:cxn modelId="{8F02BD20-24D7-47A3-8182-D26B11A0D43D}" srcId="{4F5C1C9E-90B2-40EB-84CC-006A5B22C6FD}" destId="{E18F2E43-168B-4031-AFC5-C9BA2F732D43}" srcOrd="0" destOrd="0" parTransId="{CEB446FD-1BF9-4F8D-AB90-F3268A547CF2}" sibTransId="{4EB04C67-9A6F-473B-A5AE-DE8DF672B12D}"/>
    <dgm:cxn modelId="{FB76F669-C051-4654-BA15-DE2CBAD0F0E4}" type="presOf" srcId="{4F5C1C9E-90B2-40EB-84CC-006A5B22C6FD}" destId="{10DE0C7B-83C5-4651-A1E9-49245A1063B7}" srcOrd="0" destOrd="0" presId="urn:microsoft.com/office/officeart/2005/8/layout/vList2"/>
    <dgm:cxn modelId="{EF897A83-2EBA-440F-B10E-BE45F705D9FF}" type="presOf" srcId="{1B295679-9116-415C-A5F8-2A18FEFEA633}" destId="{04FB9AD5-3606-40DC-9956-3908F059D582}" srcOrd="0" destOrd="0" presId="urn:microsoft.com/office/officeart/2005/8/layout/vList2"/>
    <dgm:cxn modelId="{90751C8D-E431-4E39-8232-4C39F81EFE2C}" type="presOf" srcId="{E18F2E43-168B-4031-AFC5-C9BA2F732D43}" destId="{A39B546E-5857-4D76-B5D3-6C8A86FABCCD}" srcOrd="0" destOrd="0" presId="urn:microsoft.com/office/officeart/2005/8/layout/vList2"/>
    <dgm:cxn modelId="{9238FDA9-108F-4ADE-AF3B-436442CF764C}" srcId="{4F5C1C9E-90B2-40EB-84CC-006A5B22C6FD}" destId="{DB3AB6A0-C913-430D-AC0B-8033E3D4ADF6}" srcOrd="1" destOrd="0" parTransId="{BB009837-8991-4E70-97E4-A96CB4C4222C}" sibTransId="{5B1F859D-5505-4FA0-8006-BCCAF76E4F3C}"/>
    <dgm:cxn modelId="{9F43D8B9-593D-4725-92B7-A673A5B2D71B}" srcId="{4F5C1C9E-90B2-40EB-84CC-006A5B22C6FD}" destId="{83C6AC50-7B8C-4A6F-A9B3-44F153C43114}" srcOrd="2" destOrd="0" parTransId="{26D4BF42-66A6-4FAF-BDC1-F2750374915D}" sibTransId="{13378A84-0E09-4E47-9A60-9B5F48F9BE8B}"/>
    <dgm:cxn modelId="{71F3E4BE-A844-4794-93EF-6894FAFA8E25}" type="presOf" srcId="{21A86F90-D272-4E6F-81E8-ACA5A81BA7A7}" destId="{2F88BEDB-042F-41E7-809B-ED376CF95C52}" srcOrd="0" destOrd="0" presId="urn:microsoft.com/office/officeart/2005/8/layout/vList2"/>
    <dgm:cxn modelId="{0BBEF3CA-1ABD-4DAE-BD87-021F743830FD}" srcId="{4F5C1C9E-90B2-40EB-84CC-006A5B22C6FD}" destId="{21A86F90-D272-4E6F-81E8-ACA5A81BA7A7}" srcOrd="3" destOrd="0" parTransId="{C3D11487-8A85-4046-AFE2-05BDB3DF20D4}" sibTransId="{473FE635-F8E8-437E-B065-1890EBFA998D}"/>
    <dgm:cxn modelId="{D02AA8EC-8A6B-41D7-83A6-B49BA5F67671}" type="presOf" srcId="{83C6AC50-7B8C-4A6F-A9B3-44F153C43114}" destId="{F6DC8C25-16D4-4DAA-B448-0F93C0D093CC}" srcOrd="0" destOrd="0" presId="urn:microsoft.com/office/officeart/2005/8/layout/vList2"/>
    <dgm:cxn modelId="{98D621FA-84C2-48D0-8E2D-09AA33CDE861}" type="presOf" srcId="{DB3AB6A0-C913-430D-AC0B-8033E3D4ADF6}" destId="{886FA431-E428-453F-B700-CABC40BCCF9D}" srcOrd="0" destOrd="0" presId="urn:microsoft.com/office/officeart/2005/8/layout/vList2"/>
    <dgm:cxn modelId="{A5F498EB-4D42-41F0-9BB3-6B6A4A3C6756}" type="presParOf" srcId="{10DE0C7B-83C5-4651-A1E9-49245A1063B7}" destId="{A39B546E-5857-4D76-B5D3-6C8A86FABCCD}" srcOrd="0" destOrd="0" presId="urn:microsoft.com/office/officeart/2005/8/layout/vList2"/>
    <dgm:cxn modelId="{8E46574E-9107-4D8C-B541-EB791FE3B769}" type="presParOf" srcId="{10DE0C7B-83C5-4651-A1E9-49245A1063B7}" destId="{A9FBEF90-F986-4BF8-AD4A-43AF00C1571C}" srcOrd="1" destOrd="0" presId="urn:microsoft.com/office/officeart/2005/8/layout/vList2"/>
    <dgm:cxn modelId="{BC2D6214-656E-4AEF-9429-33CCA9F49FF0}" type="presParOf" srcId="{10DE0C7B-83C5-4651-A1E9-49245A1063B7}" destId="{886FA431-E428-453F-B700-CABC40BCCF9D}" srcOrd="2" destOrd="0" presId="urn:microsoft.com/office/officeart/2005/8/layout/vList2"/>
    <dgm:cxn modelId="{7FC640EE-9B05-4035-8DA2-55F1DACCE4F5}" type="presParOf" srcId="{10DE0C7B-83C5-4651-A1E9-49245A1063B7}" destId="{2855B81C-DFF1-47B1-AE76-E578E8F5A175}" srcOrd="3" destOrd="0" presId="urn:microsoft.com/office/officeart/2005/8/layout/vList2"/>
    <dgm:cxn modelId="{6DD7E14B-F6B0-4009-99A3-37E6175B8F94}" type="presParOf" srcId="{10DE0C7B-83C5-4651-A1E9-49245A1063B7}" destId="{F6DC8C25-16D4-4DAA-B448-0F93C0D093CC}" srcOrd="4" destOrd="0" presId="urn:microsoft.com/office/officeart/2005/8/layout/vList2"/>
    <dgm:cxn modelId="{8939EE41-50CF-4525-AC98-7453982213FD}" type="presParOf" srcId="{10DE0C7B-83C5-4651-A1E9-49245A1063B7}" destId="{E4E408A3-29E5-4EA9-8F3E-FD94086889E5}" srcOrd="5" destOrd="0" presId="urn:microsoft.com/office/officeart/2005/8/layout/vList2"/>
    <dgm:cxn modelId="{53AB0BB0-0CB3-4E5E-9269-171BF3A4524E}" type="presParOf" srcId="{10DE0C7B-83C5-4651-A1E9-49245A1063B7}" destId="{2F88BEDB-042F-41E7-809B-ED376CF95C52}" srcOrd="6" destOrd="0" presId="urn:microsoft.com/office/officeart/2005/8/layout/vList2"/>
    <dgm:cxn modelId="{EAEF5F0E-3622-4A4B-9454-8F1437E8A975}" type="presParOf" srcId="{10DE0C7B-83C5-4651-A1E9-49245A1063B7}" destId="{F1ED2F4A-F60D-45DE-A95A-4DD3434BA9DF}" srcOrd="7" destOrd="0" presId="urn:microsoft.com/office/officeart/2005/8/layout/vList2"/>
    <dgm:cxn modelId="{ACF1E9CD-5707-4F42-9CB9-451D02A0617A}" type="presParOf" srcId="{10DE0C7B-83C5-4651-A1E9-49245A1063B7}" destId="{04FB9AD5-3606-40DC-9956-3908F059D58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FBE13C-EB51-4FB3-8BE2-2FCA3E7F14AC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7A835A62-3761-4A15-9327-6D34CFE4E48E}">
      <dgm:prSet phldrT="[Tekst]"/>
      <dgm:spPr/>
      <dgm:t>
        <a:bodyPr/>
        <a:lstStyle/>
        <a:p>
          <a:pPr>
            <a:buNone/>
          </a:pPr>
          <a:r>
            <a:rPr lang="da-DK" b="0" i="0" dirty="0"/>
            <a:t>Forsøg på dataudtræk via API (data </a:t>
          </a:r>
          <a:r>
            <a:rPr lang="da-DK" b="0" i="0" dirty="0" err="1"/>
            <a:t>scraping</a:t>
          </a:r>
          <a:r>
            <a:rPr lang="da-DK" b="0" i="0" dirty="0"/>
            <a:t>)</a:t>
          </a:r>
          <a:endParaRPr lang="da-DK" dirty="0"/>
        </a:p>
      </dgm:t>
    </dgm:pt>
    <dgm:pt modelId="{EAE1A9BA-1D9E-4335-A00E-C9CDB794F197}" type="parTrans" cxnId="{95E7F073-FE17-4387-8A95-2E025B441D88}">
      <dgm:prSet/>
      <dgm:spPr/>
      <dgm:t>
        <a:bodyPr/>
        <a:lstStyle/>
        <a:p>
          <a:endParaRPr lang="da-DK"/>
        </a:p>
      </dgm:t>
    </dgm:pt>
    <dgm:pt modelId="{333B706A-66CB-499B-A1ED-301F7430BDC2}" type="sibTrans" cxnId="{95E7F073-FE17-4387-8A95-2E025B441D88}">
      <dgm:prSet/>
      <dgm:spPr/>
      <dgm:t>
        <a:bodyPr/>
        <a:lstStyle/>
        <a:p>
          <a:endParaRPr lang="da-DK"/>
        </a:p>
      </dgm:t>
    </dgm:pt>
    <dgm:pt modelId="{4F102997-5DBD-4D9D-836D-2625588E0438}">
      <dgm:prSet phldrT="[Tekst]"/>
      <dgm:spPr/>
      <dgm:t>
        <a:bodyPr/>
        <a:lstStyle/>
        <a:p>
          <a:pPr>
            <a:buNone/>
          </a:pPr>
          <a:r>
            <a:rPr lang="da-DK" b="0" i="0"/>
            <a:t>Malware i uploadede filer</a:t>
          </a:r>
          <a:endParaRPr lang="da-DK"/>
        </a:p>
      </dgm:t>
    </dgm:pt>
    <dgm:pt modelId="{958EE031-5936-4188-ADA0-962F25D6ED59}" type="parTrans" cxnId="{025481C3-03F8-4968-AE8B-BB1C5B4C865B}">
      <dgm:prSet/>
      <dgm:spPr/>
      <dgm:t>
        <a:bodyPr/>
        <a:lstStyle/>
        <a:p>
          <a:endParaRPr lang="da-DK"/>
        </a:p>
      </dgm:t>
    </dgm:pt>
    <dgm:pt modelId="{31A7F4DD-6F58-463F-B74B-E79F10DD751D}" type="sibTrans" cxnId="{025481C3-03F8-4968-AE8B-BB1C5B4C865B}">
      <dgm:prSet/>
      <dgm:spPr/>
      <dgm:t>
        <a:bodyPr/>
        <a:lstStyle/>
        <a:p>
          <a:endParaRPr lang="da-DK"/>
        </a:p>
      </dgm:t>
    </dgm:pt>
    <dgm:pt modelId="{A882D387-F21D-49A5-9C19-07475169348F}">
      <dgm:prSet phldrT="[Tekst]"/>
      <dgm:spPr/>
      <dgm:t>
        <a:bodyPr/>
        <a:lstStyle/>
        <a:p>
          <a:pPr>
            <a:buNone/>
          </a:pPr>
          <a:r>
            <a:rPr lang="da-DK" b="0" i="0"/>
            <a:t>Manipulation af journaldata</a:t>
          </a:r>
          <a:endParaRPr lang="da-DK" dirty="0"/>
        </a:p>
      </dgm:t>
    </dgm:pt>
    <dgm:pt modelId="{8D7DA183-D3B5-4C78-82BC-94985071B1BC}" type="parTrans" cxnId="{FAFFA969-E739-4B82-AF1C-BB66128CC4CD}">
      <dgm:prSet/>
      <dgm:spPr/>
      <dgm:t>
        <a:bodyPr/>
        <a:lstStyle/>
        <a:p>
          <a:endParaRPr lang="da-DK"/>
        </a:p>
      </dgm:t>
    </dgm:pt>
    <dgm:pt modelId="{EADDD314-A403-4296-958A-243A47FBCC14}" type="sibTrans" cxnId="{FAFFA969-E739-4B82-AF1C-BB66128CC4CD}">
      <dgm:prSet/>
      <dgm:spPr/>
      <dgm:t>
        <a:bodyPr/>
        <a:lstStyle/>
        <a:p>
          <a:endParaRPr lang="da-DK"/>
        </a:p>
      </dgm:t>
    </dgm:pt>
    <dgm:pt modelId="{ABBECB40-917F-45F2-8D5A-AE4C1CE1A673}">
      <dgm:prSet phldrT="[Tekst]"/>
      <dgm:spPr/>
      <dgm:t>
        <a:bodyPr/>
        <a:lstStyle/>
        <a:p>
          <a:pPr>
            <a:buNone/>
          </a:pPr>
          <a:r>
            <a:rPr lang="da-DK" b="0" i="0"/>
            <a:t>Kontoovertagelser (phishing, brute force)</a:t>
          </a:r>
          <a:endParaRPr lang="da-DK" dirty="0"/>
        </a:p>
      </dgm:t>
    </dgm:pt>
    <dgm:pt modelId="{F514B386-63F0-4BB0-A94C-9AEDFB41AE82}" type="parTrans" cxnId="{8B63002A-25A4-4DAB-9F19-964D567F98DD}">
      <dgm:prSet/>
      <dgm:spPr/>
      <dgm:t>
        <a:bodyPr/>
        <a:lstStyle/>
        <a:p>
          <a:endParaRPr lang="da-DK"/>
        </a:p>
      </dgm:t>
    </dgm:pt>
    <dgm:pt modelId="{579E2145-F6A0-41B7-BD6B-ADE7646E180F}" type="sibTrans" cxnId="{8B63002A-25A4-4DAB-9F19-964D567F98DD}">
      <dgm:prSet/>
      <dgm:spPr/>
      <dgm:t>
        <a:bodyPr/>
        <a:lstStyle/>
        <a:p>
          <a:endParaRPr lang="da-DK"/>
        </a:p>
      </dgm:t>
    </dgm:pt>
    <dgm:pt modelId="{AC8F9F6B-3F85-41FD-B130-10B68BA8646E}" type="pres">
      <dgm:prSet presAssocID="{78FBE13C-EB51-4FB3-8BE2-2FCA3E7F14AC}" presName="linear" presStyleCnt="0">
        <dgm:presLayoutVars>
          <dgm:dir/>
          <dgm:animLvl val="lvl"/>
          <dgm:resizeHandles val="exact"/>
        </dgm:presLayoutVars>
      </dgm:prSet>
      <dgm:spPr/>
    </dgm:pt>
    <dgm:pt modelId="{DBAE3F29-43F0-49AA-94C1-FF400BF34891}" type="pres">
      <dgm:prSet presAssocID="{7A835A62-3761-4A15-9327-6D34CFE4E48E}" presName="parentLin" presStyleCnt="0"/>
      <dgm:spPr/>
    </dgm:pt>
    <dgm:pt modelId="{C8EA8303-A044-4779-B841-B13244B893A9}" type="pres">
      <dgm:prSet presAssocID="{7A835A62-3761-4A15-9327-6D34CFE4E48E}" presName="parentLeftMargin" presStyleLbl="node1" presStyleIdx="0" presStyleCnt="4"/>
      <dgm:spPr/>
    </dgm:pt>
    <dgm:pt modelId="{659A052D-72D8-41E0-A257-5F777BE35DCF}" type="pres">
      <dgm:prSet presAssocID="{7A835A62-3761-4A15-9327-6D34CFE4E4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C7A1F7-F842-46D3-9FE7-EAD7D7291087}" type="pres">
      <dgm:prSet presAssocID="{7A835A62-3761-4A15-9327-6D34CFE4E48E}" presName="negativeSpace" presStyleCnt="0"/>
      <dgm:spPr/>
    </dgm:pt>
    <dgm:pt modelId="{999138CB-43C6-4028-9C62-3D11451ADACD}" type="pres">
      <dgm:prSet presAssocID="{7A835A62-3761-4A15-9327-6D34CFE4E48E}" presName="childText" presStyleLbl="conFgAcc1" presStyleIdx="0" presStyleCnt="4">
        <dgm:presLayoutVars>
          <dgm:bulletEnabled val="1"/>
        </dgm:presLayoutVars>
      </dgm:prSet>
      <dgm:spPr/>
    </dgm:pt>
    <dgm:pt modelId="{DE3186C4-4E7E-4324-8E96-C0579803D75F}" type="pres">
      <dgm:prSet presAssocID="{333B706A-66CB-499B-A1ED-301F7430BDC2}" presName="spaceBetweenRectangles" presStyleCnt="0"/>
      <dgm:spPr/>
    </dgm:pt>
    <dgm:pt modelId="{F6D0C8CF-9BD1-4E9A-A18D-4369ACE3C909}" type="pres">
      <dgm:prSet presAssocID="{ABBECB40-917F-45F2-8D5A-AE4C1CE1A673}" presName="parentLin" presStyleCnt="0"/>
      <dgm:spPr/>
    </dgm:pt>
    <dgm:pt modelId="{22916FC9-9A96-48EF-BCD8-7262893A4DB1}" type="pres">
      <dgm:prSet presAssocID="{ABBECB40-917F-45F2-8D5A-AE4C1CE1A673}" presName="parentLeftMargin" presStyleLbl="node1" presStyleIdx="0" presStyleCnt="4"/>
      <dgm:spPr/>
    </dgm:pt>
    <dgm:pt modelId="{8ACEC0CF-015E-497A-AFD0-DA24F087EB42}" type="pres">
      <dgm:prSet presAssocID="{ABBECB40-917F-45F2-8D5A-AE4C1CE1A67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C259FED-6566-4B9E-A9A6-3E8A1159977D}" type="pres">
      <dgm:prSet presAssocID="{ABBECB40-917F-45F2-8D5A-AE4C1CE1A673}" presName="negativeSpace" presStyleCnt="0"/>
      <dgm:spPr/>
    </dgm:pt>
    <dgm:pt modelId="{374AE629-D2DB-46CB-BAAF-FEC6F372C402}" type="pres">
      <dgm:prSet presAssocID="{ABBECB40-917F-45F2-8D5A-AE4C1CE1A673}" presName="childText" presStyleLbl="conFgAcc1" presStyleIdx="1" presStyleCnt="4">
        <dgm:presLayoutVars>
          <dgm:bulletEnabled val="1"/>
        </dgm:presLayoutVars>
      </dgm:prSet>
      <dgm:spPr/>
    </dgm:pt>
    <dgm:pt modelId="{CAEAA994-D3B4-4A6E-A4F7-5D32F31FEC47}" type="pres">
      <dgm:prSet presAssocID="{579E2145-F6A0-41B7-BD6B-ADE7646E180F}" presName="spaceBetweenRectangles" presStyleCnt="0"/>
      <dgm:spPr/>
    </dgm:pt>
    <dgm:pt modelId="{D8936A58-B664-4F28-8BD1-066754E3D8D7}" type="pres">
      <dgm:prSet presAssocID="{A882D387-F21D-49A5-9C19-07475169348F}" presName="parentLin" presStyleCnt="0"/>
      <dgm:spPr/>
    </dgm:pt>
    <dgm:pt modelId="{EFEB0706-E1E5-4C1A-A4F5-D97D1BAEDDC9}" type="pres">
      <dgm:prSet presAssocID="{A882D387-F21D-49A5-9C19-07475169348F}" presName="parentLeftMargin" presStyleLbl="node1" presStyleIdx="1" presStyleCnt="4"/>
      <dgm:spPr/>
    </dgm:pt>
    <dgm:pt modelId="{A6B0D480-9D09-4433-9571-C927D92B6A11}" type="pres">
      <dgm:prSet presAssocID="{A882D387-F21D-49A5-9C19-07475169348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775903-025C-460F-8877-89A58A2BA173}" type="pres">
      <dgm:prSet presAssocID="{A882D387-F21D-49A5-9C19-07475169348F}" presName="negativeSpace" presStyleCnt="0"/>
      <dgm:spPr/>
    </dgm:pt>
    <dgm:pt modelId="{34B61996-6CED-4927-A7F7-6EEE22CC9E1C}" type="pres">
      <dgm:prSet presAssocID="{A882D387-F21D-49A5-9C19-07475169348F}" presName="childText" presStyleLbl="conFgAcc1" presStyleIdx="2" presStyleCnt="4">
        <dgm:presLayoutVars>
          <dgm:bulletEnabled val="1"/>
        </dgm:presLayoutVars>
      </dgm:prSet>
      <dgm:spPr/>
    </dgm:pt>
    <dgm:pt modelId="{7046F3AB-4F6B-42EF-8BDB-65BD00D6B14B}" type="pres">
      <dgm:prSet presAssocID="{EADDD314-A403-4296-958A-243A47FBCC14}" presName="spaceBetweenRectangles" presStyleCnt="0"/>
      <dgm:spPr/>
    </dgm:pt>
    <dgm:pt modelId="{D0162373-BF9B-4725-BD19-8DDFFA2BE3EA}" type="pres">
      <dgm:prSet presAssocID="{4F102997-5DBD-4D9D-836D-2625588E0438}" presName="parentLin" presStyleCnt="0"/>
      <dgm:spPr/>
    </dgm:pt>
    <dgm:pt modelId="{27DE590C-9840-4906-AC58-C16A68AEFCC3}" type="pres">
      <dgm:prSet presAssocID="{4F102997-5DBD-4D9D-836D-2625588E0438}" presName="parentLeftMargin" presStyleLbl="node1" presStyleIdx="2" presStyleCnt="4"/>
      <dgm:spPr/>
    </dgm:pt>
    <dgm:pt modelId="{A35C1E9D-79F1-4B22-B536-84D31B8CDBEA}" type="pres">
      <dgm:prSet presAssocID="{4F102997-5DBD-4D9D-836D-2625588E043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CC17E64-085A-4570-8F3E-50F41E0A208F}" type="pres">
      <dgm:prSet presAssocID="{4F102997-5DBD-4D9D-836D-2625588E0438}" presName="negativeSpace" presStyleCnt="0"/>
      <dgm:spPr/>
    </dgm:pt>
    <dgm:pt modelId="{1AE61738-7093-4B23-B1E9-D7750A880E2A}" type="pres">
      <dgm:prSet presAssocID="{4F102997-5DBD-4D9D-836D-2625588E043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012A40D-2D48-4685-87AD-42A9DD4962FB}" type="presOf" srcId="{4F102997-5DBD-4D9D-836D-2625588E0438}" destId="{27DE590C-9840-4906-AC58-C16A68AEFCC3}" srcOrd="0" destOrd="0" presId="urn:microsoft.com/office/officeart/2005/8/layout/list1"/>
    <dgm:cxn modelId="{5C45640E-26A2-4764-9109-FCC024F1BF9D}" type="presOf" srcId="{ABBECB40-917F-45F2-8D5A-AE4C1CE1A673}" destId="{8ACEC0CF-015E-497A-AFD0-DA24F087EB42}" srcOrd="1" destOrd="0" presId="urn:microsoft.com/office/officeart/2005/8/layout/list1"/>
    <dgm:cxn modelId="{17402928-EFA8-423B-8068-8CE9D0009361}" type="presOf" srcId="{A882D387-F21D-49A5-9C19-07475169348F}" destId="{EFEB0706-E1E5-4C1A-A4F5-D97D1BAEDDC9}" srcOrd="0" destOrd="0" presId="urn:microsoft.com/office/officeart/2005/8/layout/list1"/>
    <dgm:cxn modelId="{8B63002A-25A4-4DAB-9F19-964D567F98DD}" srcId="{78FBE13C-EB51-4FB3-8BE2-2FCA3E7F14AC}" destId="{ABBECB40-917F-45F2-8D5A-AE4C1CE1A673}" srcOrd="1" destOrd="0" parTransId="{F514B386-63F0-4BB0-A94C-9AEDFB41AE82}" sibTransId="{579E2145-F6A0-41B7-BD6B-ADE7646E180F}"/>
    <dgm:cxn modelId="{FAFFA969-E739-4B82-AF1C-BB66128CC4CD}" srcId="{78FBE13C-EB51-4FB3-8BE2-2FCA3E7F14AC}" destId="{A882D387-F21D-49A5-9C19-07475169348F}" srcOrd="2" destOrd="0" parTransId="{8D7DA183-D3B5-4C78-82BC-94985071B1BC}" sibTransId="{EADDD314-A403-4296-958A-243A47FBCC14}"/>
    <dgm:cxn modelId="{21D3386E-0627-421B-9128-BFCA1798B24E}" type="presOf" srcId="{7A835A62-3761-4A15-9327-6D34CFE4E48E}" destId="{659A052D-72D8-41E0-A257-5F777BE35DCF}" srcOrd="1" destOrd="0" presId="urn:microsoft.com/office/officeart/2005/8/layout/list1"/>
    <dgm:cxn modelId="{35F53773-F51C-46DF-AD32-FF14C2A93637}" type="presOf" srcId="{4F102997-5DBD-4D9D-836D-2625588E0438}" destId="{A35C1E9D-79F1-4B22-B536-84D31B8CDBEA}" srcOrd="1" destOrd="0" presId="urn:microsoft.com/office/officeart/2005/8/layout/list1"/>
    <dgm:cxn modelId="{95E7F073-FE17-4387-8A95-2E025B441D88}" srcId="{78FBE13C-EB51-4FB3-8BE2-2FCA3E7F14AC}" destId="{7A835A62-3761-4A15-9327-6D34CFE4E48E}" srcOrd="0" destOrd="0" parTransId="{EAE1A9BA-1D9E-4335-A00E-C9CDB794F197}" sibTransId="{333B706A-66CB-499B-A1ED-301F7430BDC2}"/>
    <dgm:cxn modelId="{EE105076-6A0F-4EA2-A0F8-92854C6FB74A}" type="presOf" srcId="{A882D387-F21D-49A5-9C19-07475169348F}" destId="{A6B0D480-9D09-4433-9571-C927D92B6A11}" srcOrd="1" destOrd="0" presId="urn:microsoft.com/office/officeart/2005/8/layout/list1"/>
    <dgm:cxn modelId="{49FDC27A-5002-4ED6-84C2-E4CC5736ED83}" type="presOf" srcId="{ABBECB40-917F-45F2-8D5A-AE4C1CE1A673}" destId="{22916FC9-9A96-48EF-BCD8-7262893A4DB1}" srcOrd="0" destOrd="0" presId="urn:microsoft.com/office/officeart/2005/8/layout/list1"/>
    <dgm:cxn modelId="{025481C3-03F8-4968-AE8B-BB1C5B4C865B}" srcId="{78FBE13C-EB51-4FB3-8BE2-2FCA3E7F14AC}" destId="{4F102997-5DBD-4D9D-836D-2625588E0438}" srcOrd="3" destOrd="0" parTransId="{958EE031-5936-4188-ADA0-962F25D6ED59}" sibTransId="{31A7F4DD-6F58-463F-B74B-E79F10DD751D}"/>
    <dgm:cxn modelId="{96EF80D4-508F-4ACA-9CE8-A1F2AAF1CA38}" type="presOf" srcId="{78FBE13C-EB51-4FB3-8BE2-2FCA3E7F14AC}" destId="{AC8F9F6B-3F85-41FD-B130-10B68BA8646E}" srcOrd="0" destOrd="0" presId="urn:microsoft.com/office/officeart/2005/8/layout/list1"/>
    <dgm:cxn modelId="{AC4D0BDB-5FD6-4763-8869-76FF3669E6C6}" type="presOf" srcId="{7A835A62-3761-4A15-9327-6D34CFE4E48E}" destId="{C8EA8303-A044-4779-B841-B13244B893A9}" srcOrd="0" destOrd="0" presId="urn:microsoft.com/office/officeart/2005/8/layout/list1"/>
    <dgm:cxn modelId="{289CE20C-0AEE-4047-8CA1-774C5384F89E}" type="presParOf" srcId="{AC8F9F6B-3F85-41FD-B130-10B68BA8646E}" destId="{DBAE3F29-43F0-49AA-94C1-FF400BF34891}" srcOrd="0" destOrd="0" presId="urn:microsoft.com/office/officeart/2005/8/layout/list1"/>
    <dgm:cxn modelId="{411C33CE-8D93-4FFA-A619-C3C0C3AB1D96}" type="presParOf" srcId="{DBAE3F29-43F0-49AA-94C1-FF400BF34891}" destId="{C8EA8303-A044-4779-B841-B13244B893A9}" srcOrd="0" destOrd="0" presId="urn:microsoft.com/office/officeart/2005/8/layout/list1"/>
    <dgm:cxn modelId="{567CD504-E0D5-4BE2-9012-B26E20DA9DE9}" type="presParOf" srcId="{DBAE3F29-43F0-49AA-94C1-FF400BF34891}" destId="{659A052D-72D8-41E0-A257-5F777BE35DCF}" srcOrd="1" destOrd="0" presId="urn:microsoft.com/office/officeart/2005/8/layout/list1"/>
    <dgm:cxn modelId="{9DBFEC7A-0FD3-4092-9BDF-6FF162B1120B}" type="presParOf" srcId="{AC8F9F6B-3F85-41FD-B130-10B68BA8646E}" destId="{AEC7A1F7-F842-46D3-9FE7-EAD7D7291087}" srcOrd="1" destOrd="0" presId="urn:microsoft.com/office/officeart/2005/8/layout/list1"/>
    <dgm:cxn modelId="{BA7DDF92-1D17-459D-A6C0-554D0365E420}" type="presParOf" srcId="{AC8F9F6B-3F85-41FD-B130-10B68BA8646E}" destId="{999138CB-43C6-4028-9C62-3D11451ADACD}" srcOrd="2" destOrd="0" presId="urn:microsoft.com/office/officeart/2005/8/layout/list1"/>
    <dgm:cxn modelId="{AD7F666C-F96D-4DAD-9BCC-E958915B5687}" type="presParOf" srcId="{AC8F9F6B-3F85-41FD-B130-10B68BA8646E}" destId="{DE3186C4-4E7E-4324-8E96-C0579803D75F}" srcOrd="3" destOrd="0" presId="urn:microsoft.com/office/officeart/2005/8/layout/list1"/>
    <dgm:cxn modelId="{A2590CFF-A452-43EA-9A7D-D78599308B92}" type="presParOf" srcId="{AC8F9F6B-3F85-41FD-B130-10B68BA8646E}" destId="{F6D0C8CF-9BD1-4E9A-A18D-4369ACE3C909}" srcOrd="4" destOrd="0" presId="urn:microsoft.com/office/officeart/2005/8/layout/list1"/>
    <dgm:cxn modelId="{E3C04D47-B22C-4FB2-8E12-6597A126AB51}" type="presParOf" srcId="{F6D0C8CF-9BD1-4E9A-A18D-4369ACE3C909}" destId="{22916FC9-9A96-48EF-BCD8-7262893A4DB1}" srcOrd="0" destOrd="0" presId="urn:microsoft.com/office/officeart/2005/8/layout/list1"/>
    <dgm:cxn modelId="{EA713A01-A4D8-4581-B237-A83A712D492D}" type="presParOf" srcId="{F6D0C8CF-9BD1-4E9A-A18D-4369ACE3C909}" destId="{8ACEC0CF-015E-497A-AFD0-DA24F087EB42}" srcOrd="1" destOrd="0" presId="urn:microsoft.com/office/officeart/2005/8/layout/list1"/>
    <dgm:cxn modelId="{A59375B5-7FD8-4005-8B27-4B1B4F1CE5B5}" type="presParOf" srcId="{AC8F9F6B-3F85-41FD-B130-10B68BA8646E}" destId="{9C259FED-6566-4B9E-A9A6-3E8A1159977D}" srcOrd="5" destOrd="0" presId="urn:microsoft.com/office/officeart/2005/8/layout/list1"/>
    <dgm:cxn modelId="{BCC0CECA-B50C-4033-9A41-153B3079833A}" type="presParOf" srcId="{AC8F9F6B-3F85-41FD-B130-10B68BA8646E}" destId="{374AE629-D2DB-46CB-BAAF-FEC6F372C402}" srcOrd="6" destOrd="0" presId="urn:microsoft.com/office/officeart/2005/8/layout/list1"/>
    <dgm:cxn modelId="{6AC5DD7C-CF04-4C01-8639-9EDE0681E7A3}" type="presParOf" srcId="{AC8F9F6B-3F85-41FD-B130-10B68BA8646E}" destId="{CAEAA994-D3B4-4A6E-A4F7-5D32F31FEC47}" srcOrd="7" destOrd="0" presId="urn:microsoft.com/office/officeart/2005/8/layout/list1"/>
    <dgm:cxn modelId="{7A60D9C1-B044-4C51-BF8F-C8BFB75E68C7}" type="presParOf" srcId="{AC8F9F6B-3F85-41FD-B130-10B68BA8646E}" destId="{D8936A58-B664-4F28-8BD1-066754E3D8D7}" srcOrd="8" destOrd="0" presId="urn:microsoft.com/office/officeart/2005/8/layout/list1"/>
    <dgm:cxn modelId="{F0BB7546-54A3-4BF9-8FAA-A0DD49DC35FE}" type="presParOf" srcId="{D8936A58-B664-4F28-8BD1-066754E3D8D7}" destId="{EFEB0706-E1E5-4C1A-A4F5-D97D1BAEDDC9}" srcOrd="0" destOrd="0" presId="urn:microsoft.com/office/officeart/2005/8/layout/list1"/>
    <dgm:cxn modelId="{6A2DEE45-13BF-4E4A-A560-F991803F0CD4}" type="presParOf" srcId="{D8936A58-B664-4F28-8BD1-066754E3D8D7}" destId="{A6B0D480-9D09-4433-9571-C927D92B6A11}" srcOrd="1" destOrd="0" presId="urn:microsoft.com/office/officeart/2005/8/layout/list1"/>
    <dgm:cxn modelId="{EF57AF81-0F3B-47B1-8F1B-66AB0E331966}" type="presParOf" srcId="{AC8F9F6B-3F85-41FD-B130-10B68BA8646E}" destId="{A1775903-025C-460F-8877-89A58A2BA173}" srcOrd="9" destOrd="0" presId="urn:microsoft.com/office/officeart/2005/8/layout/list1"/>
    <dgm:cxn modelId="{117345FB-9D64-4948-A8D7-67C0B4E3A07D}" type="presParOf" srcId="{AC8F9F6B-3F85-41FD-B130-10B68BA8646E}" destId="{34B61996-6CED-4927-A7F7-6EEE22CC9E1C}" srcOrd="10" destOrd="0" presId="urn:microsoft.com/office/officeart/2005/8/layout/list1"/>
    <dgm:cxn modelId="{F8FE99A2-6742-4304-B40C-6C4FE20A9468}" type="presParOf" srcId="{AC8F9F6B-3F85-41FD-B130-10B68BA8646E}" destId="{7046F3AB-4F6B-42EF-8BDB-65BD00D6B14B}" srcOrd="11" destOrd="0" presId="urn:microsoft.com/office/officeart/2005/8/layout/list1"/>
    <dgm:cxn modelId="{74D5BC62-2E7E-4420-B497-DD57DCBF452D}" type="presParOf" srcId="{AC8F9F6B-3F85-41FD-B130-10B68BA8646E}" destId="{D0162373-BF9B-4725-BD19-8DDFFA2BE3EA}" srcOrd="12" destOrd="0" presId="urn:microsoft.com/office/officeart/2005/8/layout/list1"/>
    <dgm:cxn modelId="{786428AB-56D4-417D-9177-E2CB4BBDBAE7}" type="presParOf" srcId="{D0162373-BF9B-4725-BD19-8DDFFA2BE3EA}" destId="{27DE590C-9840-4906-AC58-C16A68AEFCC3}" srcOrd="0" destOrd="0" presId="urn:microsoft.com/office/officeart/2005/8/layout/list1"/>
    <dgm:cxn modelId="{8CBA653F-EF28-46EB-87B0-ED48D34BDF48}" type="presParOf" srcId="{D0162373-BF9B-4725-BD19-8DDFFA2BE3EA}" destId="{A35C1E9D-79F1-4B22-B536-84D31B8CDBEA}" srcOrd="1" destOrd="0" presId="urn:microsoft.com/office/officeart/2005/8/layout/list1"/>
    <dgm:cxn modelId="{DAA458CD-283B-414A-8038-0DFAD797A8B8}" type="presParOf" srcId="{AC8F9F6B-3F85-41FD-B130-10B68BA8646E}" destId="{0CC17E64-085A-4570-8F3E-50F41E0A208F}" srcOrd="13" destOrd="0" presId="urn:microsoft.com/office/officeart/2005/8/layout/list1"/>
    <dgm:cxn modelId="{04CC23B7-4DC7-41B5-86F7-7F15D363F54A}" type="presParOf" srcId="{AC8F9F6B-3F85-41FD-B130-10B68BA8646E}" destId="{1AE61738-7093-4B23-B1E9-D7750A880E2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B546E-5857-4D76-B5D3-6C8A86FABCCD}">
      <dsp:nvSpPr>
        <dsp:cNvPr id="0" name=""/>
        <dsp:cNvSpPr/>
      </dsp:nvSpPr>
      <dsp:spPr>
        <a:xfrm>
          <a:off x="0" y="329882"/>
          <a:ext cx="5384800" cy="6715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Netværksenheder</a:t>
          </a:r>
        </a:p>
      </dsp:txBody>
      <dsp:txXfrm>
        <a:off x="32784" y="362666"/>
        <a:ext cx="5319232" cy="606012"/>
      </dsp:txXfrm>
    </dsp:sp>
    <dsp:sp modelId="{886FA431-E428-453F-B700-CABC40BCCF9D}">
      <dsp:nvSpPr>
        <dsp:cNvPr id="0" name=""/>
        <dsp:cNvSpPr/>
      </dsp:nvSpPr>
      <dsp:spPr>
        <a:xfrm>
          <a:off x="0" y="1082102"/>
          <a:ext cx="5384800" cy="6715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Computerhardware</a:t>
          </a:r>
        </a:p>
      </dsp:txBody>
      <dsp:txXfrm>
        <a:off x="32784" y="1114886"/>
        <a:ext cx="5319232" cy="606012"/>
      </dsp:txXfrm>
    </dsp:sp>
    <dsp:sp modelId="{F6DC8C25-16D4-4DAA-B448-0F93C0D093CC}">
      <dsp:nvSpPr>
        <dsp:cNvPr id="0" name=""/>
        <dsp:cNvSpPr/>
      </dsp:nvSpPr>
      <dsp:spPr>
        <a:xfrm>
          <a:off x="0" y="1834322"/>
          <a:ext cx="5384800" cy="671580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 dirty="0"/>
            <a:t>Websites og </a:t>
          </a:r>
          <a:r>
            <a:rPr lang="da-DK" sz="2800" kern="1200" dirty="0" err="1"/>
            <a:t>webservere</a:t>
          </a:r>
          <a:r>
            <a:rPr lang="da-DK" sz="2800" kern="1200" dirty="0"/>
            <a:t> (software)</a:t>
          </a:r>
        </a:p>
      </dsp:txBody>
      <dsp:txXfrm>
        <a:off x="32784" y="1867106"/>
        <a:ext cx="5319232" cy="606012"/>
      </dsp:txXfrm>
    </dsp:sp>
    <dsp:sp modelId="{2F88BEDB-042F-41E7-809B-ED376CF95C52}">
      <dsp:nvSpPr>
        <dsp:cNvPr id="0" name=""/>
        <dsp:cNvSpPr/>
      </dsp:nvSpPr>
      <dsp:spPr>
        <a:xfrm>
          <a:off x="0" y="2586542"/>
          <a:ext cx="5384800" cy="671580"/>
        </a:xfrm>
        <a:prstGeom prst="round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Medarbejdere</a:t>
          </a:r>
        </a:p>
      </dsp:txBody>
      <dsp:txXfrm>
        <a:off x="32784" y="2619326"/>
        <a:ext cx="5319232" cy="606012"/>
      </dsp:txXfrm>
    </dsp:sp>
    <dsp:sp modelId="{04FB9AD5-3606-40DC-9956-3908F059D582}">
      <dsp:nvSpPr>
        <dsp:cNvPr id="0" name=""/>
        <dsp:cNvSpPr/>
      </dsp:nvSpPr>
      <dsp:spPr>
        <a:xfrm>
          <a:off x="0" y="3338762"/>
          <a:ext cx="5384800" cy="6715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800" kern="1200"/>
            <a:t>Fysiske lokationer</a:t>
          </a:r>
        </a:p>
      </dsp:txBody>
      <dsp:txXfrm>
        <a:off x="32784" y="3371546"/>
        <a:ext cx="5319232" cy="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138CB-43C6-4028-9C62-3D11451ADACD}">
      <dsp:nvSpPr>
        <dsp:cNvPr id="0" name=""/>
        <dsp:cNvSpPr/>
      </dsp:nvSpPr>
      <dsp:spPr>
        <a:xfrm>
          <a:off x="0" y="431716"/>
          <a:ext cx="109728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9A052D-72D8-41E0-A257-5F777BE35DCF}">
      <dsp:nvSpPr>
        <dsp:cNvPr id="0" name=""/>
        <dsp:cNvSpPr/>
      </dsp:nvSpPr>
      <dsp:spPr>
        <a:xfrm>
          <a:off x="548640" y="77476"/>
          <a:ext cx="7680960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0" i="0" kern="1200" dirty="0"/>
            <a:t>Forsøg på dataudtræk via API (data </a:t>
          </a:r>
          <a:r>
            <a:rPr lang="da-DK" sz="2400" b="0" i="0" kern="1200" dirty="0" err="1"/>
            <a:t>scraping</a:t>
          </a:r>
          <a:r>
            <a:rPr lang="da-DK" sz="2400" b="0" i="0" kern="1200" dirty="0"/>
            <a:t>)</a:t>
          </a:r>
          <a:endParaRPr lang="da-DK" sz="2400" kern="1200" dirty="0"/>
        </a:p>
      </dsp:txBody>
      <dsp:txXfrm>
        <a:off x="583225" y="112061"/>
        <a:ext cx="7611790" cy="639310"/>
      </dsp:txXfrm>
    </dsp:sp>
    <dsp:sp modelId="{374AE629-D2DB-46CB-BAAF-FEC6F372C402}">
      <dsp:nvSpPr>
        <dsp:cNvPr id="0" name=""/>
        <dsp:cNvSpPr/>
      </dsp:nvSpPr>
      <dsp:spPr>
        <a:xfrm>
          <a:off x="0" y="1520356"/>
          <a:ext cx="109728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EC0CF-015E-497A-AFD0-DA24F087EB42}">
      <dsp:nvSpPr>
        <dsp:cNvPr id="0" name=""/>
        <dsp:cNvSpPr/>
      </dsp:nvSpPr>
      <dsp:spPr>
        <a:xfrm>
          <a:off x="548640" y="1166116"/>
          <a:ext cx="7680960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0" i="0" kern="1200"/>
            <a:t>Kontoovertagelser (phishing, brute force)</a:t>
          </a:r>
          <a:endParaRPr lang="da-DK" sz="2400" kern="1200" dirty="0"/>
        </a:p>
      </dsp:txBody>
      <dsp:txXfrm>
        <a:off x="583225" y="1200701"/>
        <a:ext cx="7611790" cy="639310"/>
      </dsp:txXfrm>
    </dsp:sp>
    <dsp:sp modelId="{34B61996-6CED-4927-A7F7-6EEE22CC9E1C}">
      <dsp:nvSpPr>
        <dsp:cNvPr id="0" name=""/>
        <dsp:cNvSpPr/>
      </dsp:nvSpPr>
      <dsp:spPr>
        <a:xfrm>
          <a:off x="0" y="2608996"/>
          <a:ext cx="109728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B0D480-9D09-4433-9571-C927D92B6A11}">
      <dsp:nvSpPr>
        <dsp:cNvPr id="0" name=""/>
        <dsp:cNvSpPr/>
      </dsp:nvSpPr>
      <dsp:spPr>
        <a:xfrm>
          <a:off x="548640" y="2254756"/>
          <a:ext cx="7680960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0" i="0" kern="1200"/>
            <a:t>Manipulation af journaldata</a:t>
          </a:r>
          <a:endParaRPr lang="da-DK" sz="2400" kern="1200" dirty="0"/>
        </a:p>
      </dsp:txBody>
      <dsp:txXfrm>
        <a:off x="583225" y="2289341"/>
        <a:ext cx="7611790" cy="639310"/>
      </dsp:txXfrm>
    </dsp:sp>
    <dsp:sp modelId="{1AE61738-7093-4B23-B1E9-D7750A880E2A}">
      <dsp:nvSpPr>
        <dsp:cNvPr id="0" name=""/>
        <dsp:cNvSpPr/>
      </dsp:nvSpPr>
      <dsp:spPr>
        <a:xfrm>
          <a:off x="0" y="3697635"/>
          <a:ext cx="109728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5C1E9D-79F1-4B22-B536-84D31B8CDBEA}">
      <dsp:nvSpPr>
        <dsp:cNvPr id="0" name=""/>
        <dsp:cNvSpPr/>
      </dsp:nvSpPr>
      <dsp:spPr>
        <a:xfrm>
          <a:off x="548640" y="3343396"/>
          <a:ext cx="7680960" cy="7084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322" tIns="0" rIns="2903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0" i="0" kern="1200"/>
            <a:t>Malware i uploadede filer</a:t>
          </a:r>
          <a:endParaRPr lang="da-DK" sz="2400" kern="1200"/>
        </a:p>
      </dsp:txBody>
      <dsp:txXfrm>
        <a:off x="583225" y="3377981"/>
        <a:ext cx="7611790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2/26/2026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2/26/2026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CIA og sårbarheder</a:t>
            </a:r>
            <a:endParaRPr lang="da-DK" noProof="0" dirty="0"/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Pedersen og Vandrup, kapitel 2</a:t>
            </a:r>
            <a:endParaRPr lang="da-DK" noProof="0" dirty="0"/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7A7E60-C1E9-7F53-E695-49942C958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 om CIA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1C804CF-522B-49E2-5AD3-D649397D3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SIK-05-Opgave om CIA ud fra en case</a:t>
            </a:r>
          </a:p>
        </p:txBody>
      </p:sp>
    </p:spTree>
    <p:extLst>
      <p:ext uri="{BB962C8B-B14F-4D97-AF65-F5344CB8AC3E}">
        <p14:creationId xmlns:p14="http://schemas.microsoft.com/office/powerpoint/2010/main" val="258467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C8A68-8E0E-D13F-AC09-B650CEFA7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Sårbarhed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75E06F6-8DFB-38D3-8F76-A957E736AD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Definition</a:t>
            </a:r>
            <a:r>
              <a:rPr lang="da-DK" dirty="0"/>
              <a:t> (grundbogen):</a:t>
            </a:r>
          </a:p>
          <a:p>
            <a:pPr marL="0" indent="0">
              <a:buNone/>
            </a:pPr>
            <a:r>
              <a:rPr lang="da-DK" i="1" dirty="0"/>
              <a:t>En svaghed ved et aktiv eller en kontrol, der potentielt kan udnyttes af en eller flere trusler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7F20F7D2-B906-31E6-8851-3C66CB2CC9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En sårbarhed kan føre til en </a:t>
            </a:r>
            <a:r>
              <a:rPr lang="da-DK" i="1" dirty="0"/>
              <a:t>sikkerhedshændelse</a:t>
            </a:r>
            <a:r>
              <a:rPr lang="da-DK" dirty="0"/>
              <a:t>, hvis den udnyttes af en trussel.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Eksempler:</a:t>
            </a:r>
          </a:p>
          <a:p>
            <a:r>
              <a:rPr lang="da-DK" dirty="0"/>
              <a:t>Manglende inputvalidering</a:t>
            </a:r>
          </a:p>
          <a:p>
            <a:r>
              <a:rPr lang="da-DK" dirty="0"/>
              <a:t>Svag adgangskontrol</a:t>
            </a:r>
          </a:p>
          <a:p>
            <a:r>
              <a:rPr lang="da-DK" dirty="0"/>
              <a:t>Ikke-opdateret software</a:t>
            </a:r>
          </a:p>
          <a:p>
            <a:r>
              <a:rPr lang="da-DK" dirty="0"/>
              <a:t>Manglende/svag kryptering</a:t>
            </a:r>
          </a:p>
        </p:txBody>
      </p:sp>
    </p:spTree>
    <p:extLst>
      <p:ext uri="{BB962C8B-B14F-4D97-AF65-F5344CB8AC3E}">
        <p14:creationId xmlns:p14="http://schemas.microsoft.com/office/powerpoint/2010/main" val="159292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F9830-D24D-7935-E021-932ACA2F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Sårbarhedsvurdering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9F2EF0-B8D3-416F-CC52-441C39B321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Definition </a:t>
            </a:r>
            <a:r>
              <a:rPr lang="da-DK" dirty="0"/>
              <a:t>(grundbogen):</a:t>
            </a:r>
          </a:p>
          <a:p>
            <a:pPr marL="0" indent="0">
              <a:buNone/>
            </a:pPr>
            <a:r>
              <a:rPr lang="da-DK" dirty="0"/>
              <a:t>En systematisk gennemgang af sikkerhedssvagheder i et informationssystem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Kan kategoriseres inden </a:t>
            </a:r>
            <a:r>
              <a:rPr lang="da-DK"/>
              <a:t>for hovedgrupper:</a:t>
            </a:r>
            <a:endParaRPr lang="da-DK" dirty="0"/>
          </a:p>
        </p:txBody>
      </p:sp>
      <p:graphicFrame>
        <p:nvGraphicFramePr>
          <p:cNvPr id="5" name="Pladsholder til indhold 4">
            <a:extLst>
              <a:ext uri="{FF2B5EF4-FFF2-40B4-BE49-F238E27FC236}">
                <a16:creationId xmlns:a16="http://schemas.microsoft.com/office/drawing/2014/main" id="{6DBEBD0F-72CF-64A3-64DD-56E1DFAA01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1501657"/>
              </p:ext>
            </p:extLst>
          </p:nvPr>
        </p:nvGraphicFramePr>
        <p:xfrm>
          <a:off x="6197600" y="1465263"/>
          <a:ext cx="5384800" cy="4340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37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0F5BFF-D5B1-FEE7-78BA-7417EF44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1. Identificer aktiver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CE5F8A-5DF7-C6A6-E941-156CAC2E04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System</a:t>
            </a:r>
            <a:r>
              <a:rPr lang="da-DK" dirty="0"/>
              <a:t>:</a:t>
            </a:r>
          </a:p>
          <a:p>
            <a:pPr marL="0" indent="0">
              <a:buNone/>
            </a:pPr>
            <a:r>
              <a:rPr lang="da-DK" dirty="0"/>
              <a:t>Webbaseret booking- og journalsystem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F1BC834-9BBB-3493-CB1B-D84C35258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b="1" dirty="0"/>
              <a:t>Aktiver</a:t>
            </a:r>
            <a:r>
              <a:rPr lang="da-DK" dirty="0"/>
              <a:t>:</a:t>
            </a:r>
          </a:p>
          <a:p>
            <a:r>
              <a:rPr lang="da-DK" dirty="0"/>
              <a:t>Patientjournaler</a:t>
            </a:r>
          </a:p>
          <a:p>
            <a:r>
              <a:rPr lang="da-DK" dirty="0"/>
              <a:t>Brugerdata</a:t>
            </a:r>
          </a:p>
          <a:p>
            <a:r>
              <a:rPr lang="da-DK" dirty="0"/>
              <a:t>Database og API‑</a:t>
            </a:r>
            <a:r>
              <a:rPr lang="da-DK" dirty="0" err="1"/>
              <a:t>endpoint</a:t>
            </a:r>
            <a:endParaRPr lang="da-DK" dirty="0"/>
          </a:p>
          <a:p>
            <a:r>
              <a:rPr lang="da-DK" dirty="0"/>
              <a:t>Login‑system</a:t>
            </a:r>
          </a:p>
          <a:p>
            <a:r>
              <a:rPr lang="da-DK" dirty="0" err="1"/>
              <a:t>Webserver</a:t>
            </a:r>
            <a:r>
              <a:rPr lang="da-DK" dirty="0"/>
              <a:t> og cloud‑miljø</a:t>
            </a:r>
          </a:p>
        </p:txBody>
      </p:sp>
    </p:spTree>
    <p:extLst>
      <p:ext uri="{BB962C8B-B14F-4D97-AF65-F5344CB8AC3E}">
        <p14:creationId xmlns:p14="http://schemas.microsoft.com/office/powerpoint/2010/main" val="3814924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DAE9D-0EC1-FD67-894F-D7F6F80A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2. Potentielle angrebstyper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FD54F536-5E0B-B426-8942-51757459E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38856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670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B93375B-5B73-706A-E625-0787B0EA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3. Kortlægning af sårbarheder</a:t>
            </a:r>
          </a:p>
        </p:txBody>
      </p:sp>
      <p:graphicFrame>
        <p:nvGraphicFramePr>
          <p:cNvPr id="7" name="Pladsholder til indhold 6">
            <a:extLst>
              <a:ext uri="{FF2B5EF4-FFF2-40B4-BE49-F238E27FC236}">
                <a16:creationId xmlns:a16="http://schemas.microsoft.com/office/drawing/2014/main" id="{4E843C86-75D0-2C5C-9ABC-EB340B80DA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313559"/>
              </p:ext>
            </p:extLst>
          </p:nvPr>
        </p:nvGraphicFramePr>
        <p:xfrm>
          <a:off x="609600" y="1465262"/>
          <a:ext cx="10655809" cy="3710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464">
                  <a:extLst>
                    <a:ext uri="{9D8B030D-6E8A-4147-A177-3AD203B41FA5}">
                      <a16:colId xmlns:a16="http://schemas.microsoft.com/office/drawing/2014/main" val="2603691079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3628162900"/>
                    </a:ext>
                  </a:extLst>
                </a:gridCol>
                <a:gridCol w="1984248">
                  <a:extLst>
                    <a:ext uri="{9D8B030D-6E8A-4147-A177-3AD203B41FA5}">
                      <a16:colId xmlns:a16="http://schemas.microsoft.com/office/drawing/2014/main" val="1547582769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587167445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793469747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3882157019"/>
                    </a:ext>
                  </a:extLst>
                </a:gridCol>
                <a:gridCol w="1097281">
                  <a:extLst>
                    <a:ext uri="{9D8B030D-6E8A-4147-A177-3AD203B41FA5}">
                      <a16:colId xmlns:a16="http://schemas.microsoft.com/office/drawing/2014/main" val="117007463"/>
                    </a:ext>
                  </a:extLst>
                </a:gridCol>
              </a:tblGrid>
              <a:tr h="429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Sårbarhed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Beskrivelse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Udnyttelse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CIA‑påvirkning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Sandsynlighed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Konsekvens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Risikograd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760573"/>
                  </a:ext>
                </a:extLst>
              </a:tr>
              <a:tr h="109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Manglende rate‑</a:t>
                      </a:r>
                      <a:r>
                        <a:rPr lang="da-DK" sz="1400" b="1" dirty="0" err="1">
                          <a:effectLst/>
                        </a:rPr>
                        <a:t>limiting</a:t>
                      </a:r>
                      <a:r>
                        <a:rPr lang="da-DK" sz="1400" b="1" dirty="0">
                          <a:effectLst/>
                        </a:rPr>
                        <a:t> på API‑</a:t>
                      </a:r>
                      <a:r>
                        <a:rPr lang="da-DK" sz="1400" b="1" dirty="0" err="1">
                          <a:effectLst/>
                        </a:rPr>
                        <a:t>endpoint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API’et begrænser ikke antallet af kald pr. minut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Angriber kan scrape store datamængder via automatiserede kald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C:</a:t>
                      </a:r>
                      <a:r>
                        <a:rPr lang="da-DK" sz="1400" dirty="0">
                          <a:effectLst/>
                        </a:rPr>
                        <a:t> Høj</a:t>
                      </a:r>
                      <a:br>
                        <a:rPr lang="da-DK" sz="1400" dirty="0">
                          <a:effectLst/>
                        </a:rPr>
                      </a:br>
                      <a:r>
                        <a:rPr lang="da-DK" sz="1400" b="1" dirty="0">
                          <a:effectLst/>
                        </a:rPr>
                        <a:t>I:</a:t>
                      </a:r>
                      <a:r>
                        <a:rPr lang="da-DK" sz="1400" dirty="0">
                          <a:effectLst/>
                        </a:rPr>
                        <a:t> Lav</a:t>
                      </a:r>
                      <a:br>
                        <a:rPr lang="da-DK" sz="1400" dirty="0">
                          <a:effectLst/>
                        </a:rPr>
                      </a:br>
                      <a:r>
                        <a:rPr lang="da-DK" sz="1400" b="1" dirty="0">
                          <a:effectLst/>
                        </a:rPr>
                        <a:t>A:</a:t>
                      </a:r>
                      <a:r>
                        <a:rPr lang="da-DK" sz="1400" dirty="0">
                          <a:effectLst/>
                        </a:rPr>
                        <a:t> Middel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Høj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Meget høj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Kritisk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318896"/>
                  </a:ext>
                </a:extLst>
              </a:tr>
              <a:tr h="109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Enkeltfaktorautentifikation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Login baseres kun på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Phishing → angriber får fuld adgang med legitim brugeridentitet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C:</a:t>
                      </a:r>
                      <a:r>
                        <a:rPr lang="da-DK" sz="1400">
                          <a:effectLst/>
                        </a:rPr>
                        <a:t> Høj</a:t>
                      </a:r>
                      <a:br>
                        <a:rPr lang="da-DK" sz="1400">
                          <a:effectLst/>
                        </a:rPr>
                      </a:br>
                      <a:r>
                        <a:rPr lang="da-DK" sz="1400" b="1">
                          <a:effectLst/>
                        </a:rPr>
                        <a:t>I:</a:t>
                      </a:r>
                      <a:r>
                        <a:rPr lang="da-DK" sz="1400">
                          <a:effectLst/>
                        </a:rPr>
                        <a:t> Høj</a:t>
                      </a:r>
                      <a:br>
                        <a:rPr lang="da-DK" sz="1400">
                          <a:effectLst/>
                        </a:rPr>
                      </a:br>
                      <a:r>
                        <a:rPr lang="da-DK" sz="1400" b="1">
                          <a:effectLst/>
                        </a:rPr>
                        <a:t>A:</a:t>
                      </a:r>
                      <a:r>
                        <a:rPr lang="da-DK" sz="1400">
                          <a:effectLst/>
                        </a:rPr>
                        <a:t> Middel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Høj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Høj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Kritisk</a:t>
                      </a:r>
                      <a:endParaRPr lang="da-DK" sz="1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162318"/>
                  </a:ext>
                </a:extLst>
              </a:tr>
              <a:tr h="1093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Uopdateret</a:t>
                      </a:r>
                      <a:r>
                        <a:rPr lang="da-DK" sz="1400" b="1" dirty="0">
                          <a:effectLst/>
                        </a:rPr>
                        <a:t> JavaScript‑framework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Forældet frontend‑framework med kendte sårbarheder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XSS eller remote code execution gennem sårbar komponent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>
                          <a:effectLst/>
                        </a:rPr>
                        <a:t>C:</a:t>
                      </a:r>
                      <a:r>
                        <a:rPr lang="da-DK" sz="1400">
                          <a:effectLst/>
                        </a:rPr>
                        <a:t> Middel–Høj</a:t>
                      </a:r>
                      <a:br>
                        <a:rPr lang="da-DK" sz="1400">
                          <a:effectLst/>
                        </a:rPr>
                      </a:br>
                      <a:r>
                        <a:rPr lang="da-DK" sz="1400" b="1">
                          <a:effectLst/>
                        </a:rPr>
                        <a:t>I:</a:t>
                      </a:r>
                      <a:r>
                        <a:rPr lang="da-DK" sz="1400">
                          <a:effectLst/>
                        </a:rPr>
                        <a:t> Middel–Høj</a:t>
                      </a:r>
                      <a:br>
                        <a:rPr lang="da-DK" sz="1400">
                          <a:effectLst/>
                        </a:rPr>
                      </a:br>
                      <a:r>
                        <a:rPr lang="da-DK" sz="1400" b="1">
                          <a:effectLst/>
                        </a:rPr>
                        <a:t>A:</a:t>
                      </a:r>
                      <a:r>
                        <a:rPr lang="da-DK" sz="1400">
                          <a:effectLst/>
                        </a:rPr>
                        <a:t> Lav–Middel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Middel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>
                          <a:effectLst/>
                        </a:rPr>
                        <a:t>Middel–Høj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1" dirty="0">
                          <a:effectLst/>
                        </a:rPr>
                        <a:t>Høj</a:t>
                      </a:r>
                      <a:endParaRPr lang="da-DK" sz="14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460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69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687E63-76CB-1EB7-B2D6-8B84E85A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BD23A5-1B2E-4C86-E4D6-2DB76F1B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SIK-05-Øvelse i sårbarhedsvurdering</a:t>
            </a:r>
          </a:p>
        </p:txBody>
      </p:sp>
    </p:spTree>
    <p:extLst>
      <p:ext uri="{BB962C8B-B14F-4D97-AF65-F5344CB8AC3E}">
        <p14:creationId xmlns:p14="http://schemas.microsoft.com/office/powerpoint/2010/main" val="4076912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1AD39-D708-4D74-B830-B08DF5C2AD3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</TotalTime>
  <Words>281</Words>
  <Application>Microsoft Office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Office-tema</vt:lpstr>
      <vt:lpstr>CIA og sårbarheder</vt:lpstr>
      <vt:lpstr>Øvelser om CIA</vt:lpstr>
      <vt:lpstr>Sårbarhed</vt:lpstr>
      <vt:lpstr>Sårbarhedsvurdering</vt:lpstr>
      <vt:lpstr>1. Identificer aktiver</vt:lpstr>
      <vt:lpstr>2. Potentielle angrebstyper</vt:lpstr>
      <vt:lpstr>3. Kortlægning af sårbarheder</vt:lpstr>
      <vt:lpstr>Øvelse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2026-02-26T08:02:03Z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</Properties>
</file>