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1" r:id="rId4"/>
  </p:sldMasterIdLst>
  <p:sldIdLst>
    <p:sldId id="295" r:id="rId5"/>
    <p:sldId id="296" r:id="rId6"/>
    <p:sldId id="297" r:id="rId7"/>
    <p:sldId id="303" r:id="rId8"/>
    <p:sldId id="272" r:id="rId9"/>
    <p:sldId id="298" r:id="rId10"/>
    <p:sldId id="300" r:id="rId11"/>
    <p:sldId id="299" r:id="rId12"/>
    <p:sldId id="302" r:id="rId13"/>
    <p:sldId id="30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000B0A-FD0E-4C13-A40C-59C7AEE93BEE}" v="81" dt="2026-02-13T09:45:03.5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ema til typografi 1 - Markering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ema til typografi 1 - Markering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ema til typografi 1 - Markering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llemlayou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llemlayou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ine Nørholt Brødsgaard Hansen" userId="S::trije01@eamv.dk::1fa9aab0-b870-4f6c-95b5-0dd2f83cfbca" providerId="AD" clId="Web-{B9A84291-7AC6-9841-0F6D-97C2FC123E90}"/>
    <pc:docChg chg="addSld delSld">
      <pc:chgData name="Trine Nørholt Brødsgaard Hansen" userId="S::trije01@eamv.dk::1fa9aab0-b870-4f6c-95b5-0dd2f83cfbca" providerId="AD" clId="Web-{B9A84291-7AC6-9841-0F6D-97C2FC123E90}" dt="2026-01-29T13:41:51.174" v="1"/>
      <pc:docMkLst>
        <pc:docMk/>
      </pc:docMkLst>
    </pc:docChg>
  </pc:docChgLst>
  <pc:docChgLst>
    <pc:chgData name="Jesper Buch Poignée" userId="e9c179cb-b07f-48e2-8bc5-99357f35e469" providerId="ADAL" clId="{0FA08CF4-302B-405B-A75E-5DF504EDE4A1}"/>
    <pc:docChg chg="undo redo custSel addSld delSld modSld sldOrd">
      <pc:chgData name="Jesper Buch Poignée" userId="e9c179cb-b07f-48e2-8bc5-99357f35e469" providerId="ADAL" clId="{0FA08CF4-302B-405B-A75E-5DF504EDE4A1}" dt="2026-02-13T09:48:23.094" v="12199" actId="20577"/>
      <pc:docMkLst>
        <pc:docMk/>
      </pc:docMkLst>
      <pc:sldChg chg="modSp mod">
        <pc:chgData name="Jesper Buch Poignée" userId="e9c179cb-b07f-48e2-8bc5-99357f35e469" providerId="ADAL" clId="{0FA08CF4-302B-405B-A75E-5DF504EDE4A1}" dt="2026-02-12T13:03:16.746" v="10744" actId="790"/>
        <pc:sldMkLst>
          <pc:docMk/>
          <pc:sldMk cId="0" sldId="272"/>
        </pc:sldMkLst>
        <pc:spChg chg="mod">
          <ac:chgData name="Jesper Buch Poignée" userId="e9c179cb-b07f-48e2-8bc5-99357f35e469" providerId="ADAL" clId="{0FA08CF4-302B-405B-A75E-5DF504EDE4A1}" dt="2026-02-12T13:03:16.746" v="10744" actId="790"/>
          <ac:spMkLst>
            <pc:docMk/>
            <pc:sldMk cId="0" sldId="272"/>
            <ac:spMk id="2" creationId="{00000000-0000-0000-0000-000000000000}"/>
          </ac:spMkLst>
        </pc:spChg>
        <pc:spChg chg="mod">
          <ac:chgData name="Jesper Buch Poignée" userId="e9c179cb-b07f-48e2-8bc5-99357f35e469" providerId="ADAL" clId="{0FA08CF4-302B-405B-A75E-5DF504EDE4A1}" dt="2026-02-12T13:03:16.746" v="10744" actId="790"/>
          <ac:spMkLst>
            <pc:docMk/>
            <pc:sldMk cId="0" sldId="272"/>
            <ac:spMk id="3" creationId="{00000000-0000-0000-0000-000000000000}"/>
          </ac:spMkLst>
        </pc:spChg>
      </pc:sldChg>
      <pc:sldChg chg="addSp delSp modSp new del mod ord modClrScheme chgLayout">
        <pc:chgData name="Jesper Buch Poignée" userId="e9c179cb-b07f-48e2-8bc5-99357f35e469" providerId="ADAL" clId="{0FA08CF4-302B-405B-A75E-5DF504EDE4A1}" dt="2026-02-12T12:58:25.496" v="10588" actId="2696"/>
        <pc:sldMkLst>
          <pc:docMk/>
          <pc:sldMk cId="2327020409" sldId="291"/>
        </pc:sldMkLst>
      </pc:sldChg>
      <pc:sldChg chg="addSp delSp modSp new del mod ord modClrScheme modShow chgLayout">
        <pc:chgData name="Jesper Buch Poignée" userId="e9c179cb-b07f-48e2-8bc5-99357f35e469" providerId="ADAL" clId="{0FA08CF4-302B-405B-A75E-5DF504EDE4A1}" dt="2026-02-12T12:58:25.496" v="10588" actId="2696"/>
        <pc:sldMkLst>
          <pc:docMk/>
          <pc:sldMk cId="2065908119" sldId="292"/>
        </pc:sldMkLst>
      </pc:sldChg>
      <pc:sldChg chg="addSp modSp add del mod ord">
        <pc:chgData name="Jesper Buch Poignée" userId="e9c179cb-b07f-48e2-8bc5-99357f35e469" providerId="ADAL" clId="{0FA08CF4-302B-405B-A75E-5DF504EDE4A1}" dt="2026-02-12T12:58:34.223" v="10590" actId="2696"/>
        <pc:sldMkLst>
          <pc:docMk/>
          <pc:sldMk cId="3283819049" sldId="294"/>
        </pc:sldMkLst>
      </pc:sldChg>
      <pc:sldChg chg="addSp delSp modSp new mod modClrScheme chgLayout">
        <pc:chgData name="Jesper Buch Poignée" userId="e9c179cb-b07f-48e2-8bc5-99357f35e469" providerId="ADAL" clId="{0FA08CF4-302B-405B-A75E-5DF504EDE4A1}" dt="2026-02-12T13:03:16.746" v="10744" actId="790"/>
        <pc:sldMkLst>
          <pc:docMk/>
          <pc:sldMk cId="882084974" sldId="295"/>
        </pc:sldMkLst>
        <pc:spChg chg="del mod ord">
          <ac:chgData name="Jesper Buch Poignée" userId="e9c179cb-b07f-48e2-8bc5-99357f35e469" providerId="ADAL" clId="{0FA08CF4-302B-405B-A75E-5DF504EDE4A1}" dt="2026-02-12T12:58:42.967" v="10592" actId="700"/>
          <ac:spMkLst>
            <pc:docMk/>
            <pc:sldMk cId="882084974" sldId="295"/>
            <ac:spMk id="2" creationId="{94976DA5-FDEC-5BD8-D902-F3E35C7CD62F}"/>
          </ac:spMkLst>
        </pc:spChg>
        <pc:spChg chg="del mod ord">
          <ac:chgData name="Jesper Buch Poignée" userId="e9c179cb-b07f-48e2-8bc5-99357f35e469" providerId="ADAL" clId="{0FA08CF4-302B-405B-A75E-5DF504EDE4A1}" dt="2026-02-12T12:58:42.967" v="10592" actId="700"/>
          <ac:spMkLst>
            <pc:docMk/>
            <pc:sldMk cId="882084974" sldId="295"/>
            <ac:spMk id="3" creationId="{C9FEDD46-AB44-A522-CF5F-CA1F10F33CE4}"/>
          </ac:spMkLst>
        </pc:spChg>
        <pc:spChg chg="add mod ord">
          <ac:chgData name="Jesper Buch Poignée" userId="e9c179cb-b07f-48e2-8bc5-99357f35e469" providerId="ADAL" clId="{0FA08CF4-302B-405B-A75E-5DF504EDE4A1}" dt="2026-02-12T13:03:16.746" v="10744" actId="790"/>
          <ac:spMkLst>
            <pc:docMk/>
            <pc:sldMk cId="882084974" sldId="295"/>
            <ac:spMk id="4" creationId="{8B77BAC9-828B-36E5-4F33-D2E13FC34AD7}"/>
          </ac:spMkLst>
        </pc:spChg>
        <pc:spChg chg="add mod ord">
          <ac:chgData name="Jesper Buch Poignée" userId="e9c179cb-b07f-48e2-8bc5-99357f35e469" providerId="ADAL" clId="{0FA08CF4-302B-405B-A75E-5DF504EDE4A1}" dt="2026-02-12T13:03:16.746" v="10744" actId="790"/>
          <ac:spMkLst>
            <pc:docMk/>
            <pc:sldMk cId="882084974" sldId="295"/>
            <ac:spMk id="5" creationId="{31E9D6C8-BBEF-A22D-0408-B011726DCB5A}"/>
          </ac:spMkLst>
        </pc:spChg>
      </pc:sldChg>
      <pc:sldChg chg="modSp new del mod modAnim">
        <pc:chgData name="Jesper Buch Poignée" userId="e9c179cb-b07f-48e2-8bc5-99357f35e469" providerId="ADAL" clId="{0FA08CF4-302B-405B-A75E-5DF504EDE4A1}" dt="2026-02-12T12:58:25.496" v="10588" actId="2696"/>
        <pc:sldMkLst>
          <pc:docMk/>
          <pc:sldMk cId="2922894774" sldId="295"/>
        </pc:sldMkLst>
      </pc:sldChg>
      <pc:sldChg chg="addSp delSp modSp new mod modClrScheme chgLayout">
        <pc:chgData name="Jesper Buch Poignée" userId="e9c179cb-b07f-48e2-8bc5-99357f35e469" providerId="ADAL" clId="{0FA08CF4-302B-405B-A75E-5DF504EDE4A1}" dt="2026-02-12T13:03:16.746" v="10744" actId="790"/>
        <pc:sldMkLst>
          <pc:docMk/>
          <pc:sldMk cId="1188547797" sldId="296"/>
        </pc:sldMkLst>
        <pc:spChg chg="mod">
          <ac:chgData name="Jesper Buch Poignée" userId="e9c179cb-b07f-48e2-8bc5-99357f35e469" providerId="ADAL" clId="{0FA08CF4-302B-405B-A75E-5DF504EDE4A1}" dt="2026-02-12T13:03:16.746" v="10744" actId="790"/>
          <ac:spMkLst>
            <pc:docMk/>
            <pc:sldMk cId="1188547797" sldId="296"/>
            <ac:spMk id="2" creationId="{864BFC33-1257-423B-0C52-BDDE0E0B4BFC}"/>
          </ac:spMkLst>
        </pc:spChg>
        <pc:spChg chg="del">
          <ac:chgData name="Jesper Buch Poignée" userId="e9c179cb-b07f-48e2-8bc5-99357f35e469" providerId="ADAL" clId="{0FA08CF4-302B-405B-A75E-5DF504EDE4A1}" dt="2026-02-12T13:01:01.828" v="10662" actId="26606"/>
          <ac:spMkLst>
            <pc:docMk/>
            <pc:sldMk cId="1188547797" sldId="296"/>
            <ac:spMk id="3" creationId="{3179C93D-9270-99E3-B9B1-471229C58E13}"/>
          </ac:spMkLst>
        </pc:spChg>
        <pc:spChg chg="add mod">
          <ac:chgData name="Jesper Buch Poignée" userId="e9c179cb-b07f-48e2-8bc5-99357f35e469" providerId="ADAL" clId="{0FA08CF4-302B-405B-A75E-5DF504EDE4A1}" dt="2026-02-12T13:03:16.746" v="10744" actId="790"/>
          <ac:spMkLst>
            <pc:docMk/>
            <pc:sldMk cId="1188547797" sldId="296"/>
            <ac:spMk id="12" creationId="{8B0030CA-C1E5-5946-9479-DBDA908BD943}"/>
          </ac:spMkLst>
        </pc:spChg>
        <pc:picChg chg="add del mod">
          <ac:chgData name="Jesper Buch Poignée" userId="e9c179cb-b07f-48e2-8bc5-99357f35e469" providerId="ADAL" clId="{0FA08CF4-302B-405B-A75E-5DF504EDE4A1}" dt="2026-02-12T13:00:35.684" v="10635" actId="22"/>
          <ac:picMkLst>
            <pc:docMk/>
            <pc:sldMk cId="1188547797" sldId="296"/>
            <ac:picMk id="5" creationId="{69F6FC74-5376-AF66-9C2E-C17B998D3DE8}"/>
          </ac:picMkLst>
        </pc:picChg>
        <pc:picChg chg="add mod">
          <ac:chgData name="Jesper Buch Poignée" userId="e9c179cb-b07f-48e2-8bc5-99357f35e469" providerId="ADAL" clId="{0FA08CF4-302B-405B-A75E-5DF504EDE4A1}" dt="2026-02-12T13:01:06.519" v="10663" actId="1440"/>
          <ac:picMkLst>
            <pc:docMk/>
            <pc:sldMk cId="1188547797" sldId="296"/>
            <ac:picMk id="7" creationId="{DEA64913-30D5-D1A5-727A-601648DE1871}"/>
          </ac:picMkLst>
        </pc:picChg>
      </pc:sldChg>
      <pc:sldChg chg="addSp modSp new del mod modAnim">
        <pc:chgData name="Jesper Buch Poignée" userId="e9c179cb-b07f-48e2-8bc5-99357f35e469" providerId="ADAL" clId="{0FA08CF4-302B-405B-A75E-5DF504EDE4A1}" dt="2026-02-12T12:58:25.496" v="10588" actId="2696"/>
        <pc:sldMkLst>
          <pc:docMk/>
          <pc:sldMk cId="1792258424" sldId="296"/>
        </pc:sldMkLst>
      </pc:sldChg>
      <pc:sldChg chg="addSp delSp modSp new mod modClrScheme chgLayout">
        <pc:chgData name="Jesper Buch Poignée" userId="e9c179cb-b07f-48e2-8bc5-99357f35e469" providerId="ADAL" clId="{0FA08CF4-302B-405B-A75E-5DF504EDE4A1}" dt="2026-02-12T13:03:16.746" v="10744" actId="790"/>
        <pc:sldMkLst>
          <pc:docMk/>
          <pc:sldMk cId="837588262" sldId="297"/>
        </pc:sldMkLst>
        <pc:spChg chg="del">
          <ac:chgData name="Jesper Buch Poignée" userId="e9c179cb-b07f-48e2-8bc5-99357f35e469" providerId="ADAL" clId="{0FA08CF4-302B-405B-A75E-5DF504EDE4A1}" dt="2026-02-12T13:02:33.541" v="10712" actId="26606"/>
          <ac:spMkLst>
            <pc:docMk/>
            <pc:sldMk cId="837588262" sldId="297"/>
            <ac:spMk id="2" creationId="{1F7FB47D-FFD7-3101-0E93-90B54BE858C0}"/>
          </ac:spMkLst>
        </pc:spChg>
        <pc:spChg chg="del">
          <ac:chgData name="Jesper Buch Poignée" userId="e9c179cb-b07f-48e2-8bc5-99357f35e469" providerId="ADAL" clId="{0FA08CF4-302B-405B-A75E-5DF504EDE4A1}" dt="2026-02-12T13:02:33.541" v="10712" actId="26606"/>
          <ac:spMkLst>
            <pc:docMk/>
            <pc:sldMk cId="837588262" sldId="297"/>
            <ac:spMk id="3" creationId="{4F18DEE1-1F10-9380-6ACD-3C51C407DDFF}"/>
          </ac:spMkLst>
        </pc:spChg>
        <pc:spChg chg="del">
          <ac:chgData name="Jesper Buch Poignée" userId="e9c179cb-b07f-48e2-8bc5-99357f35e469" providerId="ADAL" clId="{0FA08CF4-302B-405B-A75E-5DF504EDE4A1}" dt="2026-02-12T13:02:33.541" v="10712" actId="26606"/>
          <ac:spMkLst>
            <pc:docMk/>
            <pc:sldMk cId="837588262" sldId="297"/>
            <ac:spMk id="4" creationId="{520FA461-DADE-5B8F-14E2-09B697E01A43}"/>
          </ac:spMkLst>
        </pc:spChg>
        <pc:spChg chg="add mod">
          <ac:chgData name="Jesper Buch Poignée" userId="e9c179cb-b07f-48e2-8bc5-99357f35e469" providerId="ADAL" clId="{0FA08CF4-302B-405B-A75E-5DF504EDE4A1}" dt="2026-02-12T13:03:16.746" v="10744" actId="790"/>
          <ac:spMkLst>
            <pc:docMk/>
            <pc:sldMk cId="837588262" sldId="297"/>
            <ac:spMk id="11" creationId="{22185559-BB47-36BD-0CB8-C040F01EC0CE}"/>
          </ac:spMkLst>
        </pc:spChg>
        <pc:picChg chg="add mod">
          <ac:chgData name="Jesper Buch Poignée" userId="e9c179cb-b07f-48e2-8bc5-99357f35e469" providerId="ADAL" clId="{0FA08CF4-302B-405B-A75E-5DF504EDE4A1}" dt="2026-02-12T13:02:37.310" v="10713" actId="1440"/>
          <ac:picMkLst>
            <pc:docMk/>
            <pc:sldMk cId="837588262" sldId="297"/>
            <ac:picMk id="6" creationId="{E4688843-B8BF-C559-A56A-07676DC6601D}"/>
          </ac:picMkLst>
        </pc:picChg>
      </pc:sldChg>
      <pc:sldChg chg="addSp modSp new del mod ord modClrScheme modAnim chgLayout">
        <pc:chgData name="Jesper Buch Poignée" userId="e9c179cb-b07f-48e2-8bc5-99357f35e469" providerId="ADAL" clId="{0FA08CF4-302B-405B-A75E-5DF504EDE4A1}" dt="2026-02-12T12:58:25.496" v="10588" actId="2696"/>
        <pc:sldMkLst>
          <pc:docMk/>
          <pc:sldMk cId="1183785911" sldId="297"/>
        </pc:sldMkLst>
      </pc:sldChg>
      <pc:sldChg chg="addSp delSp modSp new mod">
        <pc:chgData name="Jesper Buch Poignée" userId="e9c179cb-b07f-48e2-8bc5-99357f35e469" providerId="ADAL" clId="{0FA08CF4-302B-405B-A75E-5DF504EDE4A1}" dt="2026-02-12T13:31:18.366" v="11208" actId="20577"/>
        <pc:sldMkLst>
          <pc:docMk/>
          <pc:sldMk cId="3855897538" sldId="298"/>
        </pc:sldMkLst>
        <pc:spChg chg="mod">
          <ac:chgData name="Jesper Buch Poignée" userId="e9c179cb-b07f-48e2-8bc5-99357f35e469" providerId="ADAL" clId="{0FA08CF4-302B-405B-A75E-5DF504EDE4A1}" dt="2026-02-12T13:12:45.629" v="11074" actId="6549"/>
          <ac:spMkLst>
            <pc:docMk/>
            <pc:sldMk cId="3855897538" sldId="298"/>
            <ac:spMk id="2" creationId="{B818803E-5B1E-497C-149F-77151664743B}"/>
          </ac:spMkLst>
        </pc:spChg>
        <pc:spChg chg="del">
          <ac:chgData name="Jesper Buch Poignée" userId="e9c179cb-b07f-48e2-8bc5-99357f35e469" providerId="ADAL" clId="{0FA08CF4-302B-405B-A75E-5DF504EDE4A1}" dt="2026-02-12T13:07:32.184" v="10831" actId="1032"/>
          <ac:spMkLst>
            <pc:docMk/>
            <pc:sldMk cId="3855897538" sldId="298"/>
            <ac:spMk id="3" creationId="{43165FB5-F24D-3928-4EF9-25E243822102}"/>
          </ac:spMkLst>
        </pc:spChg>
        <pc:graphicFrameChg chg="add mod modGraphic">
          <ac:chgData name="Jesper Buch Poignée" userId="e9c179cb-b07f-48e2-8bc5-99357f35e469" providerId="ADAL" clId="{0FA08CF4-302B-405B-A75E-5DF504EDE4A1}" dt="2026-02-12T13:31:18.366" v="11208" actId="20577"/>
          <ac:graphicFrameMkLst>
            <pc:docMk/>
            <pc:sldMk cId="3855897538" sldId="298"/>
            <ac:graphicFrameMk id="4" creationId="{1F1C08BA-497B-0AD2-75D3-6BEC7A775C6F}"/>
          </ac:graphicFrameMkLst>
        </pc:graphicFrameChg>
      </pc:sldChg>
      <pc:sldChg chg="addSp delSp modSp new del mod modClrScheme chgLayout">
        <pc:chgData name="Jesper Buch Poignée" userId="e9c179cb-b07f-48e2-8bc5-99357f35e469" providerId="ADAL" clId="{0FA08CF4-302B-405B-A75E-5DF504EDE4A1}" dt="2026-02-12T12:58:25.496" v="10588" actId="2696"/>
        <pc:sldMkLst>
          <pc:docMk/>
          <pc:sldMk cId="4124895878" sldId="298"/>
        </pc:sldMkLst>
      </pc:sldChg>
      <pc:sldChg chg="modSp add del mod modAnim">
        <pc:chgData name="Jesper Buch Poignée" userId="e9c179cb-b07f-48e2-8bc5-99357f35e469" providerId="ADAL" clId="{0FA08CF4-302B-405B-A75E-5DF504EDE4A1}" dt="2026-02-12T12:58:25.496" v="10588" actId="2696"/>
        <pc:sldMkLst>
          <pc:docMk/>
          <pc:sldMk cId="3150938156" sldId="299"/>
        </pc:sldMkLst>
      </pc:sldChg>
      <pc:sldChg chg="addSp delSp modSp new mod modAnim">
        <pc:chgData name="Jesper Buch Poignée" userId="e9c179cb-b07f-48e2-8bc5-99357f35e469" providerId="ADAL" clId="{0FA08CF4-302B-405B-A75E-5DF504EDE4A1}" dt="2026-02-13T09:39:21.973" v="12021"/>
        <pc:sldMkLst>
          <pc:docMk/>
          <pc:sldMk cId="3178881026" sldId="299"/>
        </pc:sldMkLst>
        <pc:spChg chg="mod">
          <ac:chgData name="Jesper Buch Poignée" userId="e9c179cb-b07f-48e2-8bc5-99357f35e469" providerId="ADAL" clId="{0FA08CF4-302B-405B-A75E-5DF504EDE4A1}" dt="2026-02-13T09:15:08.019" v="11578" actId="20577"/>
          <ac:spMkLst>
            <pc:docMk/>
            <pc:sldMk cId="3178881026" sldId="299"/>
            <ac:spMk id="2" creationId="{0DF03D0B-3FD4-325E-6DBF-3F690C74ABDF}"/>
          </ac:spMkLst>
        </pc:spChg>
        <pc:spChg chg="del">
          <ac:chgData name="Jesper Buch Poignée" userId="e9c179cb-b07f-48e2-8bc5-99357f35e469" providerId="ADAL" clId="{0FA08CF4-302B-405B-A75E-5DF504EDE4A1}" dt="2026-02-13T09:15:35.839" v="11579" actId="1032"/>
          <ac:spMkLst>
            <pc:docMk/>
            <pc:sldMk cId="3178881026" sldId="299"/>
            <ac:spMk id="3" creationId="{D3429FF4-0C98-9E6B-1E91-88C9781B892B}"/>
          </ac:spMkLst>
        </pc:spChg>
        <pc:spChg chg="add mod">
          <ac:chgData name="Jesper Buch Poignée" userId="e9c179cb-b07f-48e2-8bc5-99357f35e469" providerId="ADAL" clId="{0FA08CF4-302B-405B-A75E-5DF504EDE4A1}" dt="2026-02-13T09:22:11.658" v="11899" actId="1076"/>
          <ac:spMkLst>
            <pc:docMk/>
            <pc:sldMk cId="3178881026" sldId="299"/>
            <ac:spMk id="5" creationId="{910083D7-C224-3459-26E8-4BEEA9FD2D99}"/>
          </ac:spMkLst>
        </pc:spChg>
        <pc:graphicFrameChg chg="add mod modGraphic">
          <ac:chgData name="Jesper Buch Poignée" userId="e9c179cb-b07f-48e2-8bc5-99357f35e469" providerId="ADAL" clId="{0FA08CF4-302B-405B-A75E-5DF504EDE4A1}" dt="2026-02-13T09:39:21.973" v="12021"/>
          <ac:graphicFrameMkLst>
            <pc:docMk/>
            <pc:sldMk cId="3178881026" sldId="299"/>
            <ac:graphicFrameMk id="4" creationId="{F7AE3F2F-D392-43D6-6A3C-123B893E702B}"/>
          </ac:graphicFrameMkLst>
        </pc:graphicFrameChg>
        <pc:graphicFrameChg chg="add mod">
          <ac:chgData name="Jesper Buch Poignée" userId="e9c179cb-b07f-48e2-8bc5-99357f35e469" providerId="ADAL" clId="{0FA08CF4-302B-405B-A75E-5DF504EDE4A1}" dt="2026-02-13T09:21:21.275" v="11888"/>
          <ac:graphicFrameMkLst>
            <pc:docMk/>
            <pc:sldMk cId="3178881026" sldId="299"/>
            <ac:graphicFrameMk id="6" creationId="{CC75E718-B83A-85ED-6863-F35F09CD18AF}"/>
          </ac:graphicFrameMkLst>
        </pc:graphicFrameChg>
      </pc:sldChg>
      <pc:sldChg chg="addSp modSp new mod ord modAnim">
        <pc:chgData name="Jesper Buch Poignée" userId="e9c179cb-b07f-48e2-8bc5-99357f35e469" providerId="ADAL" clId="{0FA08CF4-302B-405B-A75E-5DF504EDE4A1}" dt="2026-02-13T08:19:34.865" v="11510" actId="114"/>
        <pc:sldMkLst>
          <pc:docMk/>
          <pc:sldMk cId="3947165504" sldId="300"/>
        </pc:sldMkLst>
        <pc:spChg chg="mod">
          <ac:chgData name="Jesper Buch Poignée" userId="e9c179cb-b07f-48e2-8bc5-99357f35e469" providerId="ADAL" clId="{0FA08CF4-302B-405B-A75E-5DF504EDE4A1}" dt="2026-02-13T08:18:57.767" v="11492" actId="6549"/>
          <ac:spMkLst>
            <pc:docMk/>
            <pc:sldMk cId="3947165504" sldId="300"/>
            <ac:spMk id="2" creationId="{CF742460-AA01-D0C1-5DEE-F93D6AA6034A}"/>
          </ac:spMkLst>
        </pc:spChg>
        <pc:spChg chg="mod">
          <ac:chgData name="Jesper Buch Poignée" userId="e9c179cb-b07f-48e2-8bc5-99357f35e469" providerId="ADAL" clId="{0FA08CF4-302B-405B-A75E-5DF504EDE4A1}" dt="2026-02-13T08:19:34.865" v="11510" actId="114"/>
          <ac:spMkLst>
            <pc:docMk/>
            <pc:sldMk cId="3947165504" sldId="300"/>
            <ac:spMk id="3" creationId="{F2336AB6-C4AD-BB58-F866-12129319B681}"/>
          </ac:spMkLst>
        </pc:spChg>
        <pc:spChg chg="add mod">
          <ac:chgData name="Jesper Buch Poignée" userId="e9c179cb-b07f-48e2-8bc5-99357f35e469" providerId="ADAL" clId="{0FA08CF4-302B-405B-A75E-5DF504EDE4A1}" dt="2026-02-12T13:48:25.293" v="11231" actId="1076"/>
          <ac:spMkLst>
            <pc:docMk/>
            <pc:sldMk cId="3947165504" sldId="300"/>
            <ac:spMk id="5" creationId="{BEC3A0A0-A55E-F8BC-55FC-75455F4A7F25}"/>
          </ac:spMkLst>
        </pc:spChg>
        <pc:picChg chg="add mod">
          <ac:chgData name="Jesper Buch Poignée" userId="e9c179cb-b07f-48e2-8bc5-99357f35e469" providerId="ADAL" clId="{0FA08CF4-302B-405B-A75E-5DF504EDE4A1}" dt="2026-02-12T13:47:07.321" v="11212" actId="1440"/>
          <ac:picMkLst>
            <pc:docMk/>
            <pc:sldMk cId="3947165504" sldId="300"/>
            <ac:picMk id="4" creationId="{56803AA2-7171-FD2C-F08F-099837A18C5F}"/>
          </ac:picMkLst>
        </pc:picChg>
      </pc:sldChg>
      <pc:sldChg chg="modSp new mod">
        <pc:chgData name="Jesper Buch Poignée" userId="e9c179cb-b07f-48e2-8bc5-99357f35e469" providerId="ADAL" clId="{0FA08CF4-302B-405B-A75E-5DF504EDE4A1}" dt="2026-02-13T09:48:23.094" v="12199" actId="20577"/>
        <pc:sldMkLst>
          <pc:docMk/>
          <pc:sldMk cId="1217012437" sldId="301"/>
        </pc:sldMkLst>
        <pc:spChg chg="mod">
          <ac:chgData name="Jesper Buch Poignée" userId="e9c179cb-b07f-48e2-8bc5-99357f35e469" providerId="ADAL" clId="{0FA08CF4-302B-405B-A75E-5DF504EDE4A1}" dt="2026-02-13T09:46:27.837" v="12074" actId="20577"/>
          <ac:spMkLst>
            <pc:docMk/>
            <pc:sldMk cId="1217012437" sldId="301"/>
            <ac:spMk id="2" creationId="{E4F59A89-A42E-0A1E-C3C4-8D96275B2780}"/>
          </ac:spMkLst>
        </pc:spChg>
        <pc:spChg chg="mod">
          <ac:chgData name="Jesper Buch Poignée" userId="e9c179cb-b07f-48e2-8bc5-99357f35e469" providerId="ADAL" clId="{0FA08CF4-302B-405B-A75E-5DF504EDE4A1}" dt="2026-02-13T09:48:23.094" v="12199" actId="20577"/>
          <ac:spMkLst>
            <pc:docMk/>
            <pc:sldMk cId="1217012437" sldId="301"/>
            <ac:spMk id="3" creationId="{B49F6CA1-58F8-B715-3F6C-CD1C628A412F}"/>
          </ac:spMkLst>
        </pc:spChg>
      </pc:sldChg>
      <pc:sldChg chg="modSp new del mod">
        <pc:chgData name="Jesper Buch Poignée" userId="e9c179cb-b07f-48e2-8bc5-99357f35e469" providerId="ADAL" clId="{0FA08CF4-302B-405B-A75E-5DF504EDE4A1}" dt="2026-02-12T12:58:25.496" v="10588" actId="2696"/>
        <pc:sldMkLst>
          <pc:docMk/>
          <pc:sldMk cId="2669914420" sldId="301"/>
        </pc:sldMkLst>
      </pc:sldChg>
      <pc:sldChg chg="addSp delSp modSp add del mod ord modClrScheme modAnim chgLayout">
        <pc:chgData name="Jesper Buch Poignée" userId="e9c179cb-b07f-48e2-8bc5-99357f35e469" providerId="ADAL" clId="{0FA08CF4-302B-405B-A75E-5DF504EDE4A1}" dt="2026-02-12T12:58:25.496" v="10588" actId="2696"/>
        <pc:sldMkLst>
          <pc:docMk/>
          <pc:sldMk cId="371919747" sldId="302"/>
        </pc:sldMkLst>
      </pc:sldChg>
      <pc:sldChg chg="modSp new mod">
        <pc:chgData name="Jesper Buch Poignée" userId="e9c179cb-b07f-48e2-8bc5-99357f35e469" providerId="ADAL" clId="{0FA08CF4-302B-405B-A75E-5DF504EDE4A1}" dt="2026-02-13T09:45:03.679" v="12026"/>
        <pc:sldMkLst>
          <pc:docMk/>
          <pc:sldMk cId="3681983683" sldId="302"/>
        </pc:sldMkLst>
        <pc:spChg chg="mod">
          <ac:chgData name="Jesper Buch Poignée" userId="e9c179cb-b07f-48e2-8bc5-99357f35e469" providerId="ADAL" clId="{0FA08CF4-302B-405B-A75E-5DF504EDE4A1}" dt="2026-02-13T09:28:25.298" v="12003" actId="20577"/>
          <ac:spMkLst>
            <pc:docMk/>
            <pc:sldMk cId="3681983683" sldId="302"/>
            <ac:spMk id="2" creationId="{63AF132C-50EF-E547-B5F4-8151D3EAC445}"/>
          </ac:spMkLst>
        </pc:spChg>
        <pc:spChg chg="mod">
          <ac:chgData name="Jesper Buch Poignée" userId="e9c179cb-b07f-48e2-8bc5-99357f35e469" providerId="ADAL" clId="{0FA08CF4-302B-405B-A75E-5DF504EDE4A1}" dt="2026-02-13T09:45:03.679" v="12026"/>
          <ac:spMkLst>
            <pc:docMk/>
            <pc:sldMk cId="3681983683" sldId="302"/>
            <ac:spMk id="3" creationId="{9DC09CC5-96BF-8FA5-F2D9-681D98DA475F}"/>
          </ac:spMkLst>
        </pc:spChg>
      </pc:sldChg>
      <pc:sldChg chg="addSp modSp add del mod">
        <pc:chgData name="Jesper Buch Poignée" userId="e9c179cb-b07f-48e2-8bc5-99357f35e469" providerId="ADAL" clId="{0FA08CF4-302B-405B-A75E-5DF504EDE4A1}" dt="2026-02-12T12:58:25.496" v="10588" actId="2696"/>
        <pc:sldMkLst>
          <pc:docMk/>
          <pc:sldMk cId="1691760177" sldId="303"/>
        </pc:sldMkLst>
      </pc:sldChg>
      <pc:sldChg chg="addSp modSp add mod">
        <pc:chgData name="Jesper Buch Poignée" userId="e9c179cb-b07f-48e2-8bc5-99357f35e469" providerId="ADAL" clId="{0FA08CF4-302B-405B-A75E-5DF504EDE4A1}" dt="2026-02-13T09:32:29.634" v="12008" actId="1076"/>
        <pc:sldMkLst>
          <pc:docMk/>
          <pc:sldMk cId="2284200102" sldId="303"/>
        </pc:sldMkLst>
        <pc:spChg chg="mod">
          <ac:chgData name="Jesper Buch Poignée" userId="e9c179cb-b07f-48e2-8bc5-99357f35e469" providerId="ADAL" clId="{0FA08CF4-302B-405B-A75E-5DF504EDE4A1}" dt="2026-02-13T09:31:15.875" v="12005" actId="20577"/>
          <ac:spMkLst>
            <pc:docMk/>
            <pc:sldMk cId="2284200102" sldId="303"/>
            <ac:spMk id="2" creationId="{2126B902-7408-ED00-05E6-4E4093C2241A}"/>
          </ac:spMkLst>
        </pc:spChg>
        <pc:picChg chg="add mod">
          <ac:chgData name="Jesper Buch Poignée" userId="e9c179cb-b07f-48e2-8bc5-99357f35e469" providerId="ADAL" clId="{0FA08CF4-302B-405B-A75E-5DF504EDE4A1}" dt="2026-02-13T09:32:29.634" v="12008" actId="1076"/>
          <ac:picMkLst>
            <pc:docMk/>
            <pc:sldMk cId="2284200102" sldId="303"/>
            <ac:picMk id="5" creationId="{DF1AD529-2C4E-75C2-F14C-823DC4BF8FC7}"/>
          </ac:picMkLst>
        </pc:picChg>
      </pc:sldChg>
      <pc:sldChg chg="addSp delSp modSp new del mod modClrScheme chgLayout">
        <pc:chgData name="Jesper Buch Poignée" userId="e9c179cb-b07f-48e2-8bc5-99357f35e469" providerId="ADAL" clId="{0FA08CF4-302B-405B-A75E-5DF504EDE4A1}" dt="2026-02-12T12:58:25.496" v="10588" actId="2696"/>
        <pc:sldMkLst>
          <pc:docMk/>
          <pc:sldMk cId="3470648716" sldId="304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image" Target="../media/image6.jp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image" Target="../media/image6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223B6E-5CC5-4499-815C-8590EE31DAF4}" type="doc">
      <dgm:prSet loTypeId="urn:microsoft.com/office/officeart/2005/8/layout/equati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da-DK"/>
        </a:p>
      </dgm:t>
    </dgm:pt>
    <dgm:pt modelId="{0BF07947-210C-4E8A-9C1F-80B37C875489}">
      <dgm:prSet phldrT="[Tekst]" phldr="0"/>
      <dgm:spPr/>
      <dgm:t>
        <a:bodyPr/>
        <a:lstStyle/>
        <a:p>
          <a:r>
            <a:rPr lang="da-DK"/>
            <a:t>Trussel</a:t>
          </a:r>
        </a:p>
      </dgm:t>
    </dgm:pt>
    <dgm:pt modelId="{765AB12B-5C3C-42D7-B8BE-F4292235FB10}" type="parTrans" cxnId="{F070161A-33C5-4C0B-B610-77FFA2032F5E}">
      <dgm:prSet/>
      <dgm:spPr/>
      <dgm:t>
        <a:bodyPr/>
        <a:lstStyle/>
        <a:p>
          <a:endParaRPr lang="da-DK"/>
        </a:p>
      </dgm:t>
    </dgm:pt>
    <dgm:pt modelId="{D7E8C31D-8CF7-45AA-9622-C3CFDF8B2CEA}" type="sibTrans" cxnId="{F070161A-33C5-4C0B-B610-77FFA2032F5E}">
      <dgm:prSet/>
      <dgm:spPr/>
      <dgm:t>
        <a:bodyPr/>
        <a:lstStyle/>
        <a:p>
          <a:endParaRPr lang="da-DK"/>
        </a:p>
      </dgm:t>
    </dgm:pt>
    <dgm:pt modelId="{827BB3A8-B101-444D-9430-411F8F84B7DB}">
      <dgm:prSet phldrT="[Tekst]" phldr="0"/>
      <dgm:spPr/>
      <dgm:t>
        <a:bodyPr/>
        <a:lstStyle/>
        <a:p>
          <a:r>
            <a:rPr lang="da-DK" dirty="0"/>
            <a:t>Sårbarhed</a:t>
          </a:r>
        </a:p>
      </dgm:t>
    </dgm:pt>
    <dgm:pt modelId="{9C4D0AAF-BEFF-4A26-BA81-B1214EB92253}" type="parTrans" cxnId="{08C86974-A674-49DA-A26C-80007A8E55EF}">
      <dgm:prSet/>
      <dgm:spPr/>
      <dgm:t>
        <a:bodyPr/>
        <a:lstStyle/>
        <a:p>
          <a:endParaRPr lang="da-DK"/>
        </a:p>
      </dgm:t>
    </dgm:pt>
    <dgm:pt modelId="{121B81C7-C94E-4038-AE78-3C1C705CE446}" type="sibTrans" cxnId="{08C86974-A674-49DA-A26C-80007A8E55EF}">
      <dgm:prSet/>
      <dgm:spPr/>
      <dgm:t>
        <a:bodyPr/>
        <a:lstStyle/>
        <a:p>
          <a:endParaRPr lang="da-DK"/>
        </a:p>
      </dgm:t>
    </dgm:pt>
    <dgm:pt modelId="{29031C5E-2D97-4E56-97DA-073EC2F9079E}">
      <dgm:prSet phldrT="[Tekst]" phldr="0"/>
      <dgm:spPr/>
      <dgm:t>
        <a:bodyPr/>
        <a:lstStyle/>
        <a:p>
          <a:r>
            <a:rPr lang="da-DK" dirty="0"/>
            <a:t>Risiko</a:t>
          </a:r>
        </a:p>
      </dgm:t>
    </dgm:pt>
    <dgm:pt modelId="{3EBB0406-943F-443C-96FC-91E2045D8BAF}" type="parTrans" cxnId="{8B009E10-36B6-4A5D-8963-C3947F2377D7}">
      <dgm:prSet/>
      <dgm:spPr/>
      <dgm:t>
        <a:bodyPr/>
        <a:lstStyle/>
        <a:p>
          <a:endParaRPr lang="da-DK"/>
        </a:p>
      </dgm:t>
    </dgm:pt>
    <dgm:pt modelId="{D4990000-F7A5-4612-AB33-383843A8230F}" type="sibTrans" cxnId="{8B009E10-36B6-4A5D-8963-C3947F2377D7}">
      <dgm:prSet/>
      <dgm:spPr/>
      <dgm:t>
        <a:bodyPr/>
        <a:lstStyle/>
        <a:p>
          <a:endParaRPr lang="da-DK"/>
        </a:p>
      </dgm:t>
    </dgm:pt>
    <dgm:pt modelId="{F14E03B6-2028-4E18-9288-225E288D7237}">
      <dgm:prSet phldrT="[Tekst]" phldr="0"/>
      <dgm:spPr/>
      <dgm:t>
        <a:bodyPr/>
        <a:lstStyle/>
        <a:p>
          <a:r>
            <a:rPr lang="da-DK"/>
            <a:t>Konsekvens</a:t>
          </a:r>
          <a:endParaRPr lang="da-DK" dirty="0"/>
        </a:p>
      </dgm:t>
    </dgm:pt>
    <dgm:pt modelId="{1B447F7F-9E1F-4766-BC92-2D741447E106}" type="parTrans" cxnId="{E5813876-9BAC-4EA7-9FB7-1E32C0D94C87}">
      <dgm:prSet/>
      <dgm:spPr/>
      <dgm:t>
        <a:bodyPr/>
        <a:lstStyle/>
        <a:p>
          <a:endParaRPr lang="da-DK"/>
        </a:p>
      </dgm:t>
    </dgm:pt>
    <dgm:pt modelId="{0083253E-C979-47E2-A556-8A9B7E539B6F}" type="sibTrans" cxnId="{E5813876-9BAC-4EA7-9FB7-1E32C0D94C87}">
      <dgm:prSet/>
      <dgm:spPr/>
      <dgm:t>
        <a:bodyPr/>
        <a:lstStyle/>
        <a:p>
          <a:endParaRPr lang="da-DK"/>
        </a:p>
      </dgm:t>
    </dgm:pt>
    <dgm:pt modelId="{3A124027-5BB0-40D1-8B42-D7EDF4B2BBD4}" type="pres">
      <dgm:prSet presAssocID="{37223B6E-5CC5-4499-815C-8590EE31DAF4}" presName="linearFlow" presStyleCnt="0">
        <dgm:presLayoutVars>
          <dgm:dir/>
          <dgm:resizeHandles val="exact"/>
        </dgm:presLayoutVars>
      </dgm:prSet>
      <dgm:spPr/>
    </dgm:pt>
    <dgm:pt modelId="{0F6960DD-3795-4D00-9911-1DBFC39F3979}" type="pres">
      <dgm:prSet presAssocID="{0BF07947-210C-4E8A-9C1F-80B37C875489}" presName="node" presStyleLbl="node1" presStyleIdx="0" presStyleCnt="4">
        <dgm:presLayoutVars>
          <dgm:bulletEnabled val="1"/>
        </dgm:presLayoutVars>
      </dgm:prSet>
      <dgm:spPr/>
    </dgm:pt>
    <dgm:pt modelId="{5BBC95D9-4E98-4AF1-82DB-E55347A6A510}" type="pres">
      <dgm:prSet presAssocID="{D7E8C31D-8CF7-45AA-9622-C3CFDF8B2CEA}" presName="spacerL" presStyleCnt="0"/>
      <dgm:spPr/>
    </dgm:pt>
    <dgm:pt modelId="{9891C03D-9168-4E3F-8DF9-64DFC2965DB7}" type="pres">
      <dgm:prSet presAssocID="{D7E8C31D-8CF7-45AA-9622-C3CFDF8B2CEA}" presName="sibTrans" presStyleLbl="sibTrans2D1" presStyleIdx="0" presStyleCnt="3"/>
      <dgm:spPr/>
    </dgm:pt>
    <dgm:pt modelId="{A119CDB8-7471-4207-9DA7-BAE3BE4721E1}" type="pres">
      <dgm:prSet presAssocID="{D7E8C31D-8CF7-45AA-9622-C3CFDF8B2CEA}" presName="spacerR" presStyleCnt="0"/>
      <dgm:spPr/>
    </dgm:pt>
    <dgm:pt modelId="{B968E236-108C-45E1-8428-F88159CF5151}" type="pres">
      <dgm:prSet presAssocID="{827BB3A8-B101-444D-9430-411F8F84B7DB}" presName="node" presStyleLbl="node1" presStyleIdx="1" presStyleCnt="4">
        <dgm:presLayoutVars>
          <dgm:bulletEnabled val="1"/>
        </dgm:presLayoutVars>
      </dgm:prSet>
      <dgm:spPr/>
    </dgm:pt>
    <dgm:pt modelId="{86CE68E3-CDF7-4042-905A-FD6F85524B18}" type="pres">
      <dgm:prSet presAssocID="{121B81C7-C94E-4038-AE78-3C1C705CE446}" presName="spacerL" presStyleCnt="0"/>
      <dgm:spPr/>
    </dgm:pt>
    <dgm:pt modelId="{227CCB3B-756A-4944-B1A8-6D303932BA15}" type="pres">
      <dgm:prSet presAssocID="{121B81C7-C94E-4038-AE78-3C1C705CE446}" presName="sibTrans" presStyleLbl="sibTrans2D1" presStyleIdx="1" presStyleCnt="3"/>
      <dgm:spPr/>
    </dgm:pt>
    <dgm:pt modelId="{23F5293C-86BA-4A4B-AAD4-1FCF58EEC402}" type="pres">
      <dgm:prSet presAssocID="{121B81C7-C94E-4038-AE78-3C1C705CE446}" presName="spacerR" presStyleCnt="0"/>
      <dgm:spPr/>
    </dgm:pt>
    <dgm:pt modelId="{90F6A059-2AF8-4056-BE2D-CA0F0E598F72}" type="pres">
      <dgm:prSet presAssocID="{F14E03B6-2028-4E18-9288-225E288D7237}" presName="node" presStyleLbl="node1" presStyleIdx="2" presStyleCnt="4">
        <dgm:presLayoutVars>
          <dgm:bulletEnabled val="1"/>
        </dgm:presLayoutVars>
      </dgm:prSet>
      <dgm:spPr/>
    </dgm:pt>
    <dgm:pt modelId="{DD9CB935-E635-4468-9F4C-381F350DEFE8}" type="pres">
      <dgm:prSet presAssocID="{0083253E-C979-47E2-A556-8A9B7E539B6F}" presName="spacerL" presStyleCnt="0"/>
      <dgm:spPr/>
    </dgm:pt>
    <dgm:pt modelId="{3B657924-C0F3-4132-BF50-D2AB7956DBA4}" type="pres">
      <dgm:prSet presAssocID="{0083253E-C979-47E2-A556-8A9B7E539B6F}" presName="sibTrans" presStyleLbl="sibTrans2D1" presStyleIdx="2" presStyleCnt="3"/>
      <dgm:spPr/>
    </dgm:pt>
    <dgm:pt modelId="{6CEF4D28-C7F4-4483-88DD-AD022B74599F}" type="pres">
      <dgm:prSet presAssocID="{0083253E-C979-47E2-A556-8A9B7E539B6F}" presName="spacerR" presStyleCnt="0"/>
      <dgm:spPr/>
    </dgm:pt>
    <dgm:pt modelId="{89630E40-7ECC-44A8-956F-0746DF6EAD6C}" type="pres">
      <dgm:prSet presAssocID="{29031C5E-2D97-4E56-97DA-073EC2F9079E}" presName="node" presStyleLbl="node1" presStyleIdx="3" presStyleCnt="4">
        <dgm:presLayoutVars>
          <dgm:bulletEnabled val="1"/>
        </dgm:presLayoutVars>
      </dgm:prSet>
      <dgm:spPr/>
    </dgm:pt>
  </dgm:ptLst>
  <dgm:cxnLst>
    <dgm:cxn modelId="{8B009E10-36B6-4A5D-8963-C3947F2377D7}" srcId="{37223B6E-5CC5-4499-815C-8590EE31DAF4}" destId="{29031C5E-2D97-4E56-97DA-073EC2F9079E}" srcOrd="3" destOrd="0" parTransId="{3EBB0406-943F-443C-96FC-91E2045D8BAF}" sibTransId="{D4990000-F7A5-4612-AB33-383843A8230F}"/>
    <dgm:cxn modelId="{F070161A-33C5-4C0B-B610-77FFA2032F5E}" srcId="{37223B6E-5CC5-4499-815C-8590EE31DAF4}" destId="{0BF07947-210C-4E8A-9C1F-80B37C875489}" srcOrd="0" destOrd="0" parTransId="{765AB12B-5C3C-42D7-B8BE-F4292235FB10}" sibTransId="{D7E8C31D-8CF7-45AA-9622-C3CFDF8B2CEA}"/>
    <dgm:cxn modelId="{787C0732-5034-4210-BD51-E4D47812BE15}" type="presOf" srcId="{37223B6E-5CC5-4499-815C-8590EE31DAF4}" destId="{3A124027-5BB0-40D1-8B42-D7EDF4B2BBD4}" srcOrd="0" destOrd="0" presId="urn:microsoft.com/office/officeart/2005/8/layout/equation1"/>
    <dgm:cxn modelId="{08C86974-A674-49DA-A26C-80007A8E55EF}" srcId="{37223B6E-5CC5-4499-815C-8590EE31DAF4}" destId="{827BB3A8-B101-444D-9430-411F8F84B7DB}" srcOrd="1" destOrd="0" parTransId="{9C4D0AAF-BEFF-4A26-BA81-B1214EB92253}" sibTransId="{121B81C7-C94E-4038-AE78-3C1C705CE446}"/>
    <dgm:cxn modelId="{E5813876-9BAC-4EA7-9FB7-1E32C0D94C87}" srcId="{37223B6E-5CC5-4499-815C-8590EE31DAF4}" destId="{F14E03B6-2028-4E18-9288-225E288D7237}" srcOrd="2" destOrd="0" parTransId="{1B447F7F-9E1F-4766-BC92-2D741447E106}" sibTransId="{0083253E-C979-47E2-A556-8A9B7E539B6F}"/>
    <dgm:cxn modelId="{01404379-C2D0-4860-9162-829C25C6DA2D}" type="presOf" srcId="{D7E8C31D-8CF7-45AA-9622-C3CFDF8B2CEA}" destId="{9891C03D-9168-4E3F-8DF9-64DFC2965DB7}" srcOrd="0" destOrd="0" presId="urn:microsoft.com/office/officeart/2005/8/layout/equation1"/>
    <dgm:cxn modelId="{0E73EE85-3E69-48DB-920D-ED4268D34292}" type="presOf" srcId="{29031C5E-2D97-4E56-97DA-073EC2F9079E}" destId="{89630E40-7ECC-44A8-956F-0746DF6EAD6C}" srcOrd="0" destOrd="0" presId="urn:microsoft.com/office/officeart/2005/8/layout/equation1"/>
    <dgm:cxn modelId="{9C03878A-1D31-439C-8C99-7C5606B2CDAF}" type="presOf" srcId="{827BB3A8-B101-444D-9430-411F8F84B7DB}" destId="{B968E236-108C-45E1-8428-F88159CF5151}" srcOrd="0" destOrd="0" presId="urn:microsoft.com/office/officeart/2005/8/layout/equation1"/>
    <dgm:cxn modelId="{C65BA2AA-0FF3-4046-B206-0B6C1D6AB9A8}" type="presOf" srcId="{0BF07947-210C-4E8A-9C1F-80B37C875489}" destId="{0F6960DD-3795-4D00-9911-1DBFC39F3979}" srcOrd="0" destOrd="0" presId="urn:microsoft.com/office/officeart/2005/8/layout/equation1"/>
    <dgm:cxn modelId="{2746CAC9-1A90-4FB6-BEAF-281FFA4425A9}" type="presOf" srcId="{0083253E-C979-47E2-A556-8A9B7E539B6F}" destId="{3B657924-C0F3-4132-BF50-D2AB7956DBA4}" srcOrd="0" destOrd="0" presId="urn:microsoft.com/office/officeart/2005/8/layout/equation1"/>
    <dgm:cxn modelId="{59321ADC-6F7C-40AF-B835-4C66ABF63671}" type="presOf" srcId="{121B81C7-C94E-4038-AE78-3C1C705CE446}" destId="{227CCB3B-756A-4944-B1A8-6D303932BA15}" srcOrd="0" destOrd="0" presId="urn:microsoft.com/office/officeart/2005/8/layout/equation1"/>
    <dgm:cxn modelId="{E1D4C4F4-D262-470A-B37F-35CDB171D6B0}" type="presOf" srcId="{F14E03B6-2028-4E18-9288-225E288D7237}" destId="{90F6A059-2AF8-4056-BE2D-CA0F0E598F72}" srcOrd="0" destOrd="0" presId="urn:microsoft.com/office/officeart/2005/8/layout/equation1"/>
    <dgm:cxn modelId="{924D8DFC-44C6-4604-B443-20011B1CD481}" type="presParOf" srcId="{3A124027-5BB0-40D1-8B42-D7EDF4B2BBD4}" destId="{0F6960DD-3795-4D00-9911-1DBFC39F3979}" srcOrd="0" destOrd="0" presId="urn:microsoft.com/office/officeart/2005/8/layout/equation1"/>
    <dgm:cxn modelId="{28A848D8-1CD1-40A4-9D8F-D401B97C8F6F}" type="presParOf" srcId="{3A124027-5BB0-40D1-8B42-D7EDF4B2BBD4}" destId="{5BBC95D9-4E98-4AF1-82DB-E55347A6A510}" srcOrd="1" destOrd="0" presId="urn:microsoft.com/office/officeart/2005/8/layout/equation1"/>
    <dgm:cxn modelId="{3772AA3E-2120-41A4-B06C-EFF58315F4AD}" type="presParOf" srcId="{3A124027-5BB0-40D1-8B42-D7EDF4B2BBD4}" destId="{9891C03D-9168-4E3F-8DF9-64DFC2965DB7}" srcOrd="2" destOrd="0" presId="urn:microsoft.com/office/officeart/2005/8/layout/equation1"/>
    <dgm:cxn modelId="{BA7E957D-BB65-474D-B786-A4CD56ECF074}" type="presParOf" srcId="{3A124027-5BB0-40D1-8B42-D7EDF4B2BBD4}" destId="{A119CDB8-7471-4207-9DA7-BAE3BE4721E1}" srcOrd="3" destOrd="0" presId="urn:microsoft.com/office/officeart/2005/8/layout/equation1"/>
    <dgm:cxn modelId="{9F2D82CC-BA7F-4DFF-B1D0-9CC432191040}" type="presParOf" srcId="{3A124027-5BB0-40D1-8B42-D7EDF4B2BBD4}" destId="{B968E236-108C-45E1-8428-F88159CF5151}" srcOrd="4" destOrd="0" presId="urn:microsoft.com/office/officeart/2005/8/layout/equation1"/>
    <dgm:cxn modelId="{804F8ED5-29A4-44ED-93BC-5A3083B6B472}" type="presParOf" srcId="{3A124027-5BB0-40D1-8B42-D7EDF4B2BBD4}" destId="{86CE68E3-CDF7-4042-905A-FD6F85524B18}" srcOrd="5" destOrd="0" presId="urn:microsoft.com/office/officeart/2005/8/layout/equation1"/>
    <dgm:cxn modelId="{7123D658-86DC-4E7A-8C81-87FFF1CC3DEA}" type="presParOf" srcId="{3A124027-5BB0-40D1-8B42-D7EDF4B2BBD4}" destId="{227CCB3B-756A-4944-B1A8-6D303932BA15}" srcOrd="6" destOrd="0" presId="urn:microsoft.com/office/officeart/2005/8/layout/equation1"/>
    <dgm:cxn modelId="{EF6B12F8-3C2D-4A41-B5F7-5A4520BCAC54}" type="presParOf" srcId="{3A124027-5BB0-40D1-8B42-D7EDF4B2BBD4}" destId="{23F5293C-86BA-4A4B-AAD4-1FCF58EEC402}" srcOrd="7" destOrd="0" presId="urn:microsoft.com/office/officeart/2005/8/layout/equation1"/>
    <dgm:cxn modelId="{8826C4CC-E1E7-40C9-8837-4ADCE4732FD4}" type="presParOf" srcId="{3A124027-5BB0-40D1-8B42-D7EDF4B2BBD4}" destId="{90F6A059-2AF8-4056-BE2D-CA0F0E598F72}" srcOrd="8" destOrd="0" presId="urn:microsoft.com/office/officeart/2005/8/layout/equation1"/>
    <dgm:cxn modelId="{833AE232-70AC-4156-8C38-EAE3515665C6}" type="presParOf" srcId="{3A124027-5BB0-40D1-8B42-D7EDF4B2BBD4}" destId="{DD9CB935-E635-4468-9F4C-381F350DEFE8}" srcOrd="9" destOrd="0" presId="urn:microsoft.com/office/officeart/2005/8/layout/equation1"/>
    <dgm:cxn modelId="{47F3016F-BE8C-4E95-B2EA-D1884DC97A5A}" type="presParOf" srcId="{3A124027-5BB0-40D1-8B42-D7EDF4B2BBD4}" destId="{3B657924-C0F3-4132-BF50-D2AB7956DBA4}" srcOrd="10" destOrd="0" presId="urn:microsoft.com/office/officeart/2005/8/layout/equation1"/>
    <dgm:cxn modelId="{59999299-9C7D-4CC9-8D90-E2F04E010F74}" type="presParOf" srcId="{3A124027-5BB0-40D1-8B42-D7EDF4B2BBD4}" destId="{6CEF4D28-C7F4-4483-88DD-AD022B74599F}" srcOrd="11" destOrd="0" presId="urn:microsoft.com/office/officeart/2005/8/layout/equation1"/>
    <dgm:cxn modelId="{CCF893E3-53E5-4B50-9B78-357B095F7B9C}" type="presParOf" srcId="{3A124027-5BB0-40D1-8B42-D7EDF4B2BBD4}" destId="{89630E40-7ECC-44A8-956F-0746DF6EAD6C}" srcOrd="12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9D3A26-41A4-4192-A20F-6E092CC4E413}" type="doc">
      <dgm:prSet loTypeId="urn:microsoft.com/office/officeart/2005/8/layout/hList2" loCatId="relationship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EBF8B414-AAFE-41E8-9320-4544322A5F3C}">
      <dgm:prSet phldrT="[Tekst]" phldr="0"/>
      <dgm:spPr/>
      <dgm:t>
        <a:bodyPr/>
        <a:lstStyle/>
        <a:p>
          <a:r>
            <a:rPr lang="da-DK" dirty="0"/>
            <a:t>Data</a:t>
          </a:r>
        </a:p>
      </dgm:t>
    </dgm:pt>
    <dgm:pt modelId="{2E54E9DC-EE93-483D-881F-0973616C3BB1}" type="parTrans" cxnId="{A61C6A4F-7C66-4E93-BA51-2379415DA920}">
      <dgm:prSet/>
      <dgm:spPr/>
      <dgm:t>
        <a:bodyPr/>
        <a:lstStyle/>
        <a:p>
          <a:endParaRPr lang="da-DK"/>
        </a:p>
      </dgm:t>
    </dgm:pt>
    <dgm:pt modelId="{FD4AC006-C854-4A5A-AABE-FE2BEB8C561B}" type="sibTrans" cxnId="{A61C6A4F-7C66-4E93-BA51-2379415DA920}">
      <dgm:prSet/>
      <dgm:spPr/>
      <dgm:t>
        <a:bodyPr/>
        <a:lstStyle/>
        <a:p>
          <a:endParaRPr lang="da-DK"/>
        </a:p>
      </dgm:t>
    </dgm:pt>
    <dgm:pt modelId="{BBD8CCCD-7C5E-4D58-AFE6-35399C98874B}">
      <dgm:prSet phldrT="[Tekst]" phldr="0"/>
      <dgm:spPr/>
      <dgm:t>
        <a:bodyPr/>
        <a:lstStyle/>
        <a:p>
          <a:r>
            <a:rPr lang="da-DK" dirty="0"/>
            <a:t>Formaliserede oplysninger til behandling af it</a:t>
          </a:r>
        </a:p>
      </dgm:t>
    </dgm:pt>
    <dgm:pt modelId="{336FF0DB-9E88-4003-BE55-2F9429F3814B}" type="parTrans" cxnId="{B9CA864F-9F16-4458-989C-5DD2D3F8D4E8}">
      <dgm:prSet/>
      <dgm:spPr/>
      <dgm:t>
        <a:bodyPr/>
        <a:lstStyle/>
        <a:p>
          <a:endParaRPr lang="da-DK"/>
        </a:p>
      </dgm:t>
    </dgm:pt>
    <dgm:pt modelId="{981660E1-955A-4F28-B6BC-FC38F7F63A09}" type="sibTrans" cxnId="{B9CA864F-9F16-4458-989C-5DD2D3F8D4E8}">
      <dgm:prSet/>
      <dgm:spPr/>
      <dgm:t>
        <a:bodyPr/>
        <a:lstStyle/>
        <a:p>
          <a:endParaRPr lang="da-DK"/>
        </a:p>
      </dgm:t>
    </dgm:pt>
    <dgm:pt modelId="{AED76AB8-0CD6-4B53-A616-1E88A56D001C}">
      <dgm:prSet phldrT="[Tekst]" phldr="0"/>
      <dgm:spPr/>
      <dgm:t>
        <a:bodyPr/>
        <a:lstStyle/>
        <a:p>
          <a:r>
            <a:rPr lang="da-DK" dirty="0"/>
            <a:t>Eksempler: Niels Hansen, 08-12-1948, 479g, 3.489.110 kr.</a:t>
          </a:r>
        </a:p>
      </dgm:t>
    </dgm:pt>
    <dgm:pt modelId="{1260B598-DEAA-441A-8255-EEE2E59B383B}" type="parTrans" cxnId="{36DAEA5E-5F87-4C8F-8D93-695A13C15ACE}">
      <dgm:prSet/>
      <dgm:spPr/>
      <dgm:t>
        <a:bodyPr/>
        <a:lstStyle/>
        <a:p>
          <a:endParaRPr lang="da-DK"/>
        </a:p>
      </dgm:t>
    </dgm:pt>
    <dgm:pt modelId="{D2724451-9350-4DB2-A920-88FDB0B65A85}" type="sibTrans" cxnId="{36DAEA5E-5F87-4C8F-8D93-695A13C15ACE}">
      <dgm:prSet/>
      <dgm:spPr/>
      <dgm:t>
        <a:bodyPr/>
        <a:lstStyle/>
        <a:p>
          <a:endParaRPr lang="da-DK"/>
        </a:p>
      </dgm:t>
    </dgm:pt>
    <dgm:pt modelId="{CB542218-1339-4568-A888-98CD8C771C2B}">
      <dgm:prSet phldrT="[Tekst]" phldr="0"/>
      <dgm:spPr/>
      <dgm:t>
        <a:bodyPr/>
        <a:lstStyle/>
        <a:p>
          <a:r>
            <a:rPr lang="da-DK" dirty="0"/>
            <a:t>Information</a:t>
          </a:r>
        </a:p>
      </dgm:t>
    </dgm:pt>
    <dgm:pt modelId="{54665C7F-A368-4B57-A24D-98FF416BB713}" type="parTrans" cxnId="{595786E3-F08D-4A37-8BF7-5BC8F6CE51E1}">
      <dgm:prSet/>
      <dgm:spPr/>
      <dgm:t>
        <a:bodyPr/>
        <a:lstStyle/>
        <a:p>
          <a:endParaRPr lang="da-DK"/>
        </a:p>
      </dgm:t>
    </dgm:pt>
    <dgm:pt modelId="{96745ADC-5BE2-4A9F-B97F-D73E9812985F}" type="sibTrans" cxnId="{595786E3-F08D-4A37-8BF7-5BC8F6CE51E1}">
      <dgm:prSet/>
      <dgm:spPr/>
      <dgm:t>
        <a:bodyPr/>
        <a:lstStyle/>
        <a:p>
          <a:endParaRPr lang="da-DK"/>
        </a:p>
      </dgm:t>
    </dgm:pt>
    <dgm:pt modelId="{89A386C9-4506-45D5-BA2C-9EC0003F6958}">
      <dgm:prSet phldrT="[Tekst]" phldr="0"/>
      <dgm:spPr/>
      <dgm:t>
        <a:bodyPr/>
        <a:lstStyle/>
        <a:p>
          <a:r>
            <a:rPr lang="da-DK" dirty="0"/>
            <a:t>Sammensætning af data, som giver mening</a:t>
          </a:r>
        </a:p>
      </dgm:t>
    </dgm:pt>
    <dgm:pt modelId="{814C5CAD-2269-401A-BAC6-14FDE43DA76D}" type="parTrans" cxnId="{BA39B8C0-9FB6-44D4-8A0E-21C2FB60879D}">
      <dgm:prSet/>
      <dgm:spPr/>
      <dgm:t>
        <a:bodyPr/>
        <a:lstStyle/>
        <a:p>
          <a:endParaRPr lang="da-DK"/>
        </a:p>
      </dgm:t>
    </dgm:pt>
    <dgm:pt modelId="{983746E7-76FA-4A98-923F-09EA47B42FA2}" type="sibTrans" cxnId="{BA39B8C0-9FB6-44D4-8A0E-21C2FB60879D}">
      <dgm:prSet/>
      <dgm:spPr/>
      <dgm:t>
        <a:bodyPr/>
        <a:lstStyle/>
        <a:p>
          <a:endParaRPr lang="da-DK"/>
        </a:p>
      </dgm:t>
    </dgm:pt>
    <dgm:pt modelId="{29CF55A6-61F1-44BB-84AB-37BFCE3CE478}">
      <dgm:prSet phldrT="[Tekst]" phldr="0"/>
      <dgm:spPr/>
      <dgm:t>
        <a:bodyPr/>
        <a:lstStyle/>
        <a:p>
          <a:r>
            <a:rPr lang="da-DK" dirty="0"/>
            <a:t>Eksempel: Mette Frederiksen har en beholdning af 140 Novo Nordisk aktier.</a:t>
          </a:r>
        </a:p>
      </dgm:t>
    </dgm:pt>
    <dgm:pt modelId="{96FD8FA1-6B6C-422A-80B1-5D468E408297}" type="parTrans" cxnId="{3951667A-B7E1-4731-B168-B127832C8E0B}">
      <dgm:prSet/>
      <dgm:spPr/>
      <dgm:t>
        <a:bodyPr/>
        <a:lstStyle/>
        <a:p>
          <a:endParaRPr lang="da-DK"/>
        </a:p>
      </dgm:t>
    </dgm:pt>
    <dgm:pt modelId="{E365B72C-3EAB-4018-A0FC-45C3BA6BE68C}" type="sibTrans" cxnId="{3951667A-B7E1-4731-B168-B127832C8E0B}">
      <dgm:prSet/>
      <dgm:spPr/>
      <dgm:t>
        <a:bodyPr/>
        <a:lstStyle/>
        <a:p>
          <a:endParaRPr lang="da-DK"/>
        </a:p>
      </dgm:t>
    </dgm:pt>
    <dgm:pt modelId="{E5362A98-B3F8-4BDD-AB28-D61CF2486192}" type="pres">
      <dgm:prSet presAssocID="{CC9D3A26-41A4-4192-A20F-6E092CC4E413}" presName="linearFlow" presStyleCnt="0">
        <dgm:presLayoutVars>
          <dgm:dir/>
          <dgm:animLvl val="lvl"/>
          <dgm:resizeHandles/>
        </dgm:presLayoutVars>
      </dgm:prSet>
      <dgm:spPr/>
    </dgm:pt>
    <dgm:pt modelId="{93D628DC-AA18-4BBA-A21D-4A97377E0D99}" type="pres">
      <dgm:prSet presAssocID="{EBF8B414-AAFE-41E8-9320-4544322A5F3C}" presName="compositeNode" presStyleCnt="0">
        <dgm:presLayoutVars>
          <dgm:bulletEnabled val="1"/>
        </dgm:presLayoutVars>
      </dgm:prSet>
      <dgm:spPr/>
    </dgm:pt>
    <dgm:pt modelId="{73B74FF3-02D6-47D6-88E9-C01AADE475A5}" type="pres">
      <dgm:prSet presAssocID="{EBF8B414-AAFE-41E8-9320-4544322A5F3C}" presName="image" presStyleLbl="fgImgPlace1" presStyleIdx="0" presStyleCnt="2"/>
      <dgm:spPr>
        <a:blipFill>
          <a:blip xmlns:r="http://schemas.openxmlformats.org/officeDocument/2006/relationships" r:embed="rId1"/>
          <a:srcRect/>
          <a:stretch>
            <a:fillRect l="-23000" r="-23000"/>
          </a:stretch>
        </a:blipFill>
      </dgm:spPr>
    </dgm:pt>
    <dgm:pt modelId="{3AB11A6F-A847-4325-91A0-D477650F401C}" type="pres">
      <dgm:prSet presAssocID="{EBF8B414-AAFE-41E8-9320-4544322A5F3C}" presName="childNode" presStyleLbl="node1" presStyleIdx="0" presStyleCnt="2">
        <dgm:presLayoutVars>
          <dgm:bulletEnabled val="1"/>
        </dgm:presLayoutVars>
      </dgm:prSet>
      <dgm:spPr/>
    </dgm:pt>
    <dgm:pt modelId="{5E9FE55D-2323-49CE-A5AE-DDCF6A67CCD7}" type="pres">
      <dgm:prSet presAssocID="{EBF8B414-AAFE-41E8-9320-4544322A5F3C}" presName="parentNode" presStyleLbl="revTx" presStyleIdx="0" presStyleCnt="2">
        <dgm:presLayoutVars>
          <dgm:chMax val="0"/>
          <dgm:bulletEnabled val="1"/>
        </dgm:presLayoutVars>
      </dgm:prSet>
      <dgm:spPr/>
    </dgm:pt>
    <dgm:pt modelId="{346E5D57-78CB-414B-9650-3A8BCEEC329B}" type="pres">
      <dgm:prSet presAssocID="{FD4AC006-C854-4A5A-AABE-FE2BEB8C561B}" presName="sibTrans" presStyleCnt="0"/>
      <dgm:spPr/>
    </dgm:pt>
    <dgm:pt modelId="{83F7012D-19EC-4D43-99AD-AE19A9C4E6C9}" type="pres">
      <dgm:prSet presAssocID="{CB542218-1339-4568-A888-98CD8C771C2B}" presName="compositeNode" presStyleCnt="0">
        <dgm:presLayoutVars>
          <dgm:bulletEnabled val="1"/>
        </dgm:presLayoutVars>
      </dgm:prSet>
      <dgm:spPr/>
    </dgm:pt>
    <dgm:pt modelId="{0A7B36D7-B6E7-46AC-A81C-1D7B976CA0C6}" type="pres">
      <dgm:prSet presAssocID="{CB542218-1339-4568-A888-98CD8C771C2B}" presName="image" presStyleLbl="fgImgPlace1" presStyleIdx="1" presStyleCnt="2"/>
      <dgm:spPr>
        <a:blipFill>
          <a:blip xmlns:r="http://schemas.openxmlformats.org/officeDocument/2006/relationships" r:embed="rId2"/>
          <a:srcRect/>
          <a:stretch>
            <a:fillRect l="-6000" r="-6000"/>
          </a:stretch>
        </a:blipFill>
      </dgm:spPr>
    </dgm:pt>
    <dgm:pt modelId="{12785EB7-9939-4C07-9B21-9ED368968E1C}" type="pres">
      <dgm:prSet presAssocID="{CB542218-1339-4568-A888-98CD8C771C2B}" presName="childNode" presStyleLbl="node1" presStyleIdx="1" presStyleCnt="2">
        <dgm:presLayoutVars>
          <dgm:bulletEnabled val="1"/>
        </dgm:presLayoutVars>
      </dgm:prSet>
      <dgm:spPr/>
    </dgm:pt>
    <dgm:pt modelId="{1C156A13-2803-479D-9DB0-2CFEE7D66F3F}" type="pres">
      <dgm:prSet presAssocID="{CB542218-1339-4568-A888-98CD8C771C2B}" presName="parentNode" presStyleLbl="revTx" presStyleIdx="1" presStyleCnt="2">
        <dgm:presLayoutVars>
          <dgm:chMax val="0"/>
          <dgm:bulletEnabled val="1"/>
        </dgm:presLayoutVars>
      </dgm:prSet>
      <dgm:spPr/>
    </dgm:pt>
  </dgm:ptLst>
  <dgm:cxnLst>
    <dgm:cxn modelId="{08E30E10-7168-418B-B4F5-BA8633792542}" type="presOf" srcId="{AED76AB8-0CD6-4B53-A616-1E88A56D001C}" destId="{3AB11A6F-A847-4325-91A0-D477650F401C}" srcOrd="0" destOrd="1" presId="urn:microsoft.com/office/officeart/2005/8/layout/hList2"/>
    <dgm:cxn modelId="{99235D36-DFCE-4140-AEEE-6E2745F3E172}" type="presOf" srcId="{89A386C9-4506-45D5-BA2C-9EC0003F6958}" destId="{12785EB7-9939-4C07-9B21-9ED368968E1C}" srcOrd="0" destOrd="0" presId="urn:microsoft.com/office/officeart/2005/8/layout/hList2"/>
    <dgm:cxn modelId="{C5EEFF36-A27F-4680-91AA-9F665C3C05E8}" type="presOf" srcId="{EBF8B414-AAFE-41E8-9320-4544322A5F3C}" destId="{5E9FE55D-2323-49CE-A5AE-DDCF6A67CCD7}" srcOrd="0" destOrd="0" presId="urn:microsoft.com/office/officeart/2005/8/layout/hList2"/>
    <dgm:cxn modelId="{36DAEA5E-5F87-4C8F-8D93-695A13C15ACE}" srcId="{EBF8B414-AAFE-41E8-9320-4544322A5F3C}" destId="{AED76AB8-0CD6-4B53-A616-1E88A56D001C}" srcOrd="1" destOrd="0" parTransId="{1260B598-DEAA-441A-8255-EEE2E59B383B}" sibTransId="{D2724451-9350-4DB2-A920-88FDB0B65A85}"/>
    <dgm:cxn modelId="{A61C6A4F-7C66-4E93-BA51-2379415DA920}" srcId="{CC9D3A26-41A4-4192-A20F-6E092CC4E413}" destId="{EBF8B414-AAFE-41E8-9320-4544322A5F3C}" srcOrd="0" destOrd="0" parTransId="{2E54E9DC-EE93-483D-881F-0973616C3BB1}" sibTransId="{FD4AC006-C854-4A5A-AABE-FE2BEB8C561B}"/>
    <dgm:cxn modelId="{B9CA864F-9F16-4458-989C-5DD2D3F8D4E8}" srcId="{EBF8B414-AAFE-41E8-9320-4544322A5F3C}" destId="{BBD8CCCD-7C5E-4D58-AFE6-35399C98874B}" srcOrd="0" destOrd="0" parTransId="{336FF0DB-9E88-4003-BE55-2F9429F3814B}" sibTransId="{981660E1-955A-4F28-B6BC-FC38F7F63A09}"/>
    <dgm:cxn modelId="{3B463173-2BB1-4B92-839F-EA3F8A0216E1}" type="presOf" srcId="{CB542218-1339-4568-A888-98CD8C771C2B}" destId="{1C156A13-2803-479D-9DB0-2CFEE7D66F3F}" srcOrd="0" destOrd="0" presId="urn:microsoft.com/office/officeart/2005/8/layout/hList2"/>
    <dgm:cxn modelId="{3951667A-B7E1-4731-B168-B127832C8E0B}" srcId="{CB542218-1339-4568-A888-98CD8C771C2B}" destId="{29CF55A6-61F1-44BB-84AB-37BFCE3CE478}" srcOrd="1" destOrd="0" parTransId="{96FD8FA1-6B6C-422A-80B1-5D468E408297}" sibTransId="{E365B72C-3EAB-4018-A0FC-45C3BA6BE68C}"/>
    <dgm:cxn modelId="{BA39B8C0-9FB6-44D4-8A0E-21C2FB60879D}" srcId="{CB542218-1339-4568-A888-98CD8C771C2B}" destId="{89A386C9-4506-45D5-BA2C-9EC0003F6958}" srcOrd="0" destOrd="0" parTransId="{814C5CAD-2269-401A-BAC6-14FDE43DA76D}" sibTransId="{983746E7-76FA-4A98-923F-09EA47B42FA2}"/>
    <dgm:cxn modelId="{90F5C2C5-5586-44FC-AEEC-DA0462D31DA1}" type="presOf" srcId="{BBD8CCCD-7C5E-4D58-AFE6-35399C98874B}" destId="{3AB11A6F-A847-4325-91A0-D477650F401C}" srcOrd="0" destOrd="0" presId="urn:microsoft.com/office/officeart/2005/8/layout/hList2"/>
    <dgm:cxn modelId="{595786E3-F08D-4A37-8BF7-5BC8F6CE51E1}" srcId="{CC9D3A26-41A4-4192-A20F-6E092CC4E413}" destId="{CB542218-1339-4568-A888-98CD8C771C2B}" srcOrd="1" destOrd="0" parTransId="{54665C7F-A368-4B57-A24D-98FF416BB713}" sibTransId="{96745ADC-5BE2-4A9F-B97F-D73E9812985F}"/>
    <dgm:cxn modelId="{F75EF7F0-A678-42B5-B79D-101E5E95ED85}" type="presOf" srcId="{29CF55A6-61F1-44BB-84AB-37BFCE3CE478}" destId="{12785EB7-9939-4C07-9B21-9ED368968E1C}" srcOrd="0" destOrd="1" presId="urn:microsoft.com/office/officeart/2005/8/layout/hList2"/>
    <dgm:cxn modelId="{C9FB67F7-4614-4001-B671-43D43948F54B}" type="presOf" srcId="{CC9D3A26-41A4-4192-A20F-6E092CC4E413}" destId="{E5362A98-B3F8-4BDD-AB28-D61CF2486192}" srcOrd="0" destOrd="0" presId="urn:microsoft.com/office/officeart/2005/8/layout/hList2"/>
    <dgm:cxn modelId="{E7EC03F4-9CAB-4E99-93D0-7526BA49A748}" type="presParOf" srcId="{E5362A98-B3F8-4BDD-AB28-D61CF2486192}" destId="{93D628DC-AA18-4BBA-A21D-4A97377E0D99}" srcOrd="0" destOrd="0" presId="urn:microsoft.com/office/officeart/2005/8/layout/hList2"/>
    <dgm:cxn modelId="{0611CA78-5F17-44B1-89F9-F1567BAFE17E}" type="presParOf" srcId="{93D628DC-AA18-4BBA-A21D-4A97377E0D99}" destId="{73B74FF3-02D6-47D6-88E9-C01AADE475A5}" srcOrd="0" destOrd="0" presId="urn:microsoft.com/office/officeart/2005/8/layout/hList2"/>
    <dgm:cxn modelId="{A89B32FF-5285-4A18-863A-A6576CC107CD}" type="presParOf" srcId="{93D628DC-AA18-4BBA-A21D-4A97377E0D99}" destId="{3AB11A6F-A847-4325-91A0-D477650F401C}" srcOrd="1" destOrd="0" presId="urn:microsoft.com/office/officeart/2005/8/layout/hList2"/>
    <dgm:cxn modelId="{9783EFCC-B75F-4D6E-915E-8649A2A7F7AB}" type="presParOf" srcId="{93D628DC-AA18-4BBA-A21D-4A97377E0D99}" destId="{5E9FE55D-2323-49CE-A5AE-DDCF6A67CCD7}" srcOrd="2" destOrd="0" presId="urn:microsoft.com/office/officeart/2005/8/layout/hList2"/>
    <dgm:cxn modelId="{98765293-3F3B-45BC-8DF0-69BC16076785}" type="presParOf" srcId="{E5362A98-B3F8-4BDD-AB28-D61CF2486192}" destId="{346E5D57-78CB-414B-9650-3A8BCEEC329B}" srcOrd="1" destOrd="0" presId="urn:microsoft.com/office/officeart/2005/8/layout/hList2"/>
    <dgm:cxn modelId="{F61A8DF8-A86F-4FB2-B9C3-49A142DF28C4}" type="presParOf" srcId="{E5362A98-B3F8-4BDD-AB28-D61CF2486192}" destId="{83F7012D-19EC-4D43-99AD-AE19A9C4E6C9}" srcOrd="2" destOrd="0" presId="urn:microsoft.com/office/officeart/2005/8/layout/hList2"/>
    <dgm:cxn modelId="{8941997C-8EA9-4274-936E-1F09EA18007F}" type="presParOf" srcId="{83F7012D-19EC-4D43-99AD-AE19A9C4E6C9}" destId="{0A7B36D7-B6E7-46AC-A81C-1D7B976CA0C6}" srcOrd="0" destOrd="0" presId="urn:microsoft.com/office/officeart/2005/8/layout/hList2"/>
    <dgm:cxn modelId="{D4E40A23-7926-4799-8343-D1203C1EC5CD}" type="presParOf" srcId="{83F7012D-19EC-4D43-99AD-AE19A9C4E6C9}" destId="{12785EB7-9939-4C07-9B21-9ED368968E1C}" srcOrd="1" destOrd="0" presId="urn:microsoft.com/office/officeart/2005/8/layout/hList2"/>
    <dgm:cxn modelId="{8475F5BC-4FFF-4867-9F92-677B05E04DD5}" type="presParOf" srcId="{83F7012D-19EC-4D43-99AD-AE19A9C4E6C9}" destId="{1C156A13-2803-479D-9DB0-2CFEE7D66F3F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D00C005-F52F-4CD5-BE05-C3B460833DA8}" type="doc">
      <dgm:prSet loTypeId="urn:microsoft.com/office/officeart/2005/8/layout/default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da-DK"/>
        </a:p>
      </dgm:t>
    </dgm:pt>
    <dgm:pt modelId="{D4E568B2-7C98-41D0-AC4D-722EA40C4183}">
      <dgm:prSet phldrT="[Tekst]" phldr="0"/>
      <dgm:spPr/>
      <dgm:t>
        <a:bodyPr/>
        <a:lstStyle/>
        <a:p>
          <a:r>
            <a:rPr lang="da-DK" dirty="0"/>
            <a:t>Kritisk niveau</a:t>
          </a:r>
        </a:p>
      </dgm:t>
    </dgm:pt>
    <dgm:pt modelId="{95EE02F7-054F-4052-84DC-1195AADEE669}" type="parTrans" cxnId="{3EEF76AF-1515-412D-A2DF-30EE7802B0BD}">
      <dgm:prSet/>
      <dgm:spPr/>
      <dgm:t>
        <a:bodyPr/>
        <a:lstStyle/>
        <a:p>
          <a:endParaRPr lang="da-DK"/>
        </a:p>
      </dgm:t>
    </dgm:pt>
    <dgm:pt modelId="{9518DCD2-B795-4EA3-A67F-E1482EE2DB3A}" type="sibTrans" cxnId="{3EEF76AF-1515-412D-A2DF-30EE7802B0BD}">
      <dgm:prSet/>
      <dgm:spPr/>
      <dgm:t>
        <a:bodyPr/>
        <a:lstStyle/>
        <a:p>
          <a:endParaRPr lang="da-DK"/>
        </a:p>
      </dgm:t>
    </dgm:pt>
    <dgm:pt modelId="{6B205CCB-C6CD-4DFA-AC60-7797A42577BC}">
      <dgm:prSet phldrT="[Tekst]" phldr="0"/>
      <dgm:spPr/>
      <dgm:t>
        <a:bodyPr/>
        <a:lstStyle/>
        <a:p>
          <a:pPr>
            <a:buNone/>
          </a:pPr>
          <a:r>
            <a:rPr lang="da-DK" dirty="0"/>
            <a:t>Privat niveau</a:t>
          </a:r>
        </a:p>
      </dgm:t>
    </dgm:pt>
    <dgm:pt modelId="{95194DCE-F1AE-4D56-B8FB-B77DF23E22CB}" type="parTrans" cxnId="{BC032456-D5CC-41DA-9D35-9729AB2F2A32}">
      <dgm:prSet/>
      <dgm:spPr/>
      <dgm:t>
        <a:bodyPr/>
        <a:lstStyle/>
        <a:p>
          <a:endParaRPr lang="da-DK"/>
        </a:p>
      </dgm:t>
    </dgm:pt>
    <dgm:pt modelId="{FC029967-6441-4F75-B1DE-BAB24DE5B683}" type="sibTrans" cxnId="{BC032456-D5CC-41DA-9D35-9729AB2F2A32}">
      <dgm:prSet/>
      <dgm:spPr/>
      <dgm:t>
        <a:bodyPr/>
        <a:lstStyle/>
        <a:p>
          <a:endParaRPr lang="da-DK"/>
        </a:p>
      </dgm:t>
    </dgm:pt>
    <dgm:pt modelId="{4F963C6D-092A-49AD-BAD9-A6D6236BC0A0}">
      <dgm:prSet phldrT="[Tekst]" phldr="0"/>
      <dgm:spPr/>
      <dgm:t>
        <a:bodyPr/>
        <a:lstStyle/>
        <a:p>
          <a:r>
            <a:rPr lang="da-DK" dirty="0"/>
            <a:t>Offentlig niveau</a:t>
          </a:r>
        </a:p>
      </dgm:t>
    </dgm:pt>
    <dgm:pt modelId="{16B41C08-9933-413F-BC2E-CCA722DD57DC}" type="parTrans" cxnId="{E231D795-AF90-40AF-87C2-3BEE23B9F275}">
      <dgm:prSet/>
      <dgm:spPr/>
      <dgm:t>
        <a:bodyPr/>
        <a:lstStyle/>
        <a:p>
          <a:endParaRPr lang="da-DK"/>
        </a:p>
      </dgm:t>
    </dgm:pt>
    <dgm:pt modelId="{971DEE4A-7686-4583-91D9-13B2A1F7D3C8}" type="sibTrans" cxnId="{E231D795-AF90-40AF-87C2-3BEE23B9F275}">
      <dgm:prSet/>
      <dgm:spPr/>
      <dgm:t>
        <a:bodyPr/>
        <a:lstStyle/>
        <a:p>
          <a:endParaRPr lang="da-DK"/>
        </a:p>
      </dgm:t>
    </dgm:pt>
    <dgm:pt modelId="{334D4020-F927-40C0-80B1-1F64446DAEDE}">
      <dgm:prSet phldrT="[Tekst]" phldr="0"/>
      <dgm:spPr/>
      <dgm:t>
        <a:bodyPr/>
        <a:lstStyle/>
        <a:p>
          <a:r>
            <a:rPr lang="da-DK" b="1" dirty="0"/>
            <a:t>Definition</a:t>
          </a:r>
          <a:r>
            <a:rPr lang="da-DK" dirty="0"/>
            <a:t>: Uautoriseret videregivelse eller ændring/sletning kan medføre en betydelig skade.</a:t>
          </a:r>
        </a:p>
      </dgm:t>
    </dgm:pt>
    <dgm:pt modelId="{2A12B8CF-518E-4E86-B8F3-EB3F7DE90813}" type="parTrans" cxnId="{768957D5-A7F7-4580-9708-5DA3E2DB9737}">
      <dgm:prSet/>
      <dgm:spPr/>
      <dgm:t>
        <a:bodyPr/>
        <a:lstStyle/>
        <a:p>
          <a:endParaRPr lang="da-DK"/>
        </a:p>
      </dgm:t>
    </dgm:pt>
    <dgm:pt modelId="{75A7E4C8-6512-46B0-818B-D0C9469407DF}" type="sibTrans" cxnId="{768957D5-A7F7-4580-9708-5DA3E2DB9737}">
      <dgm:prSet/>
      <dgm:spPr/>
      <dgm:t>
        <a:bodyPr/>
        <a:lstStyle/>
        <a:p>
          <a:endParaRPr lang="da-DK"/>
        </a:p>
      </dgm:t>
    </dgm:pt>
    <dgm:pt modelId="{58708355-1D11-4F11-81BF-D8C0FE048024}">
      <dgm:prSet phldrT="[Tekst]" phldr="0"/>
      <dgm:spPr/>
      <dgm:t>
        <a:bodyPr/>
        <a:lstStyle/>
        <a:p>
          <a:r>
            <a:rPr lang="da-DK" b="0" i="0" dirty="0"/>
            <a:t>Adgangskoder, krypteringsnøgler, API-nøgler</a:t>
          </a:r>
          <a:endParaRPr lang="da-DK" dirty="0"/>
        </a:p>
      </dgm:t>
    </dgm:pt>
    <dgm:pt modelId="{C50D61AE-A0C8-4064-B308-E40E88995F14}" type="parTrans" cxnId="{882954C4-19D1-4C3A-B24A-CC07BB1190C6}">
      <dgm:prSet/>
      <dgm:spPr/>
      <dgm:t>
        <a:bodyPr/>
        <a:lstStyle/>
        <a:p>
          <a:endParaRPr lang="da-DK"/>
        </a:p>
      </dgm:t>
    </dgm:pt>
    <dgm:pt modelId="{855C0C53-A404-4E6B-BB2D-28974C8AB50F}" type="sibTrans" cxnId="{882954C4-19D1-4C3A-B24A-CC07BB1190C6}">
      <dgm:prSet/>
      <dgm:spPr/>
      <dgm:t>
        <a:bodyPr/>
        <a:lstStyle/>
        <a:p>
          <a:endParaRPr lang="da-DK"/>
        </a:p>
      </dgm:t>
    </dgm:pt>
    <dgm:pt modelId="{5C29F5A7-A8B8-40D5-B74E-7FA5E76401A3}">
      <dgm:prSet phldrT="[Tekst]" phldr="0"/>
      <dgm:spPr/>
      <dgm:t>
        <a:bodyPr/>
        <a:lstStyle/>
        <a:p>
          <a:r>
            <a:rPr lang="da-DK" b="1" dirty="0"/>
            <a:t>Definition</a:t>
          </a:r>
          <a:r>
            <a:rPr lang="da-DK" dirty="0"/>
            <a:t>: Uautoriseret videregivelse eller ændring/sletning kan medføre en moderat skade.</a:t>
          </a:r>
        </a:p>
      </dgm:t>
    </dgm:pt>
    <dgm:pt modelId="{373154AD-5AFF-4D61-ABF0-922812C44D31}" type="parTrans" cxnId="{D03E8C21-726B-470B-9E29-9B82F6F524C9}">
      <dgm:prSet/>
      <dgm:spPr/>
      <dgm:t>
        <a:bodyPr/>
        <a:lstStyle/>
        <a:p>
          <a:endParaRPr lang="da-DK"/>
        </a:p>
      </dgm:t>
    </dgm:pt>
    <dgm:pt modelId="{F2112CD2-8149-4C38-BF7E-28C2C8AC2BE3}" type="sibTrans" cxnId="{D03E8C21-726B-470B-9E29-9B82F6F524C9}">
      <dgm:prSet/>
      <dgm:spPr/>
      <dgm:t>
        <a:bodyPr/>
        <a:lstStyle/>
        <a:p>
          <a:endParaRPr lang="da-DK"/>
        </a:p>
      </dgm:t>
    </dgm:pt>
    <dgm:pt modelId="{E2FAAC83-3AFB-4F08-A8CE-C237BA586783}">
      <dgm:prSet phldrT="[Tekst]" phldr="0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Navne og e-mailadresser på medarbejdere og kunder</a:t>
          </a:r>
          <a:endParaRPr lang="da-DK" dirty="0"/>
        </a:p>
      </dgm:t>
    </dgm:pt>
    <dgm:pt modelId="{F0688605-C2DE-4058-AC1E-384C62704B47}" type="parTrans" cxnId="{59C18FA4-3D80-45ED-AE2D-120EABBC77FB}">
      <dgm:prSet/>
      <dgm:spPr/>
      <dgm:t>
        <a:bodyPr/>
        <a:lstStyle/>
        <a:p>
          <a:endParaRPr lang="da-DK"/>
        </a:p>
      </dgm:t>
    </dgm:pt>
    <dgm:pt modelId="{6E430ABF-BADB-4DAB-A036-853BA6D8784C}" type="sibTrans" cxnId="{59C18FA4-3D80-45ED-AE2D-120EABBC77FB}">
      <dgm:prSet/>
      <dgm:spPr/>
      <dgm:t>
        <a:bodyPr/>
        <a:lstStyle/>
        <a:p>
          <a:endParaRPr lang="da-DK"/>
        </a:p>
      </dgm:t>
    </dgm:pt>
    <dgm:pt modelId="{B669B167-A1ED-4B3D-A439-369CD145C072}">
      <dgm:prSet phldrT="[Tekst]" phldr="0"/>
      <dgm:spPr/>
      <dgm:t>
        <a:bodyPr/>
        <a:lstStyle/>
        <a:p>
          <a:r>
            <a:rPr lang="da-DK" b="1" dirty="0"/>
            <a:t>Definition</a:t>
          </a:r>
          <a:r>
            <a:rPr lang="da-DK" dirty="0"/>
            <a:t>: Uautoriseret videregivelse eller ændring/sletning kan medføre en ringe eller ingen skade.</a:t>
          </a:r>
        </a:p>
      </dgm:t>
    </dgm:pt>
    <dgm:pt modelId="{697D599A-0321-4B96-848E-E2EAE6773102}" type="parTrans" cxnId="{D8A9DBA3-95FF-4E40-BC8C-8EEAA83A6933}">
      <dgm:prSet/>
      <dgm:spPr/>
      <dgm:t>
        <a:bodyPr/>
        <a:lstStyle/>
        <a:p>
          <a:endParaRPr lang="da-DK"/>
        </a:p>
      </dgm:t>
    </dgm:pt>
    <dgm:pt modelId="{868E5B58-F4FB-40FE-8D1C-50652016B70E}" type="sibTrans" cxnId="{D8A9DBA3-95FF-4E40-BC8C-8EEAA83A6933}">
      <dgm:prSet/>
      <dgm:spPr/>
      <dgm:t>
        <a:bodyPr/>
        <a:lstStyle/>
        <a:p>
          <a:endParaRPr lang="da-DK"/>
        </a:p>
      </dgm:t>
    </dgm:pt>
    <dgm:pt modelId="{E4622084-4F92-4A89-8F84-47F1B9E263E2}">
      <dgm:prSet phldrT="[Tekst]" phldr="0"/>
      <dgm:spPr/>
      <dgm:t>
        <a:bodyPr/>
        <a:lstStyle/>
        <a:p>
          <a:r>
            <a:rPr lang="da-DK" b="0" i="0" dirty="0"/>
            <a:t>Indhold på virksomhedens hjemmeside</a:t>
          </a:r>
          <a:endParaRPr lang="da-DK" dirty="0"/>
        </a:p>
      </dgm:t>
    </dgm:pt>
    <dgm:pt modelId="{07420403-9F7F-408D-A0C5-4813781E0903}" type="parTrans" cxnId="{3ECF30F1-73FA-4C12-A880-DB71330DF056}">
      <dgm:prSet/>
      <dgm:spPr/>
      <dgm:t>
        <a:bodyPr/>
        <a:lstStyle/>
        <a:p>
          <a:endParaRPr lang="da-DK"/>
        </a:p>
      </dgm:t>
    </dgm:pt>
    <dgm:pt modelId="{7F0E4823-600D-4B13-9E5A-59C856A92A8C}" type="sibTrans" cxnId="{3ECF30F1-73FA-4C12-A880-DB71330DF056}">
      <dgm:prSet/>
      <dgm:spPr/>
      <dgm:t>
        <a:bodyPr/>
        <a:lstStyle/>
        <a:p>
          <a:endParaRPr lang="da-DK"/>
        </a:p>
      </dgm:t>
    </dgm:pt>
    <dgm:pt modelId="{CAF78CAF-D683-47DA-BB24-2D2013E3D15A}">
      <dgm:prSet phldrT="[Tekst]" phldr="0"/>
      <dgm:spPr/>
      <dgm:t>
        <a:bodyPr/>
        <a:lstStyle/>
        <a:p>
          <a:r>
            <a:rPr lang="da-DK" b="0" i="0" dirty="0"/>
            <a:t>Sundhedsdata (journaler)</a:t>
          </a:r>
          <a:endParaRPr lang="da-DK" dirty="0"/>
        </a:p>
      </dgm:t>
    </dgm:pt>
    <dgm:pt modelId="{4D4E428B-F4F9-45F6-AE83-1F1F40782A06}" type="parTrans" cxnId="{2FCB9CC9-8342-4A6F-A371-6DA4EC5A38F3}">
      <dgm:prSet/>
      <dgm:spPr/>
      <dgm:t>
        <a:bodyPr/>
        <a:lstStyle/>
        <a:p>
          <a:endParaRPr lang="da-DK"/>
        </a:p>
      </dgm:t>
    </dgm:pt>
    <dgm:pt modelId="{45153A21-64FC-49F5-921D-439B6C1069A4}" type="sibTrans" cxnId="{2FCB9CC9-8342-4A6F-A371-6DA4EC5A38F3}">
      <dgm:prSet/>
      <dgm:spPr/>
      <dgm:t>
        <a:bodyPr/>
        <a:lstStyle/>
        <a:p>
          <a:endParaRPr lang="da-DK"/>
        </a:p>
      </dgm:t>
    </dgm:pt>
    <dgm:pt modelId="{17333F62-BFA7-4289-A59E-DC98D6E88616}">
      <dgm:prSet phldrT="[Tekst]" phldr="0"/>
      <dgm:spPr/>
      <dgm:t>
        <a:bodyPr/>
        <a:lstStyle/>
        <a:p>
          <a:r>
            <a:rPr lang="da-DK" b="0" i="0" dirty="0"/>
            <a:t>Personfølsomme data (CPR-nummer, strafbare forhold)</a:t>
          </a:r>
          <a:endParaRPr lang="da-DK" dirty="0"/>
        </a:p>
      </dgm:t>
    </dgm:pt>
    <dgm:pt modelId="{3C2CAC5D-EE00-4EF7-B2B0-F92CDE23380C}" type="parTrans" cxnId="{57B0C9C5-C23E-4067-AFC8-DCAF0FEE7DFF}">
      <dgm:prSet/>
      <dgm:spPr/>
      <dgm:t>
        <a:bodyPr/>
        <a:lstStyle/>
        <a:p>
          <a:endParaRPr lang="da-DK"/>
        </a:p>
      </dgm:t>
    </dgm:pt>
    <dgm:pt modelId="{C86C2E9A-6BE1-4406-A842-0BC9C6EA14B4}" type="sibTrans" cxnId="{57B0C9C5-C23E-4067-AFC8-DCAF0FEE7DFF}">
      <dgm:prSet/>
      <dgm:spPr/>
      <dgm:t>
        <a:bodyPr/>
        <a:lstStyle/>
        <a:p>
          <a:endParaRPr lang="da-DK"/>
        </a:p>
      </dgm:t>
    </dgm:pt>
    <dgm:pt modelId="{ED1DEC9C-4865-40BB-BE13-F893846CD518}">
      <dgm:prSet phldrT="[Tekst]" phldr="0"/>
      <dgm:spPr/>
      <dgm:t>
        <a:bodyPr/>
        <a:lstStyle/>
        <a:p>
          <a:r>
            <a:rPr lang="da-DK" b="0" i="0" dirty="0"/>
            <a:t>Finansielle data, der kan påvirke aktiemarkedet eller give økonomisk tab</a:t>
          </a:r>
          <a:endParaRPr lang="da-DK" dirty="0"/>
        </a:p>
      </dgm:t>
    </dgm:pt>
    <dgm:pt modelId="{EFF40CB9-0392-4D0E-8C3D-7CBC4C4E2A28}" type="parTrans" cxnId="{7CCA95B9-1214-448E-B040-64719FA68CF5}">
      <dgm:prSet/>
      <dgm:spPr/>
      <dgm:t>
        <a:bodyPr/>
        <a:lstStyle/>
        <a:p>
          <a:endParaRPr lang="da-DK"/>
        </a:p>
      </dgm:t>
    </dgm:pt>
    <dgm:pt modelId="{67871139-7A91-4C88-9CE6-3C39955FAF13}" type="sibTrans" cxnId="{7CCA95B9-1214-448E-B040-64719FA68CF5}">
      <dgm:prSet/>
      <dgm:spPr/>
      <dgm:t>
        <a:bodyPr/>
        <a:lstStyle/>
        <a:p>
          <a:endParaRPr lang="da-DK"/>
        </a:p>
      </dgm:t>
    </dgm:pt>
    <dgm:pt modelId="{EE5C6049-B86E-4A88-895E-873104BED6BE}">
      <dgm:prSet phldrT="[Tekst]" phldr="0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Interne dokumenter (mødereferater, budgetudkast, projektplaner)</a:t>
          </a:r>
          <a:endParaRPr lang="da-DK" dirty="0"/>
        </a:p>
      </dgm:t>
    </dgm:pt>
    <dgm:pt modelId="{C23AB01E-357F-4533-B559-B9F9C1698BF1}" type="parTrans" cxnId="{843D1FE3-792D-4F04-8541-35EAEA2B31FB}">
      <dgm:prSet/>
      <dgm:spPr/>
      <dgm:t>
        <a:bodyPr/>
        <a:lstStyle/>
        <a:p>
          <a:endParaRPr lang="da-DK"/>
        </a:p>
      </dgm:t>
    </dgm:pt>
    <dgm:pt modelId="{69296440-6327-4F19-9F96-2F4166C7A0DF}" type="sibTrans" cxnId="{843D1FE3-792D-4F04-8541-35EAEA2B31FB}">
      <dgm:prSet/>
      <dgm:spPr/>
      <dgm:t>
        <a:bodyPr/>
        <a:lstStyle/>
        <a:p>
          <a:endParaRPr lang="da-DK"/>
        </a:p>
      </dgm:t>
    </dgm:pt>
    <dgm:pt modelId="{1213EFFB-185E-4708-8A80-1637501B3CD9}">
      <dgm:prSet phldrT="[Tekst]" phldr="0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 dirty="0"/>
            <a:t>Interne medarbejderoplysninger (ikke-følsomme)</a:t>
          </a:r>
          <a:endParaRPr lang="da-DK" dirty="0"/>
        </a:p>
      </dgm:t>
    </dgm:pt>
    <dgm:pt modelId="{D01FFFB2-F420-4088-A0ED-26EEEED130A4}" type="parTrans" cxnId="{742DC914-C7A5-405F-8809-DDBC9E208209}">
      <dgm:prSet/>
      <dgm:spPr/>
      <dgm:t>
        <a:bodyPr/>
        <a:lstStyle/>
        <a:p>
          <a:endParaRPr lang="da-DK"/>
        </a:p>
      </dgm:t>
    </dgm:pt>
    <dgm:pt modelId="{3B7FA21F-AA99-4375-899D-039AFD2354A2}" type="sibTrans" cxnId="{742DC914-C7A5-405F-8809-DDBC9E208209}">
      <dgm:prSet/>
      <dgm:spPr/>
      <dgm:t>
        <a:bodyPr/>
        <a:lstStyle/>
        <a:p>
          <a:endParaRPr lang="da-DK"/>
        </a:p>
      </dgm:t>
    </dgm:pt>
    <dgm:pt modelId="{4329778F-09BB-45D0-BC6B-9777922CF1C0}">
      <dgm:prSet phldrT="[Tekst]" phldr="0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da-DK" b="0" i="0"/>
            <a:t>Kontaktoplysninger i et CRM-system</a:t>
          </a:r>
          <a:endParaRPr lang="da-DK" dirty="0"/>
        </a:p>
      </dgm:t>
    </dgm:pt>
    <dgm:pt modelId="{9FC5B202-6924-4806-906A-A6F43AE1E2AF}" type="parTrans" cxnId="{774D04B1-7875-4CAE-AC2F-87151EA80BA8}">
      <dgm:prSet/>
      <dgm:spPr/>
      <dgm:t>
        <a:bodyPr/>
        <a:lstStyle/>
        <a:p>
          <a:endParaRPr lang="da-DK"/>
        </a:p>
      </dgm:t>
    </dgm:pt>
    <dgm:pt modelId="{4B36E313-E887-4894-B556-287AD3D18BE7}" type="sibTrans" cxnId="{774D04B1-7875-4CAE-AC2F-87151EA80BA8}">
      <dgm:prSet/>
      <dgm:spPr/>
      <dgm:t>
        <a:bodyPr/>
        <a:lstStyle/>
        <a:p>
          <a:endParaRPr lang="da-DK"/>
        </a:p>
      </dgm:t>
    </dgm:pt>
    <dgm:pt modelId="{A3C116F6-DF57-4523-A9A5-179E22E7D472}">
      <dgm:prSet phldrT="[Tekst]" phldr="0"/>
      <dgm:spPr/>
      <dgm:t>
        <a:bodyPr/>
        <a:lstStyle/>
        <a:p>
          <a:r>
            <a:rPr lang="da-DK" b="0" i="0" dirty="0"/>
            <a:t>Produktinformation, marketingmateriale</a:t>
          </a:r>
          <a:endParaRPr lang="da-DK" dirty="0"/>
        </a:p>
      </dgm:t>
    </dgm:pt>
    <dgm:pt modelId="{6729A212-148A-4D6C-9F62-064D2459F9AD}" type="parTrans" cxnId="{05B8868B-3265-4ED8-B9A3-F033EFE41917}">
      <dgm:prSet/>
      <dgm:spPr/>
      <dgm:t>
        <a:bodyPr/>
        <a:lstStyle/>
        <a:p>
          <a:endParaRPr lang="da-DK"/>
        </a:p>
      </dgm:t>
    </dgm:pt>
    <dgm:pt modelId="{00C9B05B-93C1-48FD-9FBB-E78B1C9238BB}" type="sibTrans" cxnId="{05B8868B-3265-4ED8-B9A3-F033EFE41917}">
      <dgm:prSet/>
      <dgm:spPr/>
      <dgm:t>
        <a:bodyPr/>
        <a:lstStyle/>
        <a:p>
          <a:endParaRPr lang="da-DK"/>
        </a:p>
      </dgm:t>
    </dgm:pt>
    <dgm:pt modelId="{53E8EDF8-0966-402B-AF99-B49C706BFE9A}">
      <dgm:prSet phldrT="[Tekst]" phldr="0"/>
      <dgm:spPr/>
      <dgm:t>
        <a:bodyPr/>
        <a:lstStyle/>
        <a:p>
          <a:r>
            <a:rPr lang="da-DK" b="0" i="0" dirty="0"/>
            <a:t>Uddannelsesmateriale, der er frit tilgængeligt</a:t>
          </a:r>
          <a:endParaRPr lang="da-DK" dirty="0"/>
        </a:p>
      </dgm:t>
    </dgm:pt>
    <dgm:pt modelId="{C2995794-1591-403E-8749-8481848C2663}" type="parTrans" cxnId="{0F5BF5A2-9C18-4E0D-A6ED-9B9E7202A3FC}">
      <dgm:prSet/>
      <dgm:spPr/>
      <dgm:t>
        <a:bodyPr/>
        <a:lstStyle/>
        <a:p>
          <a:endParaRPr lang="da-DK"/>
        </a:p>
      </dgm:t>
    </dgm:pt>
    <dgm:pt modelId="{092C0FB3-C35C-4EB8-A125-1B22AD953333}" type="sibTrans" cxnId="{0F5BF5A2-9C18-4E0D-A6ED-9B9E7202A3FC}">
      <dgm:prSet/>
      <dgm:spPr/>
      <dgm:t>
        <a:bodyPr/>
        <a:lstStyle/>
        <a:p>
          <a:endParaRPr lang="da-DK"/>
        </a:p>
      </dgm:t>
    </dgm:pt>
    <dgm:pt modelId="{A0C52001-B81E-4D1C-A63E-2E907157048F}">
      <dgm:prSet phldrT="[Tekst]" phldr="0"/>
      <dgm:spPr/>
      <dgm:t>
        <a:bodyPr/>
        <a:lstStyle/>
        <a:p>
          <a:r>
            <a:rPr lang="da-DK" b="0" i="0" dirty="0"/>
            <a:t>Offentlige API-dokumentationer (når de er designet til åben adgang)</a:t>
          </a:r>
          <a:endParaRPr lang="da-DK" dirty="0"/>
        </a:p>
      </dgm:t>
    </dgm:pt>
    <dgm:pt modelId="{190051DF-E8DF-47DD-8D78-428999DD41B3}" type="parTrans" cxnId="{45CC53D5-9522-41AB-8C0D-EAF9381585D7}">
      <dgm:prSet/>
      <dgm:spPr/>
      <dgm:t>
        <a:bodyPr/>
        <a:lstStyle/>
        <a:p>
          <a:endParaRPr lang="da-DK"/>
        </a:p>
      </dgm:t>
    </dgm:pt>
    <dgm:pt modelId="{4265F6EF-239A-45ED-914E-61040395516A}" type="sibTrans" cxnId="{45CC53D5-9522-41AB-8C0D-EAF9381585D7}">
      <dgm:prSet/>
      <dgm:spPr/>
      <dgm:t>
        <a:bodyPr/>
        <a:lstStyle/>
        <a:p>
          <a:endParaRPr lang="da-DK"/>
        </a:p>
      </dgm:t>
    </dgm:pt>
    <dgm:pt modelId="{88E84E3B-2CC9-40D6-B637-DEC281073F61}" type="pres">
      <dgm:prSet presAssocID="{DD00C005-F52F-4CD5-BE05-C3B460833DA8}" presName="diagram" presStyleCnt="0">
        <dgm:presLayoutVars>
          <dgm:dir/>
          <dgm:resizeHandles val="exact"/>
        </dgm:presLayoutVars>
      </dgm:prSet>
      <dgm:spPr/>
    </dgm:pt>
    <dgm:pt modelId="{7B6B2A83-DC45-41B2-AB0C-1784B87FE938}" type="pres">
      <dgm:prSet presAssocID="{D4E568B2-7C98-41D0-AC4D-722EA40C4183}" presName="node" presStyleLbl="node1" presStyleIdx="0" presStyleCnt="3">
        <dgm:presLayoutVars>
          <dgm:bulletEnabled val="1"/>
        </dgm:presLayoutVars>
      </dgm:prSet>
      <dgm:spPr/>
    </dgm:pt>
    <dgm:pt modelId="{C8D3E4D9-729F-4BD7-996D-0065C341CB0C}" type="pres">
      <dgm:prSet presAssocID="{9518DCD2-B795-4EA3-A67F-E1482EE2DB3A}" presName="sibTrans" presStyleCnt="0"/>
      <dgm:spPr/>
    </dgm:pt>
    <dgm:pt modelId="{36A27EBE-937F-4475-B4D7-9C50CD240DAB}" type="pres">
      <dgm:prSet presAssocID="{6B205CCB-C6CD-4DFA-AC60-7797A42577BC}" presName="node" presStyleLbl="node1" presStyleIdx="1" presStyleCnt="3">
        <dgm:presLayoutVars>
          <dgm:bulletEnabled val="1"/>
        </dgm:presLayoutVars>
      </dgm:prSet>
      <dgm:spPr/>
    </dgm:pt>
    <dgm:pt modelId="{2140148B-2D0A-4994-9804-5F1B052CD87F}" type="pres">
      <dgm:prSet presAssocID="{FC029967-6441-4F75-B1DE-BAB24DE5B683}" presName="sibTrans" presStyleCnt="0"/>
      <dgm:spPr/>
    </dgm:pt>
    <dgm:pt modelId="{A85F560D-B778-4284-8E78-D9E5B9400AB6}" type="pres">
      <dgm:prSet presAssocID="{4F963C6D-092A-49AD-BAD9-A6D6236BC0A0}" presName="node" presStyleLbl="node1" presStyleIdx="2" presStyleCnt="3">
        <dgm:presLayoutVars>
          <dgm:bulletEnabled val="1"/>
        </dgm:presLayoutVars>
      </dgm:prSet>
      <dgm:spPr/>
    </dgm:pt>
  </dgm:ptLst>
  <dgm:cxnLst>
    <dgm:cxn modelId="{90E4E704-CD45-4985-B4C0-DE6184DF6A25}" type="presOf" srcId="{1213EFFB-185E-4708-8A80-1637501B3CD9}" destId="{36A27EBE-937F-4475-B4D7-9C50CD240DAB}" srcOrd="0" destOrd="4" presId="urn:microsoft.com/office/officeart/2005/8/layout/default"/>
    <dgm:cxn modelId="{8CA49110-D067-4A01-967E-681E7D14D915}" type="presOf" srcId="{E4622084-4F92-4A89-8F84-47F1B9E263E2}" destId="{A85F560D-B778-4284-8E78-D9E5B9400AB6}" srcOrd="0" destOrd="2" presId="urn:microsoft.com/office/officeart/2005/8/layout/default"/>
    <dgm:cxn modelId="{742DC914-C7A5-405F-8809-DDBC9E208209}" srcId="{6B205CCB-C6CD-4DFA-AC60-7797A42577BC}" destId="{1213EFFB-185E-4708-8A80-1637501B3CD9}" srcOrd="3" destOrd="0" parTransId="{D01FFFB2-F420-4088-A0ED-26EEEED130A4}" sibTransId="{3B7FA21F-AA99-4375-899D-039AFD2354A2}"/>
    <dgm:cxn modelId="{75FC9C16-86E3-469B-B94E-925730075F0D}" type="presOf" srcId="{A3C116F6-DF57-4523-A9A5-179E22E7D472}" destId="{A85F560D-B778-4284-8E78-D9E5B9400AB6}" srcOrd="0" destOrd="3" presId="urn:microsoft.com/office/officeart/2005/8/layout/default"/>
    <dgm:cxn modelId="{D03E8C21-726B-470B-9E29-9B82F6F524C9}" srcId="{6B205CCB-C6CD-4DFA-AC60-7797A42577BC}" destId="{5C29F5A7-A8B8-40D5-B74E-7FA5E76401A3}" srcOrd="0" destOrd="0" parTransId="{373154AD-5AFF-4D61-ABF0-922812C44D31}" sibTransId="{F2112CD2-8149-4C38-BF7E-28C2C8AC2BE3}"/>
    <dgm:cxn modelId="{537AF525-8287-45E0-96F2-3505D9C93507}" type="presOf" srcId="{17333F62-BFA7-4289-A59E-DC98D6E88616}" destId="{7B6B2A83-DC45-41B2-AB0C-1784B87FE938}" srcOrd="0" destOrd="4" presId="urn:microsoft.com/office/officeart/2005/8/layout/default"/>
    <dgm:cxn modelId="{75A84E26-BF62-4379-9DA4-6B8D6E7ED563}" type="presOf" srcId="{B669B167-A1ED-4B3D-A439-369CD145C072}" destId="{A85F560D-B778-4284-8E78-D9E5B9400AB6}" srcOrd="0" destOrd="1" presId="urn:microsoft.com/office/officeart/2005/8/layout/default"/>
    <dgm:cxn modelId="{170FEB32-E017-47CC-BF9F-4319F9D69815}" type="presOf" srcId="{53E8EDF8-0966-402B-AF99-B49C706BFE9A}" destId="{A85F560D-B778-4284-8E78-D9E5B9400AB6}" srcOrd="0" destOrd="4" presId="urn:microsoft.com/office/officeart/2005/8/layout/default"/>
    <dgm:cxn modelId="{DB078635-25FD-47D9-A3C3-50BDFDC97F83}" type="presOf" srcId="{D4E568B2-7C98-41D0-AC4D-722EA40C4183}" destId="{7B6B2A83-DC45-41B2-AB0C-1784B87FE938}" srcOrd="0" destOrd="0" presId="urn:microsoft.com/office/officeart/2005/8/layout/default"/>
    <dgm:cxn modelId="{5D00E24A-69E0-40DE-B6A2-1B4873319204}" type="presOf" srcId="{4329778F-09BB-45D0-BC6B-9777922CF1C0}" destId="{36A27EBE-937F-4475-B4D7-9C50CD240DAB}" srcOrd="0" destOrd="5" presId="urn:microsoft.com/office/officeart/2005/8/layout/default"/>
    <dgm:cxn modelId="{1F76194D-763E-4400-A978-DC0CD154AB7E}" type="presOf" srcId="{CAF78CAF-D683-47DA-BB24-2D2013E3D15A}" destId="{7B6B2A83-DC45-41B2-AB0C-1784B87FE938}" srcOrd="0" destOrd="3" presId="urn:microsoft.com/office/officeart/2005/8/layout/default"/>
    <dgm:cxn modelId="{BC032456-D5CC-41DA-9D35-9729AB2F2A32}" srcId="{DD00C005-F52F-4CD5-BE05-C3B460833DA8}" destId="{6B205CCB-C6CD-4DFA-AC60-7797A42577BC}" srcOrd="1" destOrd="0" parTransId="{95194DCE-F1AE-4D56-B8FB-B77DF23E22CB}" sibTransId="{FC029967-6441-4F75-B1DE-BAB24DE5B683}"/>
    <dgm:cxn modelId="{B9353982-643C-4763-8C93-64F6327DF269}" type="presOf" srcId="{A0C52001-B81E-4D1C-A63E-2E907157048F}" destId="{A85F560D-B778-4284-8E78-D9E5B9400AB6}" srcOrd="0" destOrd="5" presId="urn:microsoft.com/office/officeart/2005/8/layout/default"/>
    <dgm:cxn modelId="{05B8868B-3265-4ED8-B9A3-F033EFE41917}" srcId="{4F963C6D-092A-49AD-BAD9-A6D6236BC0A0}" destId="{A3C116F6-DF57-4523-A9A5-179E22E7D472}" srcOrd="2" destOrd="0" parTransId="{6729A212-148A-4D6C-9F62-064D2459F9AD}" sibTransId="{00C9B05B-93C1-48FD-9FBB-E78B1C9238BB}"/>
    <dgm:cxn modelId="{E231D795-AF90-40AF-87C2-3BEE23B9F275}" srcId="{DD00C005-F52F-4CD5-BE05-C3B460833DA8}" destId="{4F963C6D-092A-49AD-BAD9-A6D6236BC0A0}" srcOrd="2" destOrd="0" parTransId="{16B41C08-9933-413F-BC2E-CCA722DD57DC}" sibTransId="{971DEE4A-7686-4583-91D9-13B2A1F7D3C8}"/>
    <dgm:cxn modelId="{0F5BF5A2-9C18-4E0D-A6ED-9B9E7202A3FC}" srcId="{4F963C6D-092A-49AD-BAD9-A6D6236BC0A0}" destId="{53E8EDF8-0966-402B-AF99-B49C706BFE9A}" srcOrd="3" destOrd="0" parTransId="{C2995794-1591-403E-8749-8481848C2663}" sibTransId="{092C0FB3-C35C-4EB8-A125-1B22AD953333}"/>
    <dgm:cxn modelId="{D8A9DBA3-95FF-4E40-BC8C-8EEAA83A6933}" srcId="{4F963C6D-092A-49AD-BAD9-A6D6236BC0A0}" destId="{B669B167-A1ED-4B3D-A439-369CD145C072}" srcOrd="0" destOrd="0" parTransId="{697D599A-0321-4B96-848E-E2EAE6773102}" sibTransId="{868E5B58-F4FB-40FE-8D1C-50652016B70E}"/>
    <dgm:cxn modelId="{59C18FA4-3D80-45ED-AE2D-120EABBC77FB}" srcId="{6B205CCB-C6CD-4DFA-AC60-7797A42577BC}" destId="{E2FAAC83-3AFB-4F08-A8CE-C237BA586783}" srcOrd="1" destOrd="0" parTransId="{F0688605-C2DE-4058-AC1E-384C62704B47}" sibTransId="{6E430ABF-BADB-4DAB-A036-853BA6D8784C}"/>
    <dgm:cxn modelId="{11DC61AC-5F40-4E24-81DB-05163449A65D}" type="presOf" srcId="{5C29F5A7-A8B8-40D5-B74E-7FA5E76401A3}" destId="{36A27EBE-937F-4475-B4D7-9C50CD240DAB}" srcOrd="0" destOrd="1" presId="urn:microsoft.com/office/officeart/2005/8/layout/default"/>
    <dgm:cxn modelId="{3EEF76AF-1515-412D-A2DF-30EE7802B0BD}" srcId="{DD00C005-F52F-4CD5-BE05-C3B460833DA8}" destId="{D4E568B2-7C98-41D0-AC4D-722EA40C4183}" srcOrd="0" destOrd="0" parTransId="{95EE02F7-054F-4052-84DC-1195AADEE669}" sibTransId="{9518DCD2-B795-4EA3-A67F-E1482EE2DB3A}"/>
    <dgm:cxn modelId="{774D04B1-7875-4CAE-AC2F-87151EA80BA8}" srcId="{6B205CCB-C6CD-4DFA-AC60-7797A42577BC}" destId="{4329778F-09BB-45D0-BC6B-9777922CF1C0}" srcOrd="4" destOrd="0" parTransId="{9FC5B202-6924-4806-906A-A6F43AE1E2AF}" sibTransId="{4B36E313-E887-4894-B556-287AD3D18BE7}"/>
    <dgm:cxn modelId="{23B878B1-F70F-43EE-98B7-055ECD4C10C6}" type="presOf" srcId="{58708355-1D11-4F11-81BF-D8C0FE048024}" destId="{7B6B2A83-DC45-41B2-AB0C-1784B87FE938}" srcOrd="0" destOrd="2" presId="urn:microsoft.com/office/officeart/2005/8/layout/default"/>
    <dgm:cxn modelId="{7CCA95B9-1214-448E-B040-64719FA68CF5}" srcId="{D4E568B2-7C98-41D0-AC4D-722EA40C4183}" destId="{ED1DEC9C-4865-40BB-BE13-F893846CD518}" srcOrd="4" destOrd="0" parTransId="{EFF40CB9-0392-4D0E-8C3D-7CBC4C4E2A28}" sibTransId="{67871139-7A91-4C88-9CE6-3C39955FAF13}"/>
    <dgm:cxn modelId="{E6800DBC-6414-4C12-8BF8-5412BAD2CB9A}" type="presOf" srcId="{EE5C6049-B86E-4A88-895E-873104BED6BE}" destId="{36A27EBE-937F-4475-B4D7-9C50CD240DAB}" srcOrd="0" destOrd="3" presId="urn:microsoft.com/office/officeart/2005/8/layout/default"/>
    <dgm:cxn modelId="{1CC6D0BC-3F71-4229-AF0F-1DA855A15BDB}" type="presOf" srcId="{4F963C6D-092A-49AD-BAD9-A6D6236BC0A0}" destId="{A85F560D-B778-4284-8E78-D9E5B9400AB6}" srcOrd="0" destOrd="0" presId="urn:microsoft.com/office/officeart/2005/8/layout/default"/>
    <dgm:cxn modelId="{D7E0B7C0-B274-494C-B799-59C0F755FF0B}" type="presOf" srcId="{E2FAAC83-3AFB-4F08-A8CE-C237BA586783}" destId="{36A27EBE-937F-4475-B4D7-9C50CD240DAB}" srcOrd="0" destOrd="2" presId="urn:microsoft.com/office/officeart/2005/8/layout/default"/>
    <dgm:cxn modelId="{882954C4-19D1-4C3A-B24A-CC07BB1190C6}" srcId="{D4E568B2-7C98-41D0-AC4D-722EA40C4183}" destId="{58708355-1D11-4F11-81BF-D8C0FE048024}" srcOrd="1" destOrd="0" parTransId="{C50D61AE-A0C8-4064-B308-E40E88995F14}" sibTransId="{855C0C53-A404-4E6B-BB2D-28974C8AB50F}"/>
    <dgm:cxn modelId="{57B0C9C5-C23E-4067-AFC8-DCAF0FEE7DFF}" srcId="{D4E568B2-7C98-41D0-AC4D-722EA40C4183}" destId="{17333F62-BFA7-4289-A59E-DC98D6E88616}" srcOrd="3" destOrd="0" parTransId="{3C2CAC5D-EE00-4EF7-B2B0-F92CDE23380C}" sibTransId="{C86C2E9A-6BE1-4406-A842-0BC9C6EA14B4}"/>
    <dgm:cxn modelId="{2FCB9CC9-8342-4A6F-A371-6DA4EC5A38F3}" srcId="{D4E568B2-7C98-41D0-AC4D-722EA40C4183}" destId="{CAF78CAF-D683-47DA-BB24-2D2013E3D15A}" srcOrd="2" destOrd="0" parTransId="{4D4E428B-F4F9-45F6-AE83-1F1F40782A06}" sibTransId="{45153A21-64FC-49F5-921D-439B6C1069A4}"/>
    <dgm:cxn modelId="{5E6F17D1-074A-4B3D-BB6C-BE8BC7E5E26A}" type="presOf" srcId="{DD00C005-F52F-4CD5-BE05-C3B460833DA8}" destId="{88E84E3B-2CC9-40D6-B637-DEC281073F61}" srcOrd="0" destOrd="0" presId="urn:microsoft.com/office/officeart/2005/8/layout/default"/>
    <dgm:cxn modelId="{45CC53D5-9522-41AB-8C0D-EAF9381585D7}" srcId="{4F963C6D-092A-49AD-BAD9-A6D6236BC0A0}" destId="{A0C52001-B81E-4D1C-A63E-2E907157048F}" srcOrd="4" destOrd="0" parTransId="{190051DF-E8DF-47DD-8D78-428999DD41B3}" sibTransId="{4265F6EF-239A-45ED-914E-61040395516A}"/>
    <dgm:cxn modelId="{768957D5-A7F7-4580-9708-5DA3E2DB9737}" srcId="{D4E568B2-7C98-41D0-AC4D-722EA40C4183}" destId="{334D4020-F927-40C0-80B1-1F64446DAEDE}" srcOrd="0" destOrd="0" parTransId="{2A12B8CF-518E-4E86-B8F3-EB3F7DE90813}" sibTransId="{75A7E4C8-6512-46B0-818B-D0C9469407DF}"/>
    <dgm:cxn modelId="{C128B9D7-A3F0-4B3F-87DA-877A95DBEDF4}" type="presOf" srcId="{334D4020-F927-40C0-80B1-1F64446DAEDE}" destId="{7B6B2A83-DC45-41B2-AB0C-1784B87FE938}" srcOrd="0" destOrd="1" presId="urn:microsoft.com/office/officeart/2005/8/layout/default"/>
    <dgm:cxn modelId="{843D1FE3-792D-4F04-8541-35EAEA2B31FB}" srcId="{6B205CCB-C6CD-4DFA-AC60-7797A42577BC}" destId="{EE5C6049-B86E-4A88-895E-873104BED6BE}" srcOrd="2" destOrd="0" parTransId="{C23AB01E-357F-4533-B559-B9F9C1698BF1}" sibTransId="{69296440-6327-4F19-9F96-2F4166C7A0DF}"/>
    <dgm:cxn modelId="{7C46E6E8-DFC1-4DBC-A8B7-5CC509110A53}" type="presOf" srcId="{ED1DEC9C-4865-40BB-BE13-F893846CD518}" destId="{7B6B2A83-DC45-41B2-AB0C-1784B87FE938}" srcOrd="0" destOrd="5" presId="urn:microsoft.com/office/officeart/2005/8/layout/default"/>
    <dgm:cxn modelId="{3ECF30F1-73FA-4C12-A880-DB71330DF056}" srcId="{4F963C6D-092A-49AD-BAD9-A6D6236BC0A0}" destId="{E4622084-4F92-4A89-8F84-47F1B9E263E2}" srcOrd="1" destOrd="0" parTransId="{07420403-9F7F-408D-A0C5-4813781E0903}" sibTransId="{7F0E4823-600D-4B13-9E5A-59C856A92A8C}"/>
    <dgm:cxn modelId="{09824EFE-DAC3-427C-AB1F-A054ECAD242D}" type="presOf" srcId="{6B205CCB-C6CD-4DFA-AC60-7797A42577BC}" destId="{36A27EBE-937F-4475-B4D7-9C50CD240DAB}" srcOrd="0" destOrd="0" presId="urn:microsoft.com/office/officeart/2005/8/layout/default"/>
    <dgm:cxn modelId="{C5021DFC-7B72-431E-B06A-E27D04E31400}" type="presParOf" srcId="{88E84E3B-2CC9-40D6-B637-DEC281073F61}" destId="{7B6B2A83-DC45-41B2-AB0C-1784B87FE938}" srcOrd="0" destOrd="0" presId="urn:microsoft.com/office/officeart/2005/8/layout/default"/>
    <dgm:cxn modelId="{B37E58CD-D59E-44B6-936B-9BCB9DD78812}" type="presParOf" srcId="{88E84E3B-2CC9-40D6-B637-DEC281073F61}" destId="{C8D3E4D9-729F-4BD7-996D-0065C341CB0C}" srcOrd="1" destOrd="0" presId="urn:microsoft.com/office/officeart/2005/8/layout/default"/>
    <dgm:cxn modelId="{84C614DB-A30E-4878-8B24-1240A3B9C518}" type="presParOf" srcId="{88E84E3B-2CC9-40D6-B637-DEC281073F61}" destId="{36A27EBE-937F-4475-B4D7-9C50CD240DAB}" srcOrd="2" destOrd="0" presId="urn:microsoft.com/office/officeart/2005/8/layout/default"/>
    <dgm:cxn modelId="{935F3CCF-8E7E-488A-88A2-C9C0513AF2A1}" type="presParOf" srcId="{88E84E3B-2CC9-40D6-B637-DEC281073F61}" destId="{2140148B-2D0A-4994-9804-5F1B052CD87F}" srcOrd="3" destOrd="0" presId="urn:microsoft.com/office/officeart/2005/8/layout/default"/>
    <dgm:cxn modelId="{2FAD2F2E-3629-4F81-A284-8DD64B04F90E}" type="presParOf" srcId="{88E84E3B-2CC9-40D6-B637-DEC281073F61}" destId="{A85F560D-B778-4284-8E78-D9E5B9400AB6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6960DD-3795-4D00-9911-1DBFC39F3979}">
      <dsp:nvSpPr>
        <dsp:cNvPr id="0" name=""/>
        <dsp:cNvSpPr/>
      </dsp:nvSpPr>
      <dsp:spPr>
        <a:xfrm>
          <a:off x="6335" y="293871"/>
          <a:ext cx="1760041" cy="176004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/>
            <a:t>Trussel</a:t>
          </a:r>
        </a:p>
      </dsp:txBody>
      <dsp:txXfrm>
        <a:off x="264087" y="551623"/>
        <a:ext cx="1244537" cy="1244537"/>
      </dsp:txXfrm>
    </dsp:sp>
    <dsp:sp modelId="{9891C03D-9168-4E3F-8DF9-64DFC2965DB7}">
      <dsp:nvSpPr>
        <dsp:cNvPr id="0" name=""/>
        <dsp:cNvSpPr/>
      </dsp:nvSpPr>
      <dsp:spPr>
        <a:xfrm>
          <a:off x="1909291" y="663480"/>
          <a:ext cx="1020824" cy="1020824"/>
        </a:xfrm>
        <a:prstGeom prst="mathPlus">
          <a:avLst/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500" kern="1200"/>
        </a:p>
      </dsp:txBody>
      <dsp:txXfrm>
        <a:off x="2044601" y="1053843"/>
        <a:ext cx="750204" cy="240098"/>
      </dsp:txXfrm>
    </dsp:sp>
    <dsp:sp modelId="{B968E236-108C-45E1-8428-F88159CF5151}">
      <dsp:nvSpPr>
        <dsp:cNvPr id="0" name=""/>
        <dsp:cNvSpPr/>
      </dsp:nvSpPr>
      <dsp:spPr>
        <a:xfrm>
          <a:off x="3073031" y="293871"/>
          <a:ext cx="1760041" cy="176004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/>
            <a:t>Sårbarhed</a:t>
          </a:r>
        </a:p>
      </dsp:txBody>
      <dsp:txXfrm>
        <a:off x="3330783" y="551623"/>
        <a:ext cx="1244537" cy="1244537"/>
      </dsp:txXfrm>
    </dsp:sp>
    <dsp:sp modelId="{227CCB3B-756A-4944-B1A8-6D303932BA15}">
      <dsp:nvSpPr>
        <dsp:cNvPr id="0" name=""/>
        <dsp:cNvSpPr/>
      </dsp:nvSpPr>
      <dsp:spPr>
        <a:xfrm>
          <a:off x="4975987" y="663480"/>
          <a:ext cx="1020824" cy="1020824"/>
        </a:xfrm>
        <a:prstGeom prst="mathPlus">
          <a:avLst/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500" kern="1200"/>
        </a:p>
      </dsp:txBody>
      <dsp:txXfrm>
        <a:off x="5111297" y="1053843"/>
        <a:ext cx="750204" cy="240098"/>
      </dsp:txXfrm>
    </dsp:sp>
    <dsp:sp modelId="{90F6A059-2AF8-4056-BE2D-CA0F0E598F72}">
      <dsp:nvSpPr>
        <dsp:cNvPr id="0" name=""/>
        <dsp:cNvSpPr/>
      </dsp:nvSpPr>
      <dsp:spPr>
        <a:xfrm>
          <a:off x="6139727" y="293871"/>
          <a:ext cx="1760041" cy="176004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/>
            <a:t>Konsekvens</a:t>
          </a:r>
          <a:endParaRPr lang="da-DK" sz="1900" kern="1200" dirty="0"/>
        </a:p>
      </dsp:txBody>
      <dsp:txXfrm>
        <a:off x="6397479" y="551623"/>
        <a:ext cx="1244537" cy="1244537"/>
      </dsp:txXfrm>
    </dsp:sp>
    <dsp:sp modelId="{3B657924-C0F3-4132-BF50-D2AB7956DBA4}">
      <dsp:nvSpPr>
        <dsp:cNvPr id="0" name=""/>
        <dsp:cNvSpPr/>
      </dsp:nvSpPr>
      <dsp:spPr>
        <a:xfrm>
          <a:off x="8042684" y="663480"/>
          <a:ext cx="1020824" cy="1020824"/>
        </a:xfrm>
        <a:prstGeom prst="mathEqual">
          <a:avLst/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a-DK" sz="1500" kern="1200"/>
        </a:p>
      </dsp:txBody>
      <dsp:txXfrm>
        <a:off x="8177994" y="873770"/>
        <a:ext cx="750204" cy="600244"/>
      </dsp:txXfrm>
    </dsp:sp>
    <dsp:sp modelId="{89630E40-7ECC-44A8-956F-0746DF6EAD6C}">
      <dsp:nvSpPr>
        <dsp:cNvPr id="0" name=""/>
        <dsp:cNvSpPr/>
      </dsp:nvSpPr>
      <dsp:spPr>
        <a:xfrm>
          <a:off x="9206423" y="293871"/>
          <a:ext cx="1760041" cy="176004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/>
            <a:t>Risiko</a:t>
          </a:r>
        </a:p>
      </dsp:txBody>
      <dsp:txXfrm>
        <a:off x="9464175" y="551623"/>
        <a:ext cx="1244537" cy="12445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9FE55D-2323-49CE-A5AE-DDCF6A67CCD7}">
      <dsp:nvSpPr>
        <dsp:cNvPr id="0" name=""/>
        <dsp:cNvSpPr/>
      </dsp:nvSpPr>
      <dsp:spPr>
        <a:xfrm rot="16200000">
          <a:off x="-1327505" y="2305585"/>
          <a:ext cx="3416331" cy="722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637368" bIns="0" numCol="1" spcCol="1270" anchor="t" anchorCtr="0">
          <a:noAutofit/>
        </a:bodyPr>
        <a:lstStyle/>
        <a:p>
          <a:pPr marL="0" lvl="0" indent="0" algn="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500" kern="1200" dirty="0"/>
            <a:t>Data</a:t>
          </a:r>
        </a:p>
      </dsp:txBody>
      <dsp:txXfrm>
        <a:off x="-1327505" y="2305585"/>
        <a:ext cx="3416331" cy="722685"/>
      </dsp:txXfrm>
    </dsp:sp>
    <dsp:sp modelId="{3AB11A6F-A847-4325-91A0-D477650F401C}">
      <dsp:nvSpPr>
        <dsp:cNvPr id="0" name=""/>
        <dsp:cNvSpPr/>
      </dsp:nvSpPr>
      <dsp:spPr>
        <a:xfrm>
          <a:off x="742002" y="958762"/>
          <a:ext cx="4204329" cy="341633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637368" rIns="256032" bIns="256032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2800" kern="1200" dirty="0"/>
            <a:t>Formaliserede oplysninger til behandling af it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2800" kern="1200" dirty="0"/>
            <a:t>Eksempler: Niels Hansen, 08-12-1948, 479g, 3.489.110 kr.</a:t>
          </a:r>
        </a:p>
      </dsp:txBody>
      <dsp:txXfrm>
        <a:off x="742002" y="958762"/>
        <a:ext cx="4204329" cy="3416331"/>
      </dsp:txXfrm>
    </dsp:sp>
    <dsp:sp modelId="{73B74FF3-02D6-47D6-88E9-C01AADE475A5}">
      <dsp:nvSpPr>
        <dsp:cNvPr id="0" name=""/>
        <dsp:cNvSpPr/>
      </dsp:nvSpPr>
      <dsp:spPr>
        <a:xfrm>
          <a:off x="19317" y="4817"/>
          <a:ext cx="1445370" cy="1445370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23000" r="-23000"/>
          </a:stretch>
        </a:blip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156A13-2803-479D-9DB0-2CFEE7D66F3F}">
      <dsp:nvSpPr>
        <dsp:cNvPr id="0" name=""/>
        <dsp:cNvSpPr/>
      </dsp:nvSpPr>
      <dsp:spPr>
        <a:xfrm rot="16200000">
          <a:off x="4679644" y="2305585"/>
          <a:ext cx="3416331" cy="722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637368" bIns="0" numCol="1" spcCol="1270" anchor="t" anchorCtr="0">
          <a:noAutofit/>
        </a:bodyPr>
        <a:lstStyle/>
        <a:p>
          <a:pPr marL="0" lvl="0" indent="0" algn="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500" kern="1200" dirty="0"/>
            <a:t>Information</a:t>
          </a:r>
        </a:p>
      </dsp:txBody>
      <dsp:txXfrm>
        <a:off x="4679644" y="2305585"/>
        <a:ext cx="3416331" cy="722685"/>
      </dsp:txXfrm>
    </dsp:sp>
    <dsp:sp modelId="{12785EB7-9939-4C07-9B21-9ED368968E1C}">
      <dsp:nvSpPr>
        <dsp:cNvPr id="0" name=""/>
        <dsp:cNvSpPr/>
      </dsp:nvSpPr>
      <dsp:spPr>
        <a:xfrm>
          <a:off x="6749152" y="958762"/>
          <a:ext cx="4204329" cy="341633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637368" rIns="256032" bIns="256032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2800" kern="1200" dirty="0"/>
            <a:t>Sammensætning af data, som giver mening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2800" kern="1200" dirty="0"/>
            <a:t>Eksempel: Mette Frederiksen har en beholdning af 140 Novo Nordisk aktier.</a:t>
          </a:r>
        </a:p>
      </dsp:txBody>
      <dsp:txXfrm>
        <a:off x="6749152" y="958762"/>
        <a:ext cx="4204329" cy="3416331"/>
      </dsp:txXfrm>
    </dsp:sp>
    <dsp:sp modelId="{0A7B36D7-B6E7-46AC-A81C-1D7B976CA0C6}">
      <dsp:nvSpPr>
        <dsp:cNvPr id="0" name=""/>
        <dsp:cNvSpPr/>
      </dsp:nvSpPr>
      <dsp:spPr>
        <a:xfrm>
          <a:off x="6026467" y="4817"/>
          <a:ext cx="1445370" cy="1445370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6000" r="-6000"/>
          </a:stretch>
        </a:blip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6B2A83-DC45-41B2-AB0C-1784B87FE938}">
      <dsp:nvSpPr>
        <dsp:cNvPr id="0" name=""/>
        <dsp:cNvSpPr/>
      </dsp:nvSpPr>
      <dsp:spPr>
        <a:xfrm>
          <a:off x="0" y="140620"/>
          <a:ext cx="3428999" cy="20574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600" kern="1200" dirty="0"/>
            <a:t>Kritisk niveau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200" b="1" kern="1200" dirty="0"/>
            <a:t>Definition</a:t>
          </a:r>
          <a:r>
            <a:rPr lang="da-DK" sz="1200" kern="1200" dirty="0"/>
            <a:t>: Uautoriseret videregivelse eller ændring/sletning kan medføre en betydelig skade.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200" b="0" i="0" kern="1200" dirty="0"/>
            <a:t>Adgangskoder, krypteringsnøgler, API-nøgler</a:t>
          </a:r>
          <a:endParaRPr lang="da-DK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200" b="0" i="0" kern="1200" dirty="0"/>
            <a:t>Sundhedsdata (journaler)</a:t>
          </a:r>
          <a:endParaRPr lang="da-DK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200" b="0" i="0" kern="1200" dirty="0"/>
            <a:t>Personfølsomme data (CPR-nummer, strafbare forhold)</a:t>
          </a:r>
          <a:endParaRPr lang="da-DK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200" b="0" i="0" kern="1200" dirty="0"/>
            <a:t>Finansielle data, der kan påvirke aktiemarkedet eller give økonomisk tab</a:t>
          </a:r>
          <a:endParaRPr lang="da-DK" sz="1200" kern="1200" dirty="0"/>
        </a:p>
      </dsp:txBody>
      <dsp:txXfrm>
        <a:off x="0" y="140620"/>
        <a:ext cx="3428999" cy="2057400"/>
      </dsp:txXfrm>
    </dsp:sp>
    <dsp:sp modelId="{36A27EBE-937F-4475-B4D7-9C50CD240DAB}">
      <dsp:nvSpPr>
        <dsp:cNvPr id="0" name=""/>
        <dsp:cNvSpPr/>
      </dsp:nvSpPr>
      <dsp:spPr>
        <a:xfrm>
          <a:off x="3771900" y="140620"/>
          <a:ext cx="3428999" cy="20574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600" kern="1200" dirty="0"/>
            <a:t>Privat niveau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200" b="1" kern="1200" dirty="0"/>
            <a:t>Definition</a:t>
          </a:r>
          <a:r>
            <a:rPr lang="da-DK" sz="1200" kern="1200" dirty="0"/>
            <a:t>: Uautoriseret videregivelse eller ændring/sletning kan medføre en moderat skade.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200" b="0" i="0" kern="1200" dirty="0"/>
            <a:t>Navne og e-mailadresser på medarbejdere og kunder</a:t>
          </a:r>
          <a:endParaRPr lang="da-DK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200" b="0" i="0" kern="1200" dirty="0"/>
            <a:t>Interne dokumenter (mødereferater, budgetudkast, projektplaner)</a:t>
          </a:r>
          <a:endParaRPr lang="da-DK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200" b="0" i="0" kern="1200" dirty="0"/>
            <a:t>Interne medarbejderoplysninger (ikke-følsomme)</a:t>
          </a:r>
          <a:endParaRPr lang="da-DK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da-DK" sz="1200" b="0" i="0" kern="1200"/>
            <a:t>Kontaktoplysninger i et CRM-system</a:t>
          </a:r>
          <a:endParaRPr lang="da-DK" sz="1200" kern="1200" dirty="0"/>
        </a:p>
      </dsp:txBody>
      <dsp:txXfrm>
        <a:off x="3771900" y="140620"/>
        <a:ext cx="3428999" cy="2057400"/>
      </dsp:txXfrm>
    </dsp:sp>
    <dsp:sp modelId="{A85F560D-B778-4284-8E78-D9E5B9400AB6}">
      <dsp:nvSpPr>
        <dsp:cNvPr id="0" name=""/>
        <dsp:cNvSpPr/>
      </dsp:nvSpPr>
      <dsp:spPr>
        <a:xfrm>
          <a:off x="7543800" y="140620"/>
          <a:ext cx="3428999" cy="20574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600" kern="1200" dirty="0"/>
            <a:t>Offentlig niveau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200" b="1" kern="1200" dirty="0"/>
            <a:t>Definition</a:t>
          </a:r>
          <a:r>
            <a:rPr lang="da-DK" sz="1200" kern="1200" dirty="0"/>
            <a:t>: Uautoriseret videregivelse eller ændring/sletning kan medføre en ringe eller ingen skade.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200" b="0" i="0" kern="1200" dirty="0"/>
            <a:t>Indhold på virksomhedens hjemmeside</a:t>
          </a:r>
          <a:endParaRPr lang="da-DK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200" b="0" i="0" kern="1200" dirty="0"/>
            <a:t>Produktinformation, marketingmateriale</a:t>
          </a:r>
          <a:endParaRPr lang="da-DK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200" b="0" i="0" kern="1200" dirty="0"/>
            <a:t>Uddannelsesmateriale, der er frit tilgængeligt</a:t>
          </a:r>
          <a:endParaRPr lang="da-DK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200" b="0" i="0" kern="1200" dirty="0"/>
            <a:t>Offentlige API-dokumentationer (når de er designet til åben adgang)</a:t>
          </a:r>
          <a:endParaRPr lang="da-DK" sz="1200" kern="1200" dirty="0"/>
        </a:p>
      </dsp:txBody>
      <dsp:txXfrm>
        <a:off x="7543800" y="140620"/>
        <a:ext cx="3428999" cy="2057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385194"/>
            <a:ext cx="10959008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140968"/>
            <a:ext cx="10959008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59545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112346E-1A1C-4416-8010-61924EA46B4C}" type="datetime1">
              <a:rPr lang="en-US" altLang="da-DK"/>
              <a:pPr/>
              <a:t>2/13/2026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7072AD-8243-490B-B121-36F8F866EBA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7433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03200"/>
            <a:ext cx="10972800" cy="731838"/>
          </a:xfrm>
        </p:spPr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644F98D-CA61-44A6-BF8A-D6621EFC00D7}" type="datetime1">
              <a:rPr lang="en-US" altLang="da-DK"/>
              <a:pPr/>
              <a:t>2/13/2026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2C0804-67E0-4984-B5FD-088FF50E4C6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893379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9545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B70E6B-B7B9-486F-98D1-A733143BB538}" type="datetime1">
              <a:rPr lang="en-US" altLang="da-DK"/>
              <a:pPr/>
              <a:t>2/13/2026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72B3F5-E868-4B02-9079-85E249432FF6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833668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2/13/2026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5123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5200"/>
            <a:ext cx="5386917" cy="639762"/>
          </a:xfrm>
        </p:spPr>
        <p:txBody>
          <a:bodyPr anchor="ctr" anchorCtr="0"/>
          <a:lstStyle>
            <a:lvl1pPr marL="0" indent="0">
              <a:buNone/>
              <a:defRPr sz="2400" b="1">
                <a:solidFill>
                  <a:srgbClr val="59545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76873"/>
            <a:ext cx="5386917" cy="348925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465200"/>
            <a:ext cx="5389033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76872"/>
            <a:ext cx="5389033" cy="34892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0027D8-26C7-453C-8D91-34EC54F67A36}" type="datetime1">
              <a:rPr lang="en-US" altLang="da-DK"/>
              <a:pPr/>
              <a:t>2/13/2026</a:t>
            </a:fld>
            <a:endParaRPr lang="en-US" altLang="da-DK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1459F-21AF-488F-8735-88D8EE8D7DEA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54333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CA076B-0EC1-4397-A9A7-21D7FBAB7B8A}" type="datetime1">
              <a:rPr lang="en-US" altLang="da-DK"/>
              <a:pPr/>
              <a:t>2/13/2026</a:t>
            </a:fld>
            <a:endParaRPr lang="en-US" alt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4AD2B7-7BEE-4699-B9F8-B2392B799A90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08245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BBE59B-B411-48DF-96D5-96A65B493BDE}" type="datetime1">
              <a:rPr lang="en-US" altLang="da-DK"/>
              <a:pPr/>
              <a:t>2/13/2026</a:t>
            </a:fld>
            <a:endParaRPr lang="en-US" altLang="da-DK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7F44F-7B5A-42A1-99E4-B4BEA490C0F2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272185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403200"/>
            <a:ext cx="4011084" cy="720080"/>
          </a:xfrm>
        </p:spPr>
        <p:txBody>
          <a:bodyPr anchor="t" anchorCtr="0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03201"/>
            <a:ext cx="6815667" cy="5618089"/>
          </a:xfrm>
        </p:spPr>
        <p:txBody>
          <a:bodyPr/>
          <a:lstStyle>
            <a:lvl1pPr>
              <a:defRPr sz="3200">
                <a:solidFill>
                  <a:srgbClr val="595451"/>
                </a:solidFill>
              </a:defRPr>
            </a:lvl1pPr>
            <a:lvl2pPr>
              <a:defRPr sz="2800">
                <a:solidFill>
                  <a:srgbClr val="595451"/>
                </a:solidFill>
              </a:defRPr>
            </a:lvl2pPr>
            <a:lvl3pPr>
              <a:defRPr sz="2400">
                <a:solidFill>
                  <a:srgbClr val="595451"/>
                </a:solidFill>
              </a:defRPr>
            </a:lvl3pPr>
            <a:lvl4pPr>
              <a:defRPr sz="2000">
                <a:solidFill>
                  <a:srgbClr val="595451"/>
                </a:solidFill>
              </a:defRPr>
            </a:lvl4pPr>
            <a:lvl5pPr>
              <a:defRPr sz="2000">
                <a:solidFill>
                  <a:srgbClr val="59545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268760"/>
            <a:ext cx="4011084" cy="475252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7CD1C2-5BC4-4F6E-8FEE-82B39784CFB4}" type="datetime1">
              <a:rPr lang="en-US" altLang="da-DK"/>
              <a:pPr/>
              <a:t>2/13/2026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65377B-5B52-4C9C-B29E-CBAD097C66CC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1822520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48106"/>
            <a:ext cx="1095900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403201"/>
            <a:ext cx="10959008" cy="381885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a-DK" noProof="0"/>
              <a:t>Klik på ikonet for at tilføje et billede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4914844"/>
            <a:ext cx="10972800" cy="96242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00AD4B9-8127-47DA-A6B8-A2944AC073AE}" type="datetime1">
              <a:rPr lang="en-US" altLang="da-DK"/>
              <a:pPr/>
              <a:t>2/13/2026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F9A3DB-564B-4F36-995A-AC9C1F804CA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954033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00F2D61-0917-47B0-98CF-3F32BC9F448C}" type="datetime1">
              <a:rPr lang="en-US" altLang="da-DK"/>
              <a:pPr/>
              <a:t>2/13/2026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094B27-1D44-4568-9A5F-6D38F41EEFC9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219252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403200"/>
            <a:ext cx="2743200" cy="5402064"/>
          </a:xfrm>
        </p:spPr>
        <p:txBody>
          <a:bodyPr vert="eaVert"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03200"/>
            <a:ext cx="8026400" cy="5402064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3CB5A19-1091-4F2F-B01B-02236E4E742E}" type="datetime1">
              <a:rPr lang="en-US" altLang="da-DK" smtClean="0"/>
              <a:pPr/>
              <a:t>2/13/2026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D3B540-D54D-4CA3-B5BB-7EF780364F63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843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65201"/>
            <a:ext cx="5384800" cy="4340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3DA234-F76B-4351-B91A-5A37670C15D7}" type="datetime1">
              <a:rPr lang="en-US" altLang="da-DK"/>
              <a:pPr/>
              <a:t>2/13/2026</a:t>
            </a:fld>
            <a:endParaRPr lang="en-US" altLang="da-DK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a-DK" altLang="da-DK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704562-F6EB-4221-8EFB-8892E8BB0FCE}" type="slidenum">
              <a:rPr lang="en-US" altLang="da-DK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708338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451">
            <a:alpha val="980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ヒラギノ角ゴ Pro W3" charset="-128"/>
              </a:defRPr>
            </a:lvl9pPr>
          </a:lstStyle>
          <a:p>
            <a:pPr algn="ctr"/>
            <a:endParaRPr lang="da-DK" altLang="da-DK">
              <a:solidFill>
                <a:srgbClr val="595451"/>
              </a:solidFill>
            </a:endParaRPr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5E80E16F-F1D6-D74D-8844-3F97B78E4FC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926609" y="6339542"/>
            <a:ext cx="1655791" cy="345232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404664"/>
            <a:ext cx="1097280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  <a:endParaRPr lang="en-US" altLang="da-DK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465200"/>
            <a:ext cx="10972800" cy="4379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altLang="da-DK"/>
              <a:t>Klik for at redigere i master</a:t>
            </a:r>
          </a:p>
          <a:p>
            <a:pPr lvl="1"/>
            <a:r>
              <a:rPr lang="da-DK" altLang="da-DK"/>
              <a:t>Andet niveau</a:t>
            </a:r>
          </a:p>
          <a:p>
            <a:pPr lvl="2"/>
            <a:r>
              <a:rPr lang="da-DK" altLang="da-DK"/>
              <a:t>Tredje niveau</a:t>
            </a:r>
          </a:p>
          <a:p>
            <a:pPr lvl="3"/>
            <a:r>
              <a:rPr lang="da-DK" altLang="da-DK"/>
              <a:t>Fjerde niveau</a:t>
            </a:r>
          </a:p>
          <a:p>
            <a:pPr lvl="4"/>
            <a:r>
              <a:rPr lang="da-DK" altLang="da-DK"/>
              <a:t>Femte niveau</a:t>
            </a:r>
            <a:endParaRPr lang="en-US" alt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4D64152E-547A-410C-8CFD-1316C18627F6}" type="datetime1">
              <a:rPr lang="en-US" altLang="da-DK" smtClean="0"/>
              <a:pPr/>
              <a:t>2/13/2026</a:t>
            </a:fld>
            <a:endParaRPr lang="en-US" alt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45792" y="6376244"/>
            <a:ext cx="38608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endParaRPr lang="da-DK" alt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22784" y="6376244"/>
            <a:ext cx="1920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FFFFFF"/>
                </a:solidFill>
                <a:cs typeface="Arial" panose="020B0604020202020204" pitchFamily="34" charset="0"/>
              </a:defRPr>
            </a:lvl1pPr>
          </a:lstStyle>
          <a:p>
            <a:fld id="{F380D6A7-79C7-45E1-8DF8-62E1E0787E7B}" type="slidenum">
              <a:rPr lang="en-US" altLang="da-DK" smtClean="0"/>
              <a:pPr/>
              <a:t>‹nr.›</a:t>
            </a:fld>
            <a:endParaRPr lang="en-US" altLang="da-DK"/>
          </a:p>
        </p:txBody>
      </p:sp>
    </p:spTree>
    <p:extLst>
      <p:ext uri="{BB962C8B-B14F-4D97-AF65-F5344CB8AC3E}">
        <p14:creationId xmlns:p14="http://schemas.microsoft.com/office/powerpoint/2010/main" val="345106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63" r:id="rId12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4000" b="1" i="0" kern="1200">
          <a:solidFill>
            <a:srgbClr val="F49800"/>
          </a:solidFill>
          <a:latin typeface="Arial" panose="020B0604020202020204" pitchFamily="34" charset="0"/>
          <a:ea typeface="ヒラギノ角ゴ Pro W3" charset="-128"/>
          <a:cs typeface="Arial" panose="020B0604020202020204" pitchFamily="34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ヒラギノ角ゴ Pro W3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595451"/>
          </a:solidFill>
          <a:latin typeface="Arial"/>
          <a:ea typeface="ヒラギノ角ゴ Pro W3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1.xml"/><Relationship Id="rId7" Type="http://schemas.openxmlformats.org/officeDocument/2006/relationships/hyperlink" Target="https://en.wikipedia.org/wiki/Computer_security" TargetMode="Externa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it-sikkerhedsbogen.dk/ekstramateriale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B77BAC9-828B-36E5-4F33-D2E13FC34A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noProof="0" dirty="0"/>
              <a:t>Trusselsbilledet</a:t>
            </a:r>
          </a:p>
        </p:txBody>
      </p:sp>
      <p:sp>
        <p:nvSpPr>
          <p:cNvPr id="5" name="Undertitel 4">
            <a:extLst>
              <a:ext uri="{FF2B5EF4-FFF2-40B4-BE49-F238E27FC236}">
                <a16:creationId xmlns:a16="http://schemas.microsoft.com/office/drawing/2014/main" id="{31E9D6C8-BBEF-A22D-0408-B011726DCB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noProof="0" dirty="0" err="1"/>
              <a:t>Cybertruslen</a:t>
            </a:r>
            <a:r>
              <a:rPr lang="da-DK" noProof="0" dirty="0"/>
              <a:t> mod Danmark (2025)</a:t>
            </a:r>
          </a:p>
        </p:txBody>
      </p:sp>
    </p:spTree>
    <p:extLst>
      <p:ext uri="{BB962C8B-B14F-4D97-AF65-F5344CB8AC3E}">
        <p14:creationId xmlns:p14="http://schemas.microsoft.com/office/powerpoint/2010/main" val="882084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4BFC33-1257-423B-0C52-BDDE0E0B4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4664"/>
            <a:ext cx="10972800" cy="731838"/>
          </a:xfrm>
        </p:spPr>
        <p:txBody>
          <a:bodyPr wrap="square" anchor="ctr">
            <a:normAutofit/>
          </a:bodyPr>
          <a:lstStyle/>
          <a:p>
            <a:r>
              <a:rPr lang="da-DK" noProof="0" dirty="0"/>
              <a:t>Studieopgaven fra uge 7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B0030CA-C1E5-5946-9479-DBDA908BD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465201"/>
            <a:ext cx="5384800" cy="4340225"/>
          </a:xfrm>
        </p:spPr>
        <p:txBody>
          <a:bodyPr/>
          <a:lstStyle/>
          <a:p>
            <a:r>
              <a:rPr lang="da-DK" noProof="0" dirty="0"/>
              <a:t>Hvilken angrebstype ønsker I at præsentere?</a:t>
            </a:r>
          </a:p>
        </p:txBody>
      </p:sp>
      <p:pic>
        <p:nvPicPr>
          <p:cNvPr id="7" name="Billede 6" descr="Et billede, der indeholder tekst, skærmbillede, Font/skrifttype, dokument&#10;&#10;AI-genereret indhold kan være ukorrekt.">
            <a:extLst>
              <a:ext uri="{FF2B5EF4-FFF2-40B4-BE49-F238E27FC236}">
                <a16:creationId xmlns:a16="http://schemas.microsoft.com/office/drawing/2014/main" id="{DEA64913-30D5-D1A5-727A-601648DE1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644" y="1465201"/>
            <a:ext cx="4580712" cy="4340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8547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22185559-BB47-36BD-0CB8-C040F01EC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03200"/>
            <a:ext cx="10972800" cy="731838"/>
          </a:xfrm>
        </p:spPr>
        <p:txBody>
          <a:bodyPr/>
          <a:lstStyle/>
          <a:p>
            <a:r>
              <a:rPr lang="da-DK" noProof="0" dirty="0"/>
              <a:t>Hvorfor udføres et angreb?</a:t>
            </a:r>
          </a:p>
        </p:txBody>
      </p:sp>
      <p:pic>
        <p:nvPicPr>
          <p:cNvPr id="6" name="Billede 5" descr="Et billede, der indeholder tekst, skærmbillede, Font/skrifttype, nummer/tal&#10;&#10;AI-genereret indhold kan være ukorrekt.">
            <a:extLst>
              <a:ext uri="{FF2B5EF4-FFF2-40B4-BE49-F238E27FC236}">
                <a16:creationId xmlns:a16="http://schemas.microsoft.com/office/drawing/2014/main" id="{E4688843-B8BF-C559-A56A-07676DC66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576" y="1465200"/>
            <a:ext cx="6560848" cy="43793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7588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26B902-7408-ED00-05E6-4E4093C22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er en trussel?</a:t>
            </a:r>
          </a:p>
        </p:txBody>
      </p:sp>
      <p:graphicFrame>
        <p:nvGraphicFramePr>
          <p:cNvPr id="4" name="Pladsholder til indhold 3">
            <a:extLst>
              <a:ext uri="{FF2B5EF4-FFF2-40B4-BE49-F238E27FC236}">
                <a16:creationId xmlns:a16="http://schemas.microsoft.com/office/drawing/2014/main" id="{FA749332-9298-B4FB-EC8A-929E01E4710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600" y="1465263"/>
          <a:ext cx="10972800" cy="23477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Pladsholder til indhold 3">
            <a:extLst>
              <a:ext uri="{FF2B5EF4-FFF2-40B4-BE49-F238E27FC236}">
                <a16:creationId xmlns:a16="http://schemas.microsoft.com/office/drawing/2014/main" id="{5F163D1F-20F1-651F-23B1-41E1C85F3CAF}"/>
              </a:ext>
            </a:extLst>
          </p:cNvPr>
          <p:cNvGraphicFramePr>
            <a:graphicFrameLocks/>
          </p:cNvGraphicFramePr>
          <p:nvPr/>
        </p:nvGraphicFramePr>
        <p:xfrm>
          <a:off x="609600" y="3934143"/>
          <a:ext cx="8433816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44496">
                  <a:extLst>
                    <a:ext uri="{9D8B030D-6E8A-4147-A177-3AD203B41FA5}">
                      <a16:colId xmlns:a16="http://schemas.microsoft.com/office/drawing/2014/main" val="307198666"/>
                    </a:ext>
                  </a:extLst>
                </a:gridCol>
                <a:gridCol w="3041904">
                  <a:extLst>
                    <a:ext uri="{9D8B030D-6E8A-4147-A177-3AD203B41FA5}">
                      <a16:colId xmlns:a16="http://schemas.microsoft.com/office/drawing/2014/main" val="560213107"/>
                    </a:ext>
                  </a:extLst>
                </a:gridCol>
                <a:gridCol w="2947416">
                  <a:extLst>
                    <a:ext uri="{9D8B030D-6E8A-4147-A177-3AD203B41FA5}">
                      <a16:colId xmlns:a16="http://schemas.microsoft.com/office/drawing/2014/main" val="11918784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Trussel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Sårbarhed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Konsekvens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483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Chaos Computer Club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Designfejl i </a:t>
                      </a:r>
                      <a:r>
                        <a:rPr lang="da-DK" dirty="0" err="1"/>
                        <a:t>Bildschirmtext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Opmærksomhed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848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 err="1"/>
                        <a:t>DarkSide</a:t>
                      </a:r>
                      <a:r>
                        <a:rPr lang="da-DK" dirty="0"/>
                        <a:t>-gruppen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VPN‑konto uden MFA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4,4 mio. USD i løsesum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344338"/>
                  </a:ext>
                </a:extLst>
              </a:tr>
            </a:tbl>
          </a:graphicData>
        </a:graphic>
      </p:graphicFrame>
      <p:sp>
        <p:nvSpPr>
          <p:cNvPr id="7" name="Tekstfelt 6">
            <a:extLst>
              <a:ext uri="{FF2B5EF4-FFF2-40B4-BE49-F238E27FC236}">
                <a16:creationId xmlns:a16="http://schemas.microsoft.com/office/drawing/2014/main" id="{C9487A0E-7A25-7F3C-842C-405E0B502342}"/>
              </a:ext>
            </a:extLst>
          </p:cNvPr>
          <p:cNvSpPr txBox="1"/>
          <p:nvPr/>
        </p:nvSpPr>
        <p:spPr>
          <a:xfrm>
            <a:off x="609600" y="6300911"/>
            <a:ext cx="3830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>
                <a:hlinkClick r:id="rId7"/>
              </a:rPr>
              <a:t>https://en.wikipedia.org/wiki/Computer_security</a:t>
            </a:r>
            <a:r>
              <a:rPr lang="da-DK" sz="1400" dirty="0"/>
              <a:t> </a:t>
            </a:r>
          </a:p>
        </p:txBody>
      </p:sp>
      <p:pic>
        <p:nvPicPr>
          <p:cNvPr id="5" name="Grafik 4" descr="Badge Tick1 med massiv udfyldning">
            <a:extLst>
              <a:ext uri="{FF2B5EF4-FFF2-40B4-BE49-F238E27FC236}">
                <a16:creationId xmlns:a16="http://schemas.microsoft.com/office/drawing/2014/main" id="{DF1AD529-2C4E-75C2-F14C-823DC4BF8F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69136" y="277977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200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noProof="0" dirty="0"/>
              <a:t>Sårbarheder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a-DK" noProof="0" dirty="0"/>
              <a:t>Pedersen og Vandrup, kapitel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18803E-5B1E-497C-149F-771516647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Forskellen på data og information</a:t>
            </a:r>
          </a:p>
        </p:txBody>
      </p:sp>
      <p:graphicFrame>
        <p:nvGraphicFramePr>
          <p:cNvPr id="4" name="Pladsholder til indhold 3">
            <a:extLst>
              <a:ext uri="{FF2B5EF4-FFF2-40B4-BE49-F238E27FC236}">
                <a16:creationId xmlns:a16="http://schemas.microsoft.com/office/drawing/2014/main" id="{1F1C08BA-497B-0AD2-75D3-6BEC7A775C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7963222"/>
              </p:ext>
            </p:extLst>
          </p:nvPr>
        </p:nvGraphicFramePr>
        <p:xfrm>
          <a:off x="609600" y="1465263"/>
          <a:ext cx="10972800" cy="437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5897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742460-AA01-D0C1-5DEE-F93D6AA60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Eksempel på information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2336AB6-C4AD-BB58-F866-12129319B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65200"/>
            <a:ext cx="6060707" cy="4379366"/>
          </a:xfrm>
        </p:spPr>
        <p:txBody>
          <a:bodyPr/>
          <a:lstStyle/>
          <a:p>
            <a:r>
              <a:rPr lang="da-DK" b="1" dirty="0"/>
              <a:t>Case</a:t>
            </a:r>
            <a:r>
              <a:rPr lang="da-DK" dirty="0"/>
              <a:t>: En kunde køber varer i en webshop.</a:t>
            </a:r>
          </a:p>
          <a:p>
            <a:r>
              <a:rPr lang="da-DK" dirty="0"/>
              <a:t>Kommercielle og lovgivningsmæssige hensyn</a:t>
            </a:r>
          </a:p>
          <a:p>
            <a:r>
              <a:rPr lang="da-DK" dirty="0"/>
              <a:t>Cookie-information om præferencer og adfærd</a:t>
            </a:r>
          </a:p>
          <a:p>
            <a:r>
              <a:rPr lang="da-DK" dirty="0"/>
              <a:t>Flere aktørers adgang til kategorier af information</a:t>
            </a:r>
          </a:p>
        </p:txBody>
      </p:sp>
      <p:pic>
        <p:nvPicPr>
          <p:cNvPr id="4" name="Google Shape;173;p24">
            <a:extLst>
              <a:ext uri="{FF2B5EF4-FFF2-40B4-BE49-F238E27FC236}">
                <a16:creationId xmlns:a16="http://schemas.microsoft.com/office/drawing/2014/main" id="{56803AA2-7171-FD2C-F08F-099837A18C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4122" t="6916" r="8724"/>
          <a:stretch/>
        </p:blipFill>
        <p:spPr>
          <a:xfrm>
            <a:off x="6978505" y="403200"/>
            <a:ext cx="5062901" cy="52456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kstfelt 4">
            <a:extLst>
              <a:ext uri="{FF2B5EF4-FFF2-40B4-BE49-F238E27FC236}">
                <a16:creationId xmlns:a16="http://schemas.microsoft.com/office/drawing/2014/main" id="{BEC3A0A0-A55E-F8BC-55FC-75455F4A7F25}"/>
              </a:ext>
            </a:extLst>
          </p:cNvPr>
          <p:cNvSpPr txBox="1"/>
          <p:nvPr/>
        </p:nvSpPr>
        <p:spPr>
          <a:xfrm>
            <a:off x="7674003" y="5771414"/>
            <a:ext cx="36719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https://it-sikkerhedsbogen.dk/ekstramateriale/</a:t>
            </a:r>
            <a:r>
              <a:rPr lang="da-DK" sz="1400" dirty="0">
                <a:solidFill>
                  <a:schemeClr val="accent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7165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F03D0B-3FD4-325E-6DBF-3F690C74A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Klassifikation af information</a:t>
            </a:r>
          </a:p>
        </p:txBody>
      </p:sp>
      <p:graphicFrame>
        <p:nvGraphicFramePr>
          <p:cNvPr id="4" name="Pladsholder til indhold 3">
            <a:extLst>
              <a:ext uri="{FF2B5EF4-FFF2-40B4-BE49-F238E27FC236}">
                <a16:creationId xmlns:a16="http://schemas.microsoft.com/office/drawing/2014/main" id="{F7AE3F2F-D392-43D6-6A3C-123B893E70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1599311"/>
              </p:ext>
            </p:extLst>
          </p:nvPr>
        </p:nvGraphicFramePr>
        <p:xfrm>
          <a:off x="609600" y="1465263"/>
          <a:ext cx="10972800" cy="23386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kstfelt 4">
            <a:extLst>
              <a:ext uri="{FF2B5EF4-FFF2-40B4-BE49-F238E27FC236}">
                <a16:creationId xmlns:a16="http://schemas.microsoft.com/office/drawing/2014/main" id="{910083D7-C224-3459-26E8-4BEEA9FD2D99}"/>
              </a:ext>
            </a:extLst>
          </p:cNvPr>
          <p:cNvSpPr txBox="1"/>
          <p:nvPr/>
        </p:nvSpPr>
        <p:spPr>
          <a:xfrm>
            <a:off x="2241002" y="4100018"/>
            <a:ext cx="7709996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a-DK" dirty="0"/>
              <a:t>Et klassifikationssystem hjælper virksomheder og udviklere med at: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beslutte, hvilken beskyttelse data kræver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vurdere risici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implementere passende kontroller (adgangsstyring, kryptering, </a:t>
            </a:r>
            <a:r>
              <a:rPr lang="da-DK" dirty="0" err="1"/>
              <a:t>logging</a:t>
            </a:r>
            <a:r>
              <a:rPr lang="da-DK" dirty="0"/>
              <a:t> m.m.)</a:t>
            </a:r>
          </a:p>
        </p:txBody>
      </p:sp>
    </p:spTree>
    <p:extLst>
      <p:ext uri="{BB962C8B-B14F-4D97-AF65-F5344CB8AC3E}">
        <p14:creationId xmlns:p14="http://schemas.microsoft.com/office/powerpoint/2010/main" val="3178881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AF132C-50EF-E547-B5F4-8151D3EAC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Øvelse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DC09CC5-96BF-8FA5-F2D9-681D98DA4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Opgave 1: Klassificér 15 datapunkter</a:t>
            </a:r>
          </a:p>
          <a:p>
            <a:r>
              <a:rPr lang="da-DK" dirty="0"/>
              <a:t>Opgave 2: Diskussionsspørgsmål</a:t>
            </a:r>
          </a:p>
        </p:txBody>
      </p:sp>
    </p:spTree>
    <p:extLst>
      <p:ext uri="{BB962C8B-B14F-4D97-AF65-F5344CB8AC3E}">
        <p14:creationId xmlns:p14="http://schemas.microsoft.com/office/powerpoint/2010/main" val="3681983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F59A89-A42E-0A1E-C3C4-8D96275B2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Hjemmeopgave om CIA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49F6CA1-58F8-B715-3F6C-CD1C628A4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a-DK" dirty="0"/>
              <a:t>Læs afsnittet Information </a:t>
            </a:r>
            <a:r>
              <a:rPr lang="da-DK" i="1" dirty="0"/>
              <a:t>Asset Management</a:t>
            </a:r>
            <a:r>
              <a:rPr lang="da-DK" dirty="0"/>
              <a:t> side 73-80.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Lav opgaverne om CIA (</a:t>
            </a:r>
            <a:r>
              <a:rPr lang="da-DK"/>
              <a:t>kommer tirsdag).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17012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EAMV">
      <a:dk1>
        <a:srgbClr val="595451"/>
      </a:dk1>
      <a:lt1>
        <a:srgbClr val="FFFFFF"/>
      </a:lt1>
      <a:dk2>
        <a:srgbClr val="595451"/>
      </a:dk2>
      <a:lt2>
        <a:srgbClr val="E5DFDD"/>
      </a:lt2>
      <a:accent1>
        <a:srgbClr val="F39800"/>
      </a:accent1>
      <a:accent2>
        <a:srgbClr val="000000"/>
      </a:accent2>
      <a:accent3>
        <a:srgbClr val="595451"/>
      </a:accent3>
      <a:accent4>
        <a:srgbClr val="8B8683"/>
      </a:accent4>
      <a:accent5>
        <a:srgbClr val="BDB8B5"/>
      </a:accent5>
      <a:accent6>
        <a:srgbClr val="EFEAE7"/>
      </a:accent6>
      <a:hlink>
        <a:srgbClr val="F39800"/>
      </a:hlink>
      <a:folHlink>
        <a:srgbClr val="F398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60A705C2DE254E8F78A837884E50C0" ma:contentTypeVersion="3" ma:contentTypeDescription="Opret et nyt dokument." ma:contentTypeScope="" ma:versionID="28048fa65363810c9c8bdff36c571e34">
  <xsd:schema xmlns:xsd="http://www.w3.org/2001/XMLSchema" xmlns:xs="http://www.w3.org/2001/XMLSchema" xmlns:p="http://schemas.microsoft.com/office/2006/metadata/properties" xmlns:ns2="c55bf11f-999e-4e03-b8a8-f54705c8f293" targetNamespace="http://schemas.microsoft.com/office/2006/metadata/properties" ma:root="true" ma:fieldsID="8dcfc624f52679de30ad9e22f048067b" ns2:_="">
    <xsd:import namespace="c55bf11f-999e-4e03-b8a8-f54705c8f2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bf11f-999e-4e03-b8a8-f54705c8f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D6D31F-FDC6-4929-B92D-52EEE710D2A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9A9903C-0499-41C8-BE8B-685EB2BF3FC2}"/>
</file>

<file path=customXml/itemProps3.xml><?xml version="1.0" encoding="utf-8"?>
<ds:datastoreItem xmlns:ds="http://schemas.openxmlformats.org/officeDocument/2006/customXml" ds:itemID="{8FB617EB-268A-4020-AD01-543EA9B1DDC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</TotalTime>
  <Words>346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Office-tema</vt:lpstr>
      <vt:lpstr>Trusselsbilledet</vt:lpstr>
      <vt:lpstr>Studieopgaven fra uge 7</vt:lpstr>
      <vt:lpstr>Hvorfor udføres et angreb?</vt:lpstr>
      <vt:lpstr>Hvad er en trussel?</vt:lpstr>
      <vt:lpstr>Sårbarheder</vt:lpstr>
      <vt:lpstr>Forskellen på data og information</vt:lpstr>
      <vt:lpstr>Eksempel på information</vt:lpstr>
      <vt:lpstr>Klassifikation af information</vt:lpstr>
      <vt:lpstr>Øvelse</vt:lpstr>
      <vt:lpstr>Hjemmeopgave om CIA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Jesper Buch Poignée</dc:creator>
  <cp:keywords/>
  <dc:description>generated using python-pptx</dc:description>
  <cp:lastModifiedBy>Jesper Buch Poignée</cp:lastModifiedBy>
  <cp:revision>1</cp:revision>
  <dcterms:created xsi:type="dcterms:W3CDTF">2013-01-27T09:14:16Z</dcterms:created>
  <dcterms:modified xsi:type="dcterms:W3CDTF">2026-02-13T09:48:25Z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0x010100F960A705C2DE254E8F78A837884E50C0</vt:lpwstr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_SourceUrl">
    <vt:lpwstr/>
  </property>
  <property fmtid="{D5CDD505-2E9C-101B-9397-08002B2CF9AE}" pid="7" name="_SharedFileIndex">
    <vt:lpwstr/>
  </property>
</Properties>
</file>