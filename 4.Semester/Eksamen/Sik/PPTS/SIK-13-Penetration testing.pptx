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4"/>
  </p:sldMasterIdLst>
  <p:notesMasterIdLst>
    <p:notesMasterId r:id="rId19"/>
  </p:notesMasterIdLst>
  <p:sldIdLst>
    <p:sldId id="295" r:id="rId5"/>
    <p:sldId id="296" r:id="rId6"/>
    <p:sldId id="297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79F2E6-05FD-43F3-BFB0-D30F582E516F}" v="191" dt="2026-05-01T07:06:50.1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ema til typografi 1 - Markering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ema til typografi 1 - Markering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ema til typografi 1 - Markering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llemlayou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llemlayou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per Buch Poignée" userId="e9c179cb-b07f-48e2-8bc5-99357f35e469" providerId="ADAL" clId="{0FA08CF4-302B-405B-A75E-5DF504EDE4A1}"/>
    <pc:docChg chg="undo redo custSel addSld delSld modSld sldOrd addSection delSection">
      <pc:chgData name="Jesper Buch Poignée" userId="e9c179cb-b07f-48e2-8bc5-99357f35e469" providerId="ADAL" clId="{0FA08CF4-302B-405B-A75E-5DF504EDE4A1}" dt="2026-05-01T07:06:56.100" v="21879" actId="20577"/>
      <pc:docMkLst>
        <pc:docMk/>
      </pc:docMkLst>
      <pc:sldChg chg="modSp add del mod ord">
        <pc:chgData name="Jesper Buch Poignée" userId="e9c179cb-b07f-48e2-8bc5-99357f35e469" providerId="ADAL" clId="{0FA08CF4-302B-405B-A75E-5DF504EDE4A1}" dt="2026-04-30T06:35:00.108" v="20914" actId="2696"/>
        <pc:sldMkLst>
          <pc:docMk/>
          <pc:sldMk cId="260018021" sldId="276"/>
        </pc:sldMkLst>
      </pc:sldChg>
      <pc:sldChg chg="addSp delSp modSp new mod modClrScheme chgLayout">
        <pc:chgData name="Jesper Buch Poignée" userId="e9c179cb-b07f-48e2-8bc5-99357f35e469" providerId="ADAL" clId="{0FA08CF4-302B-405B-A75E-5DF504EDE4A1}" dt="2026-04-30T07:10:51.756" v="21330" actId="790"/>
        <pc:sldMkLst>
          <pc:docMk/>
          <pc:sldMk cId="882084974" sldId="295"/>
        </pc:sldMkLst>
        <pc:spChg chg="add mod ord">
          <ac:chgData name="Jesper Buch Poignée" userId="e9c179cb-b07f-48e2-8bc5-99357f35e469" providerId="ADAL" clId="{0FA08CF4-302B-405B-A75E-5DF504EDE4A1}" dt="2026-04-30T07:10:51.756" v="21330" actId="790"/>
          <ac:spMkLst>
            <pc:docMk/>
            <pc:sldMk cId="882084974" sldId="295"/>
            <ac:spMk id="4" creationId="{8B77BAC9-828B-36E5-4F33-D2E13FC34AD7}"/>
          </ac:spMkLst>
        </pc:spChg>
        <pc:spChg chg="mod">
          <ac:chgData name="Jesper Buch Poignée" userId="e9c179cb-b07f-48e2-8bc5-99357f35e469" providerId="ADAL" clId="{0FA08CF4-302B-405B-A75E-5DF504EDE4A1}" dt="2026-04-30T07:10:51.756" v="21330" actId="790"/>
          <ac:spMkLst>
            <pc:docMk/>
            <pc:sldMk cId="882084974" sldId="295"/>
            <ac:spMk id="5" creationId="{31E9D6C8-BBEF-A22D-0408-B011726DCB5A}"/>
          </ac:spMkLst>
        </pc:spChg>
      </pc:sldChg>
      <pc:sldChg chg="addSp delSp modSp mod modClrScheme chgLayout">
        <pc:chgData name="Jesper Buch Poignée" userId="e9c179cb-b07f-48e2-8bc5-99357f35e469" providerId="ADAL" clId="{0FA08CF4-302B-405B-A75E-5DF504EDE4A1}" dt="2026-04-30T07:10:51.756" v="21330" actId="790"/>
        <pc:sldMkLst>
          <pc:docMk/>
          <pc:sldMk cId="1574675411" sldId="296"/>
        </pc:sldMkLst>
        <pc:spChg chg="mod ord">
          <ac:chgData name="Jesper Buch Poignée" userId="e9c179cb-b07f-48e2-8bc5-99357f35e469" providerId="ADAL" clId="{0FA08CF4-302B-405B-A75E-5DF504EDE4A1}" dt="2026-04-30T07:10:51.756" v="21330" actId="790"/>
          <ac:spMkLst>
            <pc:docMk/>
            <pc:sldMk cId="1574675411" sldId="296"/>
            <ac:spMk id="2" creationId="{81E93A64-568C-A220-49E5-BA0977143481}"/>
          </ac:spMkLst>
        </pc:spChg>
        <pc:spChg chg="mod ord">
          <ac:chgData name="Jesper Buch Poignée" userId="e9c179cb-b07f-48e2-8bc5-99357f35e469" providerId="ADAL" clId="{0FA08CF4-302B-405B-A75E-5DF504EDE4A1}" dt="2026-04-30T07:10:51.756" v="21330" actId="790"/>
          <ac:spMkLst>
            <pc:docMk/>
            <pc:sldMk cId="1574675411" sldId="296"/>
            <ac:spMk id="3" creationId="{A50507BF-C325-FC12-DCA5-792B06C9B6FD}"/>
          </ac:spMkLst>
        </pc:spChg>
        <pc:spChg chg="add del mod ord">
          <ac:chgData name="Jesper Buch Poignée" userId="e9c179cb-b07f-48e2-8bc5-99357f35e469" providerId="ADAL" clId="{0FA08CF4-302B-405B-A75E-5DF504EDE4A1}" dt="2026-04-30T06:37:33.106" v="20927" actId="1032"/>
          <ac:spMkLst>
            <pc:docMk/>
            <pc:sldMk cId="1574675411" sldId="296"/>
            <ac:spMk id="4" creationId="{35B07AD6-EABF-53FD-248C-98413E4F6F33}"/>
          </ac:spMkLst>
        </pc:spChg>
        <pc:graphicFrameChg chg="add mod modGraphic">
          <ac:chgData name="Jesper Buch Poignée" userId="e9c179cb-b07f-48e2-8bc5-99357f35e469" providerId="ADAL" clId="{0FA08CF4-302B-405B-A75E-5DF504EDE4A1}" dt="2026-04-30T07:10:51.756" v="21330" actId="790"/>
          <ac:graphicFrameMkLst>
            <pc:docMk/>
            <pc:sldMk cId="1574675411" sldId="296"/>
            <ac:graphicFrameMk id="5" creationId="{01E36D2A-78A2-EC5D-6ED0-63FC77DDBEE4}"/>
          </ac:graphicFrameMkLst>
        </pc:graphicFrameChg>
      </pc:sldChg>
      <pc:sldChg chg="addSp delSp modSp new mod modClrScheme modAnim chgLayout">
        <pc:chgData name="Jesper Buch Poignée" userId="e9c179cb-b07f-48e2-8bc5-99357f35e469" providerId="ADAL" clId="{0FA08CF4-302B-405B-A75E-5DF504EDE4A1}" dt="2026-04-30T07:10:51.756" v="21330" actId="790"/>
        <pc:sldMkLst>
          <pc:docMk/>
          <pc:sldMk cId="1130452870" sldId="297"/>
        </pc:sldMkLst>
        <pc:spChg chg="mod ord">
          <ac:chgData name="Jesper Buch Poignée" userId="e9c179cb-b07f-48e2-8bc5-99357f35e469" providerId="ADAL" clId="{0FA08CF4-302B-405B-A75E-5DF504EDE4A1}" dt="2026-04-30T07:10:51.756" v="21330" actId="790"/>
          <ac:spMkLst>
            <pc:docMk/>
            <pc:sldMk cId="1130452870" sldId="297"/>
            <ac:spMk id="2" creationId="{E27792E1-64B4-E991-7869-69DA00A0F46B}"/>
          </ac:spMkLst>
        </pc:spChg>
        <pc:spChg chg="add del mod ord">
          <ac:chgData name="Jesper Buch Poignée" userId="e9c179cb-b07f-48e2-8bc5-99357f35e469" providerId="ADAL" clId="{0FA08CF4-302B-405B-A75E-5DF504EDE4A1}" dt="2026-04-30T06:39:02.354" v="20985" actId="700"/>
          <ac:spMkLst>
            <pc:docMk/>
            <pc:sldMk cId="1130452870" sldId="297"/>
            <ac:spMk id="3" creationId="{6575600A-DA4D-B927-BE90-01BE52307FCB}"/>
          </ac:spMkLst>
        </pc:spChg>
        <pc:spChg chg="add mod ord">
          <ac:chgData name="Jesper Buch Poignée" userId="e9c179cb-b07f-48e2-8bc5-99357f35e469" providerId="ADAL" clId="{0FA08CF4-302B-405B-A75E-5DF504EDE4A1}" dt="2026-04-30T07:10:51.756" v="21330" actId="790"/>
          <ac:spMkLst>
            <pc:docMk/>
            <pc:sldMk cId="1130452870" sldId="297"/>
            <ac:spMk id="5" creationId="{DED33931-1EC6-75DA-FA73-589A5D628E03}"/>
          </ac:spMkLst>
        </pc:spChg>
        <pc:spChg chg="add mod ord">
          <ac:chgData name="Jesper Buch Poignée" userId="e9c179cb-b07f-48e2-8bc5-99357f35e469" providerId="ADAL" clId="{0FA08CF4-302B-405B-A75E-5DF504EDE4A1}" dt="2026-04-30T07:10:51.756" v="21330" actId="790"/>
          <ac:spMkLst>
            <pc:docMk/>
            <pc:sldMk cId="1130452870" sldId="297"/>
            <ac:spMk id="6" creationId="{846CD5B6-FA1D-11FA-260F-1BDF1D0253A9}"/>
          </ac:spMkLst>
        </pc:spChg>
        <pc:spChg chg="add mod ord">
          <ac:chgData name="Jesper Buch Poignée" userId="e9c179cb-b07f-48e2-8bc5-99357f35e469" providerId="ADAL" clId="{0FA08CF4-302B-405B-A75E-5DF504EDE4A1}" dt="2026-04-30T07:10:51.756" v="21330" actId="790"/>
          <ac:spMkLst>
            <pc:docMk/>
            <pc:sldMk cId="1130452870" sldId="297"/>
            <ac:spMk id="7" creationId="{9C4F0B14-D407-AFFB-689A-A42951226706}"/>
          </ac:spMkLst>
        </pc:spChg>
        <pc:spChg chg="add del mod ord">
          <ac:chgData name="Jesper Buch Poignée" userId="e9c179cb-b07f-48e2-8bc5-99357f35e469" providerId="ADAL" clId="{0FA08CF4-302B-405B-A75E-5DF504EDE4A1}" dt="2026-04-30T06:39:21.171" v="20989" actId="1032"/>
          <ac:spMkLst>
            <pc:docMk/>
            <pc:sldMk cId="1130452870" sldId="297"/>
            <ac:spMk id="8" creationId="{CE7276E1-46FC-2B8A-1B05-6A35294E32CD}"/>
          </ac:spMkLst>
        </pc:spChg>
        <pc:spChg chg="add mod">
          <ac:chgData name="Jesper Buch Poignée" userId="e9c179cb-b07f-48e2-8bc5-99357f35e469" providerId="ADAL" clId="{0FA08CF4-302B-405B-A75E-5DF504EDE4A1}" dt="2026-04-30T07:10:51.756" v="21330" actId="790"/>
          <ac:spMkLst>
            <pc:docMk/>
            <pc:sldMk cId="1130452870" sldId="297"/>
            <ac:spMk id="11" creationId="{A0C991E2-8FB9-61DE-C2F3-795ED5313038}"/>
          </ac:spMkLst>
        </pc:spChg>
        <pc:graphicFrameChg chg="add mod">
          <ac:chgData name="Jesper Buch Poignée" userId="e9c179cb-b07f-48e2-8bc5-99357f35e469" providerId="ADAL" clId="{0FA08CF4-302B-405B-A75E-5DF504EDE4A1}" dt="2026-04-30T06:38:34.270" v="20969"/>
          <ac:graphicFrameMkLst>
            <pc:docMk/>
            <pc:sldMk cId="1130452870" sldId="297"/>
            <ac:graphicFrameMk id="4" creationId="{9D9814B0-496A-5C6A-BB07-677EC84CAE89}"/>
          </ac:graphicFrameMkLst>
        </pc:graphicFrameChg>
        <pc:graphicFrameChg chg="add del mod modGraphic">
          <ac:chgData name="Jesper Buch Poignée" userId="e9c179cb-b07f-48e2-8bc5-99357f35e469" providerId="ADAL" clId="{0FA08CF4-302B-405B-A75E-5DF504EDE4A1}" dt="2026-04-30T06:40:40.692" v="21019" actId="478"/>
          <ac:graphicFrameMkLst>
            <pc:docMk/>
            <pc:sldMk cId="1130452870" sldId="297"/>
            <ac:graphicFrameMk id="9" creationId="{42F0A152-C363-FDFF-F3D8-929552B1A854}"/>
          </ac:graphicFrameMkLst>
        </pc:graphicFrameChg>
      </pc:sldChg>
      <pc:sldChg chg="del">
        <pc:chgData name="Jesper Buch Poignée" userId="e9c179cb-b07f-48e2-8bc5-99357f35e469" providerId="ADAL" clId="{0FA08CF4-302B-405B-A75E-5DF504EDE4A1}" dt="2026-04-30T06:36:45.691" v="20924" actId="47"/>
        <pc:sldMkLst>
          <pc:docMk/>
          <pc:sldMk cId="3120845029" sldId="297"/>
        </pc:sldMkLst>
      </pc:sldChg>
      <pc:sldChg chg="addSp delSp modSp new del mod">
        <pc:chgData name="Jesper Buch Poignée" userId="e9c179cb-b07f-48e2-8bc5-99357f35e469" providerId="ADAL" clId="{0FA08CF4-302B-405B-A75E-5DF504EDE4A1}" dt="2026-04-30T06:44:27.832" v="21083" actId="2696"/>
        <pc:sldMkLst>
          <pc:docMk/>
          <pc:sldMk cId="181229956" sldId="298"/>
        </pc:sldMkLst>
        <pc:spChg chg="mod">
          <ac:chgData name="Jesper Buch Poignée" userId="e9c179cb-b07f-48e2-8bc5-99357f35e469" providerId="ADAL" clId="{0FA08CF4-302B-405B-A75E-5DF504EDE4A1}" dt="2026-04-30T06:42:02.590" v="21032"/>
          <ac:spMkLst>
            <pc:docMk/>
            <pc:sldMk cId="181229956" sldId="298"/>
            <ac:spMk id="3" creationId="{2E3EA88B-9B9F-4FD2-D56B-2917D3E93453}"/>
          </ac:spMkLst>
        </pc:spChg>
        <pc:spChg chg="add del">
          <ac:chgData name="Jesper Buch Poignée" userId="e9c179cb-b07f-48e2-8bc5-99357f35e469" providerId="ADAL" clId="{0FA08CF4-302B-405B-A75E-5DF504EDE4A1}" dt="2026-04-30T06:42:02.584" v="21031"/>
          <ac:spMkLst>
            <pc:docMk/>
            <pc:sldMk cId="181229956" sldId="298"/>
            <ac:spMk id="4" creationId="{CEDBF748-18E1-90B4-5C5B-D5FD8AD940A0}"/>
          </ac:spMkLst>
        </pc:spChg>
        <pc:spChg chg="mod">
          <ac:chgData name="Jesper Buch Poignée" userId="e9c179cb-b07f-48e2-8bc5-99357f35e469" providerId="ADAL" clId="{0FA08CF4-302B-405B-A75E-5DF504EDE4A1}" dt="2026-04-30T06:42:08.450" v="21033"/>
          <ac:spMkLst>
            <pc:docMk/>
            <pc:sldMk cId="181229956" sldId="298"/>
            <ac:spMk id="5" creationId="{1AE18D1B-44D3-7E3E-D842-B67395E0306E}"/>
          </ac:spMkLst>
        </pc:spChg>
        <pc:graphicFrameChg chg="add mod">
          <ac:chgData name="Jesper Buch Poignée" userId="e9c179cb-b07f-48e2-8bc5-99357f35e469" providerId="ADAL" clId="{0FA08CF4-302B-405B-A75E-5DF504EDE4A1}" dt="2026-04-30T06:42:02.584" v="21031"/>
          <ac:graphicFrameMkLst>
            <pc:docMk/>
            <pc:sldMk cId="181229956" sldId="298"/>
            <ac:graphicFrameMk id="7" creationId="{CE579131-A6D6-9947-2E0B-875478A85652}"/>
          </ac:graphicFrameMkLst>
        </pc:graphicFrameChg>
      </pc:sldChg>
      <pc:sldChg chg="del">
        <pc:chgData name="Jesper Buch Poignée" userId="e9c179cb-b07f-48e2-8bc5-99357f35e469" providerId="ADAL" clId="{0FA08CF4-302B-405B-A75E-5DF504EDE4A1}" dt="2026-04-30T06:36:45.691" v="20924" actId="47"/>
        <pc:sldMkLst>
          <pc:docMk/>
          <pc:sldMk cId="1549841972" sldId="298"/>
        </pc:sldMkLst>
      </pc:sldChg>
      <pc:sldChg chg="del">
        <pc:chgData name="Jesper Buch Poignée" userId="e9c179cb-b07f-48e2-8bc5-99357f35e469" providerId="ADAL" clId="{0FA08CF4-302B-405B-A75E-5DF504EDE4A1}" dt="2026-04-30T06:36:45.691" v="20924" actId="47"/>
        <pc:sldMkLst>
          <pc:docMk/>
          <pc:sldMk cId="2573058796" sldId="299"/>
        </pc:sldMkLst>
      </pc:sldChg>
      <pc:sldChg chg="addSp delSp modSp new mod modClrScheme modAnim chgLayout">
        <pc:chgData name="Jesper Buch Poignée" userId="e9c179cb-b07f-48e2-8bc5-99357f35e469" providerId="ADAL" clId="{0FA08CF4-302B-405B-A75E-5DF504EDE4A1}" dt="2026-04-30T07:10:51.756" v="21330" actId="790"/>
        <pc:sldMkLst>
          <pc:docMk/>
          <pc:sldMk cId="4076109481" sldId="299"/>
        </pc:sldMkLst>
        <pc:spChg chg="del mod ord">
          <ac:chgData name="Jesper Buch Poignée" userId="e9c179cb-b07f-48e2-8bc5-99357f35e469" providerId="ADAL" clId="{0FA08CF4-302B-405B-A75E-5DF504EDE4A1}" dt="2026-04-30T06:42:23.455" v="21035" actId="700"/>
          <ac:spMkLst>
            <pc:docMk/>
            <pc:sldMk cId="4076109481" sldId="299"/>
            <ac:spMk id="2" creationId="{25004C95-8E18-E3EE-956C-242AF96B9E88}"/>
          </ac:spMkLst>
        </pc:spChg>
        <pc:spChg chg="del">
          <ac:chgData name="Jesper Buch Poignée" userId="e9c179cb-b07f-48e2-8bc5-99357f35e469" providerId="ADAL" clId="{0FA08CF4-302B-405B-A75E-5DF504EDE4A1}" dt="2026-04-30T06:42:23.455" v="21035" actId="700"/>
          <ac:spMkLst>
            <pc:docMk/>
            <pc:sldMk cId="4076109481" sldId="299"/>
            <ac:spMk id="3" creationId="{84D0A75D-C9C0-81C3-61C4-6B95F2E3758A}"/>
          </ac:spMkLst>
        </pc:spChg>
        <pc:spChg chg="del mod ord">
          <ac:chgData name="Jesper Buch Poignée" userId="e9c179cb-b07f-48e2-8bc5-99357f35e469" providerId="ADAL" clId="{0FA08CF4-302B-405B-A75E-5DF504EDE4A1}" dt="2026-04-30T06:42:23.455" v="21035" actId="700"/>
          <ac:spMkLst>
            <pc:docMk/>
            <pc:sldMk cId="4076109481" sldId="299"/>
            <ac:spMk id="4" creationId="{C34CB312-F010-90B0-6086-AD8DCC6B3DCB}"/>
          </ac:spMkLst>
        </pc:spChg>
        <pc:spChg chg="del">
          <ac:chgData name="Jesper Buch Poignée" userId="e9c179cb-b07f-48e2-8bc5-99357f35e469" providerId="ADAL" clId="{0FA08CF4-302B-405B-A75E-5DF504EDE4A1}" dt="2026-04-30T06:42:23.455" v="21035" actId="700"/>
          <ac:spMkLst>
            <pc:docMk/>
            <pc:sldMk cId="4076109481" sldId="299"/>
            <ac:spMk id="5" creationId="{ECA16CA9-0080-F0BC-8591-41AB4034C67A}"/>
          </ac:spMkLst>
        </pc:spChg>
        <pc:spChg chg="del">
          <ac:chgData name="Jesper Buch Poignée" userId="e9c179cb-b07f-48e2-8bc5-99357f35e469" providerId="ADAL" clId="{0FA08CF4-302B-405B-A75E-5DF504EDE4A1}" dt="2026-04-30T06:42:23.455" v="21035" actId="700"/>
          <ac:spMkLst>
            <pc:docMk/>
            <pc:sldMk cId="4076109481" sldId="299"/>
            <ac:spMk id="6" creationId="{3A11E082-1972-C146-8388-74FF5C826E87}"/>
          </ac:spMkLst>
        </pc:spChg>
        <pc:spChg chg="add mod ord">
          <ac:chgData name="Jesper Buch Poignée" userId="e9c179cb-b07f-48e2-8bc5-99357f35e469" providerId="ADAL" clId="{0FA08CF4-302B-405B-A75E-5DF504EDE4A1}" dt="2026-04-30T07:10:51.756" v="21330" actId="790"/>
          <ac:spMkLst>
            <pc:docMk/>
            <pc:sldMk cId="4076109481" sldId="299"/>
            <ac:spMk id="7" creationId="{57639A70-1CCF-3592-3103-3C39FF554872}"/>
          </ac:spMkLst>
        </pc:spChg>
        <pc:spChg chg="add del mod ord">
          <ac:chgData name="Jesper Buch Poignée" userId="e9c179cb-b07f-48e2-8bc5-99357f35e469" providerId="ADAL" clId="{0FA08CF4-302B-405B-A75E-5DF504EDE4A1}" dt="2026-04-30T06:42:33.864" v="21036" actId="1032"/>
          <ac:spMkLst>
            <pc:docMk/>
            <pc:sldMk cId="4076109481" sldId="299"/>
            <ac:spMk id="8" creationId="{0A410041-878A-BDCE-FAD0-78D0B4E29A4D}"/>
          </ac:spMkLst>
        </pc:spChg>
        <pc:spChg chg="add mod">
          <ac:chgData name="Jesper Buch Poignée" userId="e9c179cb-b07f-48e2-8bc5-99357f35e469" providerId="ADAL" clId="{0FA08CF4-302B-405B-A75E-5DF504EDE4A1}" dt="2026-04-30T07:10:51.756" v="21330" actId="790"/>
          <ac:spMkLst>
            <pc:docMk/>
            <pc:sldMk cId="4076109481" sldId="299"/>
            <ac:spMk id="10" creationId="{6D7F7E48-CB39-F684-C65B-FBC56DA05D71}"/>
          </ac:spMkLst>
        </pc:spChg>
        <pc:graphicFrameChg chg="add mod modGraphic">
          <ac:chgData name="Jesper Buch Poignée" userId="e9c179cb-b07f-48e2-8bc5-99357f35e469" providerId="ADAL" clId="{0FA08CF4-302B-405B-A75E-5DF504EDE4A1}" dt="2026-04-30T07:10:51.756" v="21330" actId="790"/>
          <ac:graphicFrameMkLst>
            <pc:docMk/>
            <pc:sldMk cId="4076109481" sldId="299"/>
            <ac:graphicFrameMk id="9" creationId="{245BF4B0-8D69-7B9A-129A-6059064D0B1E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4-30T06:55:33.198" v="21086"/>
          <ac:graphicFrameMkLst>
            <pc:docMk/>
            <pc:sldMk cId="4076109481" sldId="299"/>
            <ac:graphicFrameMk id="11" creationId="{BF6B789E-3F0F-FFC3-FCFE-64985E977F8C}"/>
          </ac:graphicFrameMkLst>
        </pc:graphicFrameChg>
      </pc:sldChg>
      <pc:sldChg chg="addSp delSp modSp new mod modAnim">
        <pc:chgData name="Jesper Buch Poignée" userId="e9c179cb-b07f-48e2-8bc5-99357f35e469" providerId="ADAL" clId="{0FA08CF4-302B-405B-A75E-5DF504EDE4A1}" dt="2026-04-30T07:10:51.756" v="21330" actId="790"/>
        <pc:sldMkLst>
          <pc:docMk/>
          <pc:sldMk cId="4279948231" sldId="300"/>
        </pc:sldMkLst>
        <pc:spChg chg="mod">
          <ac:chgData name="Jesper Buch Poignée" userId="e9c179cb-b07f-48e2-8bc5-99357f35e469" providerId="ADAL" clId="{0FA08CF4-302B-405B-A75E-5DF504EDE4A1}" dt="2026-04-30T07:10:51.756" v="21330" actId="790"/>
          <ac:spMkLst>
            <pc:docMk/>
            <pc:sldMk cId="4279948231" sldId="300"/>
            <ac:spMk id="2" creationId="{77853189-886E-CD05-15E1-662FCFE14EC5}"/>
          </ac:spMkLst>
        </pc:spChg>
        <pc:spChg chg="add del">
          <ac:chgData name="Jesper Buch Poignée" userId="e9c179cb-b07f-48e2-8bc5-99357f35e469" providerId="ADAL" clId="{0FA08CF4-302B-405B-A75E-5DF504EDE4A1}" dt="2026-04-30T06:58:14.672" v="21109" actId="1032"/>
          <ac:spMkLst>
            <pc:docMk/>
            <pc:sldMk cId="4279948231" sldId="300"/>
            <ac:spMk id="3" creationId="{5FE8DB2F-2C47-CFD4-A6E9-0BD75D4AF9C9}"/>
          </ac:spMkLst>
        </pc:spChg>
        <pc:spChg chg="add mod">
          <ac:chgData name="Jesper Buch Poignée" userId="e9c179cb-b07f-48e2-8bc5-99357f35e469" providerId="ADAL" clId="{0FA08CF4-302B-405B-A75E-5DF504EDE4A1}" dt="2026-04-30T06:57:50.865" v="21108" actId="931"/>
          <ac:spMkLst>
            <pc:docMk/>
            <pc:sldMk cId="4279948231" sldId="300"/>
            <ac:spMk id="6" creationId="{D6E27D6B-F9C7-C3B6-7C66-55A8093A6EE8}"/>
          </ac:spMkLst>
        </pc:spChg>
        <pc:spChg chg="add mod">
          <ac:chgData name="Jesper Buch Poignée" userId="e9c179cb-b07f-48e2-8bc5-99357f35e469" providerId="ADAL" clId="{0FA08CF4-302B-405B-A75E-5DF504EDE4A1}" dt="2026-04-30T07:10:51.756" v="21330" actId="790"/>
          <ac:spMkLst>
            <pc:docMk/>
            <pc:sldMk cId="4279948231" sldId="300"/>
            <ac:spMk id="8" creationId="{3684AF49-8DC9-7A0A-C449-B4711EBACAF1}"/>
          </ac:spMkLst>
        </pc:spChg>
        <pc:spChg chg="add mod">
          <ac:chgData name="Jesper Buch Poignée" userId="e9c179cb-b07f-48e2-8bc5-99357f35e469" providerId="ADAL" clId="{0FA08CF4-302B-405B-A75E-5DF504EDE4A1}" dt="2026-04-30T07:10:51.756" v="21330" actId="790"/>
          <ac:spMkLst>
            <pc:docMk/>
            <pc:sldMk cId="4279948231" sldId="300"/>
            <ac:spMk id="10" creationId="{32597A8D-F30D-3FDC-3CEC-3C793CD5C6C8}"/>
          </ac:spMkLst>
        </pc:spChg>
        <pc:spChg chg="add mod">
          <ac:chgData name="Jesper Buch Poignée" userId="e9c179cb-b07f-48e2-8bc5-99357f35e469" providerId="ADAL" clId="{0FA08CF4-302B-405B-A75E-5DF504EDE4A1}" dt="2026-04-30T07:10:51.756" v="21330" actId="790"/>
          <ac:spMkLst>
            <pc:docMk/>
            <pc:sldMk cId="4279948231" sldId="300"/>
            <ac:spMk id="12" creationId="{776DFF02-2D1B-995E-F36E-CB88636D3ECD}"/>
          </ac:spMkLst>
        </pc:spChg>
        <pc:graphicFrameChg chg="add mod modGraphic">
          <ac:chgData name="Jesper Buch Poignée" userId="e9c179cb-b07f-48e2-8bc5-99357f35e469" providerId="ADAL" clId="{0FA08CF4-302B-405B-A75E-5DF504EDE4A1}" dt="2026-04-30T07:10:51.756" v="21330" actId="790"/>
          <ac:graphicFrameMkLst>
            <pc:docMk/>
            <pc:sldMk cId="4279948231" sldId="300"/>
            <ac:graphicFrameMk id="7" creationId="{4098659C-A471-0B17-6391-68922CC416CA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4-30T07:05:02.833" v="21163"/>
          <ac:graphicFrameMkLst>
            <pc:docMk/>
            <pc:sldMk cId="4279948231" sldId="300"/>
            <ac:graphicFrameMk id="9" creationId="{EDC25625-F7D2-D813-5E21-8A3C559E4F5C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4-30T07:06:26.931" v="21192"/>
          <ac:graphicFrameMkLst>
            <pc:docMk/>
            <pc:sldMk cId="4279948231" sldId="300"/>
            <ac:graphicFrameMk id="11" creationId="{245683A6-F48B-D360-221A-659CF0FA04A5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4-30T07:07:08.858" v="21205"/>
          <ac:graphicFrameMkLst>
            <pc:docMk/>
            <pc:sldMk cId="4279948231" sldId="300"/>
            <ac:graphicFrameMk id="13" creationId="{11A9D67E-677F-2610-E552-03025463DF7E}"/>
          </ac:graphicFrameMkLst>
        </pc:graphicFrameChg>
        <pc:picChg chg="add mod">
          <ac:chgData name="Jesper Buch Poignée" userId="e9c179cb-b07f-48e2-8bc5-99357f35e469" providerId="ADAL" clId="{0FA08CF4-302B-405B-A75E-5DF504EDE4A1}" dt="2026-04-30T06:57:50.865" v="21108" actId="931"/>
          <ac:picMkLst>
            <pc:docMk/>
            <pc:sldMk cId="4279948231" sldId="300"/>
            <ac:picMk id="5" creationId="{6E9C1607-5AD4-33F0-E039-26BA3D76049A}"/>
          </ac:picMkLst>
        </pc:picChg>
      </pc:sldChg>
      <pc:sldChg chg="addSp delSp modSp new mod modClrScheme chgLayout">
        <pc:chgData name="Jesper Buch Poignée" userId="e9c179cb-b07f-48e2-8bc5-99357f35e469" providerId="ADAL" clId="{0FA08CF4-302B-405B-A75E-5DF504EDE4A1}" dt="2026-05-01T06:56:26.088" v="21628" actId="20577"/>
        <pc:sldMkLst>
          <pc:docMk/>
          <pc:sldMk cId="1317218462" sldId="301"/>
        </pc:sldMkLst>
        <pc:spChg chg="mod ord">
          <ac:chgData name="Jesper Buch Poignée" userId="e9c179cb-b07f-48e2-8bc5-99357f35e469" providerId="ADAL" clId="{0FA08CF4-302B-405B-A75E-5DF504EDE4A1}" dt="2026-05-01T06:55:46.748" v="21557" actId="700"/>
          <ac:spMkLst>
            <pc:docMk/>
            <pc:sldMk cId="1317218462" sldId="301"/>
            <ac:spMk id="2" creationId="{31C02901-15EA-7EF8-B64E-18FC35473ACC}"/>
          </ac:spMkLst>
        </pc:spChg>
        <pc:spChg chg="del">
          <ac:chgData name="Jesper Buch Poignée" userId="e9c179cb-b07f-48e2-8bc5-99357f35e469" providerId="ADAL" clId="{0FA08CF4-302B-405B-A75E-5DF504EDE4A1}" dt="2026-04-30T07:09:13.001" v="21269" actId="1032"/>
          <ac:spMkLst>
            <pc:docMk/>
            <pc:sldMk cId="1317218462" sldId="301"/>
            <ac:spMk id="3" creationId="{9A56982D-E074-48DD-FEDA-C55396C65971}"/>
          </ac:spMkLst>
        </pc:spChg>
        <pc:spChg chg="add mod ord">
          <ac:chgData name="Jesper Buch Poignée" userId="e9c179cb-b07f-48e2-8bc5-99357f35e469" providerId="ADAL" clId="{0FA08CF4-302B-405B-A75E-5DF504EDE4A1}" dt="2026-05-01T06:56:26.088" v="21628" actId="20577"/>
          <ac:spMkLst>
            <pc:docMk/>
            <pc:sldMk cId="1317218462" sldId="301"/>
            <ac:spMk id="3" creationId="{D1858184-F970-BBE0-6F34-B0D5A25804B6}"/>
          </ac:spMkLst>
        </pc:spChg>
        <pc:graphicFrameChg chg="add mod ord modGraphic">
          <ac:chgData name="Jesper Buch Poignée" userId="e9c179cb-b07f-48e2-8bc5-99357f35e469" providerId="ADAL" clId="{0FA08CF4-302B-405B-A75E-5DF504EDE4A1}" dt="2026-05-01T06:55:46.748" v="21557" actId="700"/>
          <ac:graphicFrameMkLst>
            <pc:docMk/>
            <pc:sldMk cId="1317218462" sldId="301"/>
            <ac:graphicFrameMk id="4" creationId="{98A0ABFD-C9C5-7C18-D57C-638C1E3B69E6}"/>
          </ac:graphicFrameMkLst>
        </pc:graphicFrameChg>
      </pc:sldChg>
      <pc:sldChg chg="del">
        <pc:chgData name="Jesper Buch Poignée" userId="e9c179cb-b07f-48e2-8bc5-99357f35e469" providerId="ADAL" clId="{0FA08CF4-302B-405B-A75E-5DF504EDE4A1}" dt="2026-04-30T06:36:45.691" v="20924" actId="47"/>
        <pc:sldMkLst>
          <pc:docMk/>
          <pc:sldMk cId="1514117280" sldId="301"/>
        </pc:sldMkLst>
      </pc:sldChg>
      <pc:sldChg chg="addSp delSp modSp new mod modClrScheme chgLayout">
        <pc:chgData name="Jesper Buch Poignée" userId="e9c179cb-b07f-48e2-8bc5-99357f35e469" providerId="ADAL" clId="{0FA08CF4-302B-405B-A75E-5DF504EDE4A1}" dt="2026-05-01T06:58:58.687" v="21775" actId="20577"/>
        <pc:sldMkLst>
          <pc:docMk/>
          <pc:sldMk cId="714202932" sldId="302"/>
        </pc:sldMkLst>
        <pc:spChg chg="mod ord">
          <ac:chgData name="Jesper Buch Poignée" userId="e9c179cb-b07f-48e2-8bc5-99357f35e469" providerId="ADAL" clId="{0FA08CF4-302B-405B-A75E-5DF504EDE4A1}" dt="2026-04-30T09:00:01.133" v="21430" actId="700"/>
          <ac:spMkLst>
            <pc:docMk/>
            <pc:sldMk cId="714202932" sldId="302"/>
            <ac:spMk id="2" creationId="{F5EC981F-58A2-D5DB-D834-5AADDF0E5284}"/>
          </ac:spMkLst>
        </pc:spChg>
        <pc:spChg chg="del mod ord">
          <ac:chgData name="Jesper Buch Poignée" userId="e9c179cb-b07f-48e2-8bc5-99357f35e469" providerId="ADAL" clId="{0FA08CF4-302B-405B-A75E-5DF504EDE4A1}" dt="2026-04-30T09:00:01.133" v="21430" actId="700"/>
          <ac:spMkLst>
            <pc:docMk/>
            <pc:sldMk cId="714202932" sldId="302"/>
            <ac:spMk id="3" creationId="{CA400BD5-C66C-A1C3-F8A4-484CEF375F8A}"/>
          </ac:spMkLst>
        </pc:spChg>
        <pc:spChg chg="add mod ord">
          <ac:chgData name="Jesper Buch Poignée" userId="e9c179cb-b07f-48e2-8bc5-99357f35e469" providerId="ADAL" clId="{0FA08CF4-302B-405B-A75E-5DF504EDE4A1}" dt="2026-04-30T09:00:50.502" v="21449" actId="20577"/>
          <ac:spMkLst>
            <pc:docMk/>
            <pc:sldMk cId="714202932" sldId="302"/>
            <ac:spMk id="4" creationId="{01E98AEC-FDCC-0E1B-2C9B-E61095198F95}"/>
          </ac:spMkLst>
        </pc:spChg>
        <pc:spChg chg="add mod ord">
          <ac:chgData name="Jesper Buch Poignée" userId="e9c179cb-b07f-48e2-8bc5-99357f35e469" providerId="ADAL" clId="{0FA08CF4-302B-405B-A75E-5DF504EDE4A1}" dt="2026-05-01T06:58:58.687" v="21775" actId="20577"/>
          <ac:spMkLst>
            <pc:docMk/>
            <pc:sldMk cId="714202932" sldId="302"/>
            <ac:spMk id="5" creationId="{933B28B7-8009-B31D-2252-4897D52FDB85}"/>
          </ac:spMkLst>
        </pc:spChg>
      </pc:sldChg>
      <pc:sldChg chg="del">
        <pc:chgData name="Jesper Buch Poignée" userId="e9c179cb-b07f-48e2-8bc5-99357f35e469" providerId="ADAL" clId="{0FA08CF4-302B-405B-A75E-5DF504EDE4A1}" dt="2026-04-30T06:36:45.691" v="20924" actId="47"/>
        <pc:sldMkLst>
          <pc:docMk/>
          <pc:sldMk cId="916147352" sldId="302"/>
        </pc:sldMkLst>
      </pc:sldChg>
      <pc:sldChg chg="del">
        <pc:chgData name="Jesper Buch Poignée" userId="e9c179cb-b07f-48e2-8bc5-99357f35e469" providerId="ADAL" clId="{0FA08CF4-302B-405B-A75E-5DF504EDE4A1}" dt="2026-04-30T06:36:45.691" v="20924" actId="47"/>
        <pc:sldMkLst>
          <pc:docMk/>
          <pc:sldMk cId="539588068" sldId="303"/>
        </pc:sldMkLst>
      </pc:sldChg>
      <pc:sldChg chg="modSp new mod">
        <pc:chgData name="Jesper Buch Poignée" userId="e9c179cb-b07f-48e2-8bc5-99357f35e469" providerId="ADAL" clId="{0FA08CF4-302B-405B-A75E-5DF504EDE4A1}" dt="2026-04-30T09:02:23.110" v="21478" actId="5793"/>
        <pc:sldMkLst>
          <pc:docMk/>
          <pc:sldMk cId="812589264" sldId="303"/>
        </pc:sldMkLst>
        <pc:spChg chg="mod">
          <ac:chgData name="Jesper Buch Poignée" userId="e9c179cb-b07f-48e2-8bc5-99357f35e469" providerId="ADAL" clId="{0FA08CF4-302B-405B-A75E-5DF504EDE4A1}" dt="2026-04-30T09:01:22.284" v="21455"/>
          <ac:spMkLst>
            <pc:docMk/>
            <pc:sldMk cId="812589264" sldId="303"/>
            <ac:spMk id="2" creationId="{9382649F-C065-6557-2B03-CDBFCB4AAADA}"/>
          </ac:spMkLst>
        </pc:spChg>
        <pc:spChg chg="mod">
          <ac:chgData name="Jesper Buch Poignée" userId="e9c179cb-b07f-48e2-8bc5-99357f35e469" providerId="ADAL" clId="{0FA08CF4-302B-405B-A75E-5DF504EDE4A1}" dt="2026-04-30T09:01:51.208" v="21465" actId="20577"/>
          <ac:spMkLst>
            <pc:docMk/>
            <pc:sldMk cId="812589264" sldId="303"/>
            <ac:spMk id="3" creationId="{64946397-810D-E7E5-8EE8-FDAC059D7F21}"/>
          </ac:spMkLst>
        </pc:spChg>
        <pc:spChg chg="mod">
          <ac:chgData name="Jesper Buch Poignée" userId="e9c179cb-b07f-48e2-8bc5-99357f35e469" providerId="ADAL" clId="{0FA08CF4-302B-405B-A75E-5DF504EDE4A1}" dt="2026-04-30T09:02:23.110" v="21478" actId="5793"/>
          <ac:spMkLst>
            <pc:docMk/>
            <pc:sldMk cId="812589264" sldId="303"/>
            <ac:spMk id="4" creationId="{4A5AFA2C-5553-F191-D92B-7D13A7761796}"/>
          </ac:spMkLst>
        </pc:spChg>
      </pc:sldChg>
      <pc:sldChg chg="modSp new mod">
        <pc:chgData name="Jesper Buch Poignée" userId="e9c179cb-b07f-48e2-8bc5-99357f35e469" providerId="ADAL" clId="{0FA08CF4-302B-405B-A75E-5DF504EDE4A1}" dt="2026-05-01T07:00:04.025" v="21780" actId="20577"/>
        <pc:sldMkLst>
          <pc:docMk/>
          <pc:sldMk cId="1504797385" sldId="304"/>
        </pc:sldMkLst>
        <pc:spChg chg="mod">
          <ac:chgData name="Jesper Buch Poignée" userId="e9c179cb-b07f-48e2-8bc5-99357f35e469" providerId="ADAL" clId="{0FA08CF4-302B-405B-A75E-5DF504EDE4A1}" dt="2026-04-30T09:03:40.981" v="21521" actId="20577"/>
          <ac:spMkLst>
            <pc:docMk/>
            <pc:sldMk cId="1504797385" sldId="304"/>
            <ac:spMk id="2" creationId="{BD969610-24DD-7070-1B00-C097CF950836}"/>
          </ac:spMkLst>
        </pc:spChg>
        <pc:spChg chg="mod">
          <ac:chgData name="Jesper Buch Poignée" userId="e9c179cb-b07f-48e2-8bc5-99357f35e469" providerId="ADAL" clId="{0FA08CF4-302B-405B-A75E-5DF504EDE4A1}" dt="2026-04-30T09:04:06.948" v="21526" actId="20577"/>
          <ac:spMkLst>
            <pc:docMk/>
            <pc:sldMk cId="1504797385" sldId="304"/>
            <ac:spMk id="3" creationId="{484C980B-431A-83C0-BBEE-623055B9CCA7}"/>
          </ac:spMkLst>
        </pc:spChg>
        <pc:spChg chg="mod">
          <ac:chgData name="Jesper Buch Poignée" userId="e9c179cb-b07f-48e2-8bc5-99357f35e469" providerId="ADAL" clId="{0FA08CF4-302B-405B-A75E-5DF504EDE4A1}" dt="2026-05-01T07:00:04.025" v="21780" actId="20577"/>
          <ac:spMkLst>
            <pc:docMk/>
            <pc:sldMk cId="1504797385" sldId="304"/>
            <ac:spMk id="4" creationId="{B01E3E20-D979-6464-ABE8-A45B93923DDB}"/>
          </ac:spMkLst>
        </pc:spChg>
      </pc:sldChg>
      <pc:sldChg chg="del">
        <pc:chgData name="Jesper Buch Poignée" userId="e9c179cb-b07f-48e2-8bc5-99357f35e469" providerId="ADAL" clId="{0FA08CF4-302B-405B-A75E-5DF504EDE4A1}" dt="2026-04-30T06:36:45.691" v="20924" actId="47"/>
        <pc:sldMkLst>
          <pc:docMk/>
          <pc:sldMk cId="1721519737" sldId="304"/>
        </pc:sldMkLst>
      </pc:sldChg>
      <pc:sldChg chg="modSp new mod">
        <pc:chgData name="Jesper Buch Poignée" userId="e9c179cb-b07f-48e2-8bc5-99357f35e469" providerId="ADAL" clId="{0FA08CF4-302B-405B-A75E-5DF504EDE4A1}" dt="2026-05-01T07:01:17.289" v="21782" actId="6549"/>
        <pc:sldMkLst>
          <pc:docMk/>
          <pc:sldMk cId="2047243221" sldId="305"/>
        </pc:sldMkLst>
        <pc:spChg chg="mod">
          <ac:chgData name="Jesper Buch Poignée" userId="e9c179cb-b07f-48e2-8bc5-99357f35e469" providerId="ADAL" clId="{0FA08CF4-302B-405B-A75E-5DF504EDE4A1}" dt="2026-04-30T09:05:37.172" v="21545" actId="20577"/>
          <ac:spMkLst>
            <pc:docMk/>
            <pc:sldMk cId="2047243221" sldId="305"/>
            <ac:spMk id="2" creationId="{EDCEB201-79F5-5545-1936-A89009B51F6B}"/>
          </ac:spMkLst>
        </pc:spChg>
        <pc:spChg chg="mod">
          <ac:chgData name="Jesper Buch Poignée" userId="e9c179cb-b07f-48e2-8bc5-99357f35e469" providerId="ADAL" clId="{0FA08CF4-302B-405B-A75E-5DF504EDE4A1}" dt="2026-05-01T07:00:10.904" v="21781" actId="20577"/>
          <ac:spMkLst>
            <pc:docMk/>
            <pc:sldMk cId="2047243221" sldId="305"/>
            <ac:spMk id="3" creationId="{191A9B08-63DA-86D7-CA6F-C7467EBAC38F}"/>
          </ac:spMkLst>
        </pc:spChg>
        <pc:spChg chg="mod">
          <ac:chgData name="Jesper Buch Poignée" userId="e9c179cb-b07f-48e2-8bc5-99357f35e469" providerId="ADAL" clId="{0FA08CF4-302B-405B-A75E-5DF504EDE4A1}" dt="2026-05-01T07:01:17.289" v="21782" actId="6549"/>
          <ac:spMkLst>
            <pc:docMk/>
            <pc:sldMk cId="2047243221" sldId="305"/>
            <ac:spMk id="4" creationId="{A9476E02-71D4-8758-B4D9-959D75C267E1}"/>
          </ac:spMkLst>
        </pc:spChg>
      </pc:sldChg>
      <pc:sldChg chg="del">
        <pc:chgData name="Jesper Buch Poignée" userId="e9c179cb-b07f-48e2-8bc5-99357f35e469" providerId="ADAL" clId="{0FA08CF4-302B-405B-A75E-5DF504EDE4A1}" dt="2026-04-30T06:36:45.691" v="20924" actId="47"/>
        <pc:sldMkLst>
          <pc:docMk/>
          <pc:sldMk cId="3497862193" sldId="305"/>
        </pc:sldMkLst>
      </pc:sldChg>
      <pc:sldChg chg="addSp delSp modSp new mod">
        <pc:chgData name="Jesper Buch Poignée" userId="e9c179cb-b07f-48e2-8bc5-99357f35e469" providerId="ADAL" clId="{0FA08CF4-302B-405B-A75E-5DF504EDE4A1}" dt="2026-05-01T07:02:21.949" v="21801"/>
        <pc:sldMkLst>
          <pc:docMk/>
          <pc:sldMk cId="771072807" sldId="306"/>
        </pc:sldMkLst>
        <pc:spChg chg="mod">
          <ac:chgData name="Jesper Buch Poignée" userId="e9c179cb-b07f-48e2-8bc5-99357f35e469" providerId="ADAL" clId="{0FA08CF4-302B-405B-A75E-5DF504EDE4A1}" dt="2026-05-01T07:01:37.921" v="21784"/>
          <ac:spMkLst>
            <pc:docMk/>
            <pc:sldMk cId="771072807" sldId="306"/>
            <ac:spMk id="2" creationId="{A60E2DBE-A173-9E58-4133-9CBA1A746641}"/>
          </ac:spMkLst>
        </pc:spChg>
        <pc:spChg chg="del">
          <ac:chgData name="Jesper Buch Poignée" userId="e9c179cb-b07f-48e2-8bc5-99357f35e469" providerId="ADAL" clId="{0FA08CF4-302B-405B-A75E-5DF504EDE4A1}" dt="2026-05-01T07:02:00.901" v="21785" actId="1032"/>
          <ac:spMkLst>
            <pc:docMk/>
            <pc:sldMk cId="771072807" sldId="306"/>
            <ac:spMk id="3" creationId="{81AFB5C1-7BCD-370C-D47B-AD84A90E026E}"/>
          </ac:spMkLst>
        </pc:spChg>
        <pc:spChg chg="add del mod">
          <ac:chgData name="Jesper Buch Poignée" userId="e9c179cb-b07f-48e2-8bc5-99357f35e469" providerId="ADAL" clId="{0FA08CF4-302B-405B-A75E-5DF504EDE4A1}" dt="2026-05-01T07:02:21.949" v="21801"/>
          <ac:spMkLst>
            <pc:docMk/>
            <pc:sldMk cId="771072807" sldId="306"/>
            <ac:spMk id="4" creationId="{3857B285-9EF5-26B7-EB6D-C333CAA0A438}"/>
          </ac:spMkLst>
        </pc:spChg>
        <pc:graphicFrameChg chg="add mod modGraphic">
          <ac:chgData name="Jesper Buch Poignée" userId="e9c179cb-b07f-48e2-8bc5-99357f35e469" providerId="ADAL" clId="{0FA08CF4-302B-405B-A75E-5DF504EDE4A1}" dt="2026-05-01T07:02:09.872" v="21795" actId="20577"/>
          <ac:graphicFrameMkLst>
            <pc:docMk/>
            <pc:sldMk cId="771072807" sldId="306"/>
            <ac:graphicFrameMk id="5" creationId="{FF0BAD36-8C0A-AD14-937D-8006CDA0BCA1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5-01T07:02:21.946" v="21800"/>
          <ac:graphicFrameMkLst>
            <pc:docMk/>
            <pc:sldMk cId="771072807" sldId="306"/>
            <ac:graphicFrameMk id="6" creationId="{6EA18D57-580D-2389-EBAB-4B22B41151D7}"/>
          </ac:graphicFrameMkLst>
        </pc:graphicFrameChg>
      </pc:sldChg>
      <pc:sldChg chg="del">
        <pc:chgData name="Jesper Buch Poignée" userId="e9c179cb-b07f-48e2-8bc5-99357f35e469" providerId="ADAL" clId="{0FA08CF4-302B-405B-A75E-5DF504EDE4A1}" dt="2026-04-30T06:36:45.691" v="20924" actId="47"/>
        <pc:sldMkLst>
          <pc:docMk/>
          <pc:sldMk cId="3417757660" sldId="306"/>
        </pc:sldMkLst>
      </pc:sldChg>
      <pc:sldChg chg="modSp new mod modAnim">
        <pc:chgData name="Jesper Buch Poignée" userId="e9c179cb-b07f-48e2-8bc5-99357f35e469" providerId="ADAL" clId="{0FA08CF4-302B-405B-A75E-5DF504EDE4A1}" dt="2026-05-01T07:04:13.564" v="21840"/>
        <pc:sldMkLst>
          <pc:docMk/>
          <pc:sldMk cId="208136781" sldId="307"/>
        </pc:sldMkLst>
        <pc:spChg chg="mod">
          <ac:chgData name="Jesper Buch Poignée" userId="e9c179cb-b07f-48e2-8bc5-99357f35e469" providerId="ADAL" clId="{0FA08CF4-302B-405B-A75E-5DF504EDE4A1}" dt="2026-05-01T07:02:47.133" v="21803"/>
          <ac:spMkLst>
            <pc:docMk/>
            <pc:sldMk cId="208136781" sldId="307"/>
            <ac:spMk id="2" creationId="{6EA816F6-2AC9-FEA2-DF76-D0B91EA22186}"/>
          </ac:spMkLst>
        </pc:spChg>
        <pc:spChg chg="mod">
          <ac:chgData name="Jesper Buch Poignée" userId="e9c179cb-b07f-48e2-8bc5-99357f35e469" providerId="ADAL" clId="{0FA08CF4-302B-405B-A75E-5DF504EDE4A1}" dt="2026-05-01T07:03:11.339" v="21811" actId="5793"/>
          <ac:spMkLst>
            <pc:docMk/>
            <pc:sldMk cId="208136781" sldId="307"/>
            <ac:spMk id="3" creationId="{79E33187-040E-384E-56A4-04B6C7A23F0F}"/>
          </ac:spMkLst>
        </pc:spChg>
        <pc:spChg chg="mod">
          <ac:chgData name="Jesper Buch Poignée" userId="e9c179cb-b07f-48e2-8bc5-99357f35e469" providerId="ADAL" clId="{0FA08CF4-302B-405B-A75E-5DF504EDE4A1}" dt="2026-05-01T07:04:11.209" v="21839" actId="20577"/>
          <ac:spMkLst>
            <pc:docMk/>
            <pc:sldMk cId="208136781" sldId="307"/>
            <ac:spMk id="4" creationId="{A53DD9A9-2C48-7A90-FA0C-AAD0FC5BB91A}"/>
          </ac:spMkLst>
        </pc:spChg>
      </pc:sldChg>
      <pc:sldChg chg="addSp delSp modSp new mod modClrScheme chgLayout">
        <pc:chgData name="Jesper Buch Poignée" userId="e9c179cb-b07f-48e2-8bc5-99357f35e469" providerId="ADAL" clId="{0FA08CF4-302B-405B-A75E-5DF504EDE4A1}" dt="2026-05-01T07:06:08.549" v="21863" actId="13782"/>
        <pc:sldMkLst>
          <pc:docMk/>
          <pc:sldMk cId="4027741505" sldId="308"/>
        </pc:sldMkLst>
        <pc:spChg chg="mod ord">
          <ac:chgData name="Jesper Buch Poignée" userId="e9c179cb-b07f-48e2-8bc5-99357f35e469" providerId="ADAL" clId="{0FA08CF4-302B-405B-A75E-5DF504EDE4A1}" dt="2026-05-01T07:05:39.699" v="21857" actId="26606"/>
          <ac:spMkLst>
            <pc:docMk/>
            <pc:sldMk cId="4027741505" sldId="308"/>
            <ac:spMk id="2" creationId="{BA3BC5A0-C750-6BE0-06B5-CF363349127D}"/>
          </ac:spMkLst>
        </pc:spChg>
        <pc:spChg chg="del mod ord">
          <ac:chgData name="Jesper Buch Poignée" userId="e9c179cb-b07f-48e2-8bc5-99357f35e469" providerId="ADAL" clId="{0FA08CF4-302B-405B-A75E-5DF504EDE4A1}" dt="2026-05-01T07:04:37.421" v="21843" actId="700"/>
          <ac:spMkLst>
            <pc:docMk/>
            <pc:sldMk cId="4027741505" sldId="308"/>
            <ac:spMk id="3" creationId="{C9932A65-DB7B-F8D1-5C53-7F9E513EE490}"/>
          </ac:spMkLst>
        </pc:spChg>
        <pc:spChg chg="del">
          <ac:chgData name="Jesper Buch Poignée" userId="e9c179cb-b07f-48e2-8bc5-99357f35e469" providerId="ADAL" clId="{0FA08CF4-302B-405B-A75E-5DF504EDE4A1}" dt="2026-05-01T07:04:37.421" v="21843" actId="700"/>
          <ac:spMkLst>
            <pc:docMk/>
            <pc:sldMk cId="4027741505" sldId="308"/>
            <ac:spMk id="4" creationId="{78D3EFD9-7029-FA1C-8345-7DACFC3BFD13}"/>
          </ac:spMkLst>
        </pc:spChg>
        <pc:spChg chg="add del mod ord">
          <ac:chgData name="Jesper Buch Poignée" userId="e9c179cb-b07f-48e2-8bc5-99357f35e469" providerId="ADAL" clId="{0FA08CF4-302B-405B-A75E-5DF504EDE4A1}" dt="2026-05-01T07:04:42.301" v="21844" actId="1032"/>
          <ac:spMkLst>
            <pc:docMk/>
            <pc:sldMk cId="4027741505" sldId="308"/>
            <ac:spMk id="5" creationId="{8D9EFE24-A929-3BDD-042B-0AECAECA04DC}"/>
          </ac:spMkLst>
        </pc:spChg>
        <pc:spChg chg="add del mod ord">
          <ac:chgData name="Jesper Buch Poignée" userId="e9c179cb-b07f-48e2-8bc5-99357f35e469" providerId="ADAL" clId="{0FA08CF4-302B-405B-A75E-5DF504EDE4A1}" dt="2026-05-01T07:05:39.699" v="21857" actId="26606"/>
          <ac:spMkLst>
            <pc:docMk/>
            <pc:sldMk cId="4027741505" sldId="308"/>
            <ac:spMk id="7" creationId="{48B17550-7055-1C62-753A-5110A77CB345}"/>
          </ac:spMkLst>
        </pc:spChg>
        <pc:spChg chg="add del mod">
          <ac:chgData name="Jesper Buch Poignée" userId="e9c179cb-b07f-48e2-8bc5-99357f35e469" providerId="ADAL" clId="{0FA08CF4-302B-405B-A75E-5DF504EDE4A1}" dt="2026-05-01T07:05:39.655" v="21856" actId="26606"/>
          <ac:spMkLst>
            <pc:docMk/>
            <pc:sldMk cId="4027741505" sldId="308"/>
            <ac:spMk id="12" creationId="{2D8725EB-57EB-FEAC-10C4-7F25D7F2D61B}"/>
          </ac:spMkLst>
        </pc:spChg>
        <pc:spChg chg="add mod">
          <ac:chgData name="Jesper Buch Poignée" userId="e9c179cb-b07f-48e2-8bc5-99357f35e469" providerId="ADAL" clId="{0FA08CF4-302B-405B-A75E-5DF504EDE4A1}" dt="2026-05-01T07:05:50.195" v="21860" actId="20577"/>
          <ac:spMkLst>
            <pc:docMk/>
            <pc:sldMk cId="4027741505" sldId="308"/>
            <ac:spMk id="14" creationId="{D6D4E64E-5D6B-5433-B830-81C994FC4F11}"/>
          </ac:spMkLst>
        </pc:spChg>
        <pc:graphicFrameChg chg="add mod ord modGraphic">
          <ac:chgData name="Jesper Buch Poignée" userId="e9c179cb-b07f-48e2-8bc5-99357f35e469" providerId="ADAL" clId="{0FA08CF4-302B-405B-A75E-5DF504EDE4A1}" dt="2026-05-01T07:06:08.549" v="21863" actId="13782"/>
          <ac:graphicFrameMkLst>
            <pc:docMk/>
            <pc:sldMk cId="4027741505" sldId="308"/>
            <ac:graphicFrameMk id="6" creationId="{1E72D66A-3A56-93DB-EBE2-1B8D77E97191}"/>
          </ac:graphicFrameMkLst>
        </pc:graphicFrameChg>
      </pc:sldChg>
      <pc:sldChg chg="addSp delSp modSp new mod modClrScheme chgLayout">
        <pc:chgData name="Jesper Buch Poignée" userId="e9c179cb-b07f-48e2-8bc5-99357f35e469" providerId="ADAL" clId="{0FA08CF4-302B-405B-A75E-5DF504EDE4A1}" dt="2026-05-01T07:06:56.100" v="21879" actId="20577"/>
        <pc:sldMkLst>
          <pc:docMk/>
          <pc:sldMk cId="3768785757" sldId="309"/>
        </pc:sldMkLst>
        <pc:spChg chg="del mod ord">
          <ac:chgData name="Jesper Buch Poignée" userId="e9c179cb-b07f-48e2-8bc5-99357f35e469" providerId="ADAL" clId="{0FA08CF4-302B-405B-A75E-5DF504EDE4A1}" dt="2026-05-01T07:06:48.335" v="21865" actId="700"/>
          <ac:spMkLst>
            <pc:docMk/>
            <pc:sldMk cId="3768785757" sldId="309"/>
            <ac:spMk id="2" creationId="{1486D667-0C23-E7B3-F330-F58959ED0294}"/>
          </ac:spMkLst>
        </pc:spChg>
        <pc:spChg chg="del mod ord">
          <ac:chgData name="Jesper Buch Poignée" userId="e9c179cb-b07f-48e2-8bc5-99357f35e469" providerId="ADAL" clId="{0FA08CF4-302B-405B-A75E-5DF504EDE4A1}" dt="2026-05-01T07:06:48.335" v="21865" actId="700"/>
          <ac:spMkLst>
            <pc:docMk/>
            <pc:sldMk cId="3768785757" sldId="309"/>
            <ac:spMk id="3" creationId="{6328CC65-A4C9-FC1D-225F-D5B4053FDB53}"/>
          </ac:spMkLst>
        </pc:spChg>
        <pc:spChg chg="del">
          <ac:chgData name="Jesper Buch Poignée" userId="e9c179cb-b07f-48e2-8bc5-99357f35e469" providerId="ADAL" clId="{0FA08CF4-302B-405B-A75E-5DF504EDE4A1}" dt="2026-05-01T07:06:48.335" v="21865" actId="700"/>
          <ac:spMkLst>
            <pc:docMk/>
            <pc:sldMk cId="3768785757" sldId="309"/>
            <ac:spMk id="4" creationId="{30935FD6-8BBC-B1EA-5FA6-0DBA35A8EB81}"/>
          </ac:spMkLst>
        </pc:spChg>
        <pc:spChg chg="add mod ord">
          <ac:chgData name="Jesper Buch Poignée" userId="e9c179cb-b07f-48e2-8bc5-99357f35e469" providerId="ADAL" clId="{0FA08CF4-302B-405B-A75E-5DF504EDE4A1}" dt="2026-05-01T07:06:56.100" v="21879" actId="20577"/>
          <ac:spMkLst>
            <pc:docMk/>
            <pc:sldMk cId="3768785757" sldId="309"/>
            <ac:spMk id="5" creationId="{A4D2E3AD-C975-CD2C-F919-5854518AA298}"/>
          </ac:spMkLst>
        </pc:spChg>
        <pc:spChg chg="add mod ord">
          <ac:chgData name="Jesper Buch Poignée" userId="e9c179cb-b07f-48e2-8bc5-99357f35e469" providerId="ADAL" clId="{0FA08CF4-302B-405B-A75E-5DF504EDE4A1}" dt="2026-05-01T07:06:50.189" v="21866"/>
          <ac:spMkLst>
            <pc:docMk/>
            <pc:sldMk cId="3768785757" sldId="309"/>
            <ac:spMk id="6" creationId="{65C4BA5C-BEC6-0A76-512E-015017BC5C83}"/>
          </ac:spMkLst>
        </pc:sp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E99A5B-0D7D-4E89-B599-C446CAF4D0E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7F31FD99-D202-42F1-9176-EC4CA9750D4E}">
      <dgm:prSet phldrT="[Tekst]"/>
      <dgm:spPr/>
      <dgm:t>
        <a:bodyPr/>
        <a:lstStyle/>
        <a:p>
          <a:pPr>
            <a:buNone/>
          </a:pPr>
          <a:r>
            <a:rPr lang="da-DK" b="0" i="0" noProof="0" dirty="0"/>
            <a:t>Hvorfor tester vi sikkerhed? </a:t>
          </a:r>
          <a:endParaRPr lang="da-DK" noProof="0" dirty="0"/>
        </a:p>
      </dgm:t>
    </dgm:pt>
    <dgm:pt modelId="{075CA72B-D9AC-476B-A883-45B8B266E661}" type="parTrans" cxnId="{9C124F62-F690-4388-8C52-926881F1764D}">
      <dgm:prSet/>
      <dgm:spPr/>
      <dgm:t>
        <a:bodyPr/>
        <a:lstStyle/>
        <a:p>
          <a:endParaRPr lang="da-DK"/>
        </a:p>
      </dgm:t>
    </dgm:pt>
    <dgm:pt modelId="{FC75DBE3-A12E-43C7-8336-4540BCBB245C}" type="sibTrans" cxnId="{9C124F62-F690-4388-8C52-926881F1764D}">
      <dgm:prSet/>
      <dgm:spPr/>
      <dgm:t>
        <a:bodyPr/>
        <a:lstStyle/>
        <a:p>
          <a:endParaRPr lang="da-DK"/>
        </a:p>
      </dgm:t>
    </dgm:pt>
    <dgm:pt modelId="{F4353730-373D-4BBA-AD8F-3DCB4ADDEF7B}">
      <dgm:prSet phldrT="[Tekst]"/>
      <dgm:spPr/>
      <dgm:t>
        <a:bodyPr/>
        <a:lstStyle/>
        <a:p>
          <a:pPr>
            <a:buNone/>
          </a:pPr>
          <a:r>
            <a:rPr lang="da-DK" b="0" i="0" noProof="0" dirty="0"/>
            <a:t>Hvordan bruges Kali Linux i et kontrolleret testmiljø?</a:t>
          </a:r>
          <a:endParaRPr lang="da-DK" noProof="0" dirty="0"/>
        </a:p>
      </dgm:t>
    </dgm:pt>
    <dgm:pt modelId="{694BB73C-778D-4EF5-9D92-5FB334AFAF3C}" type="parTrans" cxnId="{DCD858D3-B7A7-498E-B81C-DBDD6FCDCEFA}">
      <dgm:prSet/>
      <dgm:spPr/>
      <dgm:t>
        <a:bodyPr/>
        <a:lstStyle/>
        <a:p>
          <a:endParaRPr lang="da-DK"/>
        </a:p>
      </dgm:t>
    </dgm:pt>
    <dgm:pt modelId="{97F135EF-5E81-4163-9F81-B3E2BB963D5D}" type="sibTrans" cxnId="{DCD858D3-B7A7-498E-B81C-DBDD6FCDCEFA}">
      <dgm:prSet/>
      <dgm:spPr/>
      <dgm:t>
        <a:bodyPr/>
        <a:lstStyle/>
        <a:p>
          <a:endParaRPr lang="da-DK"/>
        </a:p>
      </dgm:t>
    </dgm:pt>
    <dgm:pt modelId="{E982B1CA-B3FE-4C22-B34E-ACE395601390}">
      <dgm:prSet phldrT="[Tekst]"/>
      <dgm:spPr/>
      <dgm:t>
        <a:bodyPr/>
        <a:lstStyle/>
        <a:p>
          <a:pPr>
            <a:buNone/>
          </a:pPr>
          <a:r>
            <a:rPr lang="da-DK" b="0" i="0" noProof="0" dirty="0"/>
            <a:t>Hvad adskiller penetration </a:t>
          </a:r>
          <a:r>
            <a:rPr lang="da-DK" b="0" i="0" noProof="0" dirty="0" err="1"/>
            <a:t>testing</a:t>
          </a:r>
          <a:r>
            <a:rPr lang="da-DK" b="0" i="0" noProof="0" dirty="0"/>
            <a:t> fra ulovlig hacking? </a:t>
          </a:r>
          <a:endParaRPr lang="da-DK" noProof="0" dirty="0"/>
        </a:p>
      </dgm:t>
    </dgm:pt>
    <dgm:pt modelId="{FF9FB5D5-BC89-4741-B875-7C6EC4F1344A}" type="parTrans" cxnId="{42B180BC-17E6-4268-92E9-4BDC98185A9D}">
      <dgm:prSet/>
      <dgm:spPr/>
      <dgm:t>
        <a:bodyPr/>
        <a:lstStyle/>
        <a:p>
          <a:endParaRPr lang="da-DK"/>
        </a:p>
      </dgm:t>
    </dgm:pt>
    <dgm:pt modelId="{CFDF6592-AAB0-4F8F-A67F-A3412F217219}" type="sibTrans" cxnId="{42B180BC-17E6-4268-92E9-4BDC98185A9D}">
      <dgm:prSet/>
      <dgm:spPr/>
      <dgm:t>
        <a:bodyPr/>
        <a:lstStyle/>
        <a:p>
          <a:endParaRPr lang="da-DK"/>
        </a:p>
      </dgm:t>
    </dgm:pt>
    <dgm:pt modelId="{94A57FE0-3997-4EFB-B33B-62DAD3C3DE77}" type="pres">
      <dgm:prSet presAssocID="{CFE99A5B-0D7D-4E89-B599-C446CAF4D0EB}" presName="vert0" presStyleCnt="0">
        <dgm:presLayoutVars>
          <dgm:dir/>
          <dgm:animOne val="branch"/>
          <dgm:animLvl val="lvl"/>
        </dgm:presLayoutVars>
      </dgm:prSet>
      <dgm:spPr/>
    </dgm:pt>
    <dgm:pt modelId="{8C8A7943-58DA-4C14-89CC-D806BC4C21BC}" type="pres">
      <dgm:prSet presAssocID="{7F31FD99-D202-42F1-9176-EC4CA9750D4E}" presName="thickLine" presStyleLbl="alignNode1" presStyleIdx="0" presStyleCnt="3"/>
      <dgm:spPr/>
    </dgm:pt>
    <dgm:pt modelId="{A7E7A371-45A8-4769-A3FB-89FD4EED840C}" type="pres">
      <dgm:prSet presAssocID="{7F31FD99-D202-42F1-9176-EC4CA9750D4E}" presName="horz1" presStyleCnt="0"/>
      <dgm:spPr/>
    </dgm:pt>
    <dgm:pt modelId="{22F86D3C-4205-4523-BC8C-B5F489ED0F73}" type="pres">
      <dgm:prSet presAssocID="{7F31FD99-D202-42F1-9176-EC4CA9750D4E}" presName="tx1" presStyleLbl="revTx" presStyleIdx="0" presStyleCnt="3"/>
      <dgm:spPr/>
    </dgm:pt>
    <dgm:pt modelId="{EFC92441-88F3-45DB-9987-D3812CCF8059}" type="pres">
      <dgm:prSet presAssocID="{7F31FD99-D202-42F1-9176-EC4CA9750D4E}" presName="vert1" presStyleCnt="0"/>
      <dgm:spPr/>
    </dgm:pt>
    <dgm:pt modelId="{5F025365-EB11-4FF8-BC54-F51578109451}" type="pres">
      <dgm:prSet presAssocID="{E982B1CA-B3FE-4C22-B34E-ACE395601390}" presName="thickLine" presStyleLbl="alignNode1" presStyleIdx="1" presStyleCnt="3"/>
      <dgm:spPr/>
    </dgm:pt>
    <dgm:pt modelId="{3AF0CF07-F9FC-4304-9339-CC1ECD8B051C}" type="pres">
      <dgm:prSet presAssocID="{E982B1CA-B3FE-4C22-B34E-ACE395601390}" presName="horz1" presStyleCnt="0"/>
      <dgm:spPr/>
    </dgm:pt>
    <dgm:pt modelId="{D1854518-F5F3-4FCF-898C-EBE605F83F65}" type="pres">
      <dgm:prSet presAssocID="{E982B1CA-B3FE-4C22-B34E-ACE395601390}" presName="tx1" presStyleLbl="revTx" presStyleIdx="1" presStyleCnt="3"/>
      <dgm:spPr/>
    </dgm:pt>
    <dgm:pt modelId="{C6CCC007-3A11-4FF7-91D5-02B8DFBFE254}" type="pres">
      <dgm:prSet presAssocID="{E982B1CA-B3FE-4C22-B34E-ACE395601390}" presName="vert1" presStyleCnt="0"/>
      <dgm:spPr/>
    </dgm:pt>
    <dgm:pt modelId="{A2791301-EB59-4241-9148-03FF056E10B0}" type="pres">
      <dgm:prSet presAssocID="{F4353730-373D-4BBA-AD8F-3DCB4ADDEF7B}" presName="thickLine" presStyleLbl="alignNode1" presStyleIdx="2" presStyleCnt="3"/>
      <dgm:spPr/>
    </dgm:pt>
    <dgm:pt modelId="{9754FA3F-2EA0-41A0-9E89-997CE456EBA1}" type="pres">
      <dgm:prSet presAssocID="{F4353730-373D-4BBA-AD8F-3DCB4ADDEF7B}" presName="horz1" presStyleCnt="0"/>
      <dgm:spPr/>
    </dgm:pt>
    <dgm:pt modelId="{46DA97EA-999E-478D-8748-8F4A8CA3A02B}" type="pres">
      <dgm:prSet presAssocID="{F4353730-373D-4BBA-AD8F-3DCB4ADDEF7B}" presName="tx1" presStyleLbl="revTx" presStyleIdx="2" presStyleCnt="3"/>
      <dgm:spPr/>
    </dgm:pt>
    <dgm:pt modelId="{7AF8239E-A91C-453A-B12A-34067F7DE24A}" type="pres">
      <dgm:prSet presAssocID="{F4353730-373D-4BBA-AD8F-3DCB4ADDEF7B}" presName="vert1" presStyleCnt="0"/>
      <dgm:spPr/>
    </dgm:pt>
  </dgm:ptLst>
  <dgm:cxnLst>
    <dgm:cxn modelId="{8934050F-58FD-46AA-A08A-C2788440A679}" type="presOf" srcId="{7F31FD99-D202-42F1-9176-EC4CA9750D4E}" destId="{22F86D3C-4205-4523-BC8C-B5F489ED0F73}" srcOrd="0" destOrd="0" presId="urn:microsoft.com/office/officeart/2008/layout/LinedList"/>
    <dgm:cxn modelId="{9C124F62-F690-4388-8C52-926881F1764D}" srcId="{CFE99A5B-0D7D-4E89-B599-C446CAF4D0EB}" destId="{7F31FD99-D202-42F1-9176-EC4CA9750D4E}" srcOrd="0" destOrd="0" parTransId="{075CA72B-D9AC-476B-A883-45B8B266E661}" sibTransId="{FC75DBE3-A12E-43C7-8336-4540BCBB245C}"/>
    <dgm:cxn modelId="{3D3A2981-E4FE-4763-B06D-C5C30080B1C9}" type="presOf" srcId="{F4353730-373D-4BBA-AD8F-3DCB4ADDEF7B}" destId="{46DA97EA-999E-478D-8748-8F4A8CA3A02B}" srcOrd="0" destOrd="0" presId="urn:microsoft.com/office/officeart/2008/layout/LinedList"/>
    <dgm:cxn modelId="{A9F94E87-8036-49FE-8D8C-1D8D78E461A5}" type="presOf" srcId="{E982B1CA-B3FE-4C22-B34E-ACE395601390}" destId="{D1854518-F5F3-4FCF-898C-EBE605F83F65}" srcOrd="0" destOrd="0" presId="urn:microsoft.com/office/officeart/2008/layout/LinedList"/>
    <dgm:cxn modelId="{087A49BA-8736-491D-A3C0-FC72F62D5DB1}" type="presOf" srcId="{CFE99A5B-0D7D-4E89-B599-C446CAF4D0EB}" destId="{94A57FE0-3997-4EFB-B33B-62DAD3C3DE77}" srcOrd="0" destOrd="0" presId="urn:microsoft.com/office/officeart/2008/layout/LinedList"/>
    <dgm:cxn modelId="{42B180BC-17E6-4268-92E9-4BDC98185A9D}" srcId="{CFE99A5B-0D7D-4E89-B599-C446CAF4D0EB}" destId="{E982B1CA-B3FE-4C22-B34E-ACE395601390}" srcOrd="1" destOrd="0" parTransId="{FF9FB5D5-BC89-4741-B875-7C6EC4F1344A}" sibTransId="{CFDF6592-AAB0-4F8F-A67F-A3412F217219}"/>
    <dgm:cxn modelId="{DCD858D3-B7A7-498E-B81C-DBDD6FCDCEFA}" srcId="{CFE99A5B-0D7D-4E89-B599-C446CAF4D0EB}" destId="{F4353730-373D-4BBA-AD8F-3DCB4ADDEF7B}" srcOrd="2" destOrd="0" parTransId="{694BB73C-778D-4EF5-9D92-5FB334AFAF3C}" sibTransId="{97F135EF-5E81-4163-9F81-B3E2BB963D5D}"/>
    <dgm:cxn modelId="{F7D23EF3-EDF3-4E13-A323-49E529488EA7}" type="presParOf" srcId="{94A57FE0-3997-4EFB-B33B-62DAD3C3DE77}" destId="{8C8A7943-58DA-4C14-89CC-D806BC4C21BC}" srcOrd="0" destOrd="0" presId="urn:microsoft.com/office/officeart/2008/layout/LinedList"/>
    <dgm:cxn modelId="{7B67A762-6D6B-43C2-9799-D65207803ED0}" type="presParOf" srcId="{94A57FE0-3997-4EFB-B33B-62DAD3C3DE77}" destId="{A7E7A371-45A8-4769-A3FB-89FD4EED840C}" srcOrd="1" destOrd="0" presId="urn:microsoft.com/office/officeart/2008/layout/LinedList"/>
    <dgm:cxn modelId="{E087680E-45DF-4947-8B70-04F738AD1FF5}" type="presParOf" srcId="{A7E7A371-45A8-4769-A3FB-89FD4EED840C}" destId="{22F86D3C-4205-4523-BC8C-B5F489ED0F73}" srcOrd="0" destOrd="0" presId="urn:microsoft.com/office/officeart/2008/layout/LinedList"/>
    <dgm:cxn modelId="{0E0D5B48-1C1F-4D57-B756-0B18DA7C20BA}" type="presParOf" srcId="{A7E7A371-45A8-4769-A3FB-89FD4EED840C}" destId="{EFC92441-88F3-45DB-9987-D3812CCF8059}" srcOrd="1" destOrd="0" presId="urn:microsoft.com/office/officeart/2008/layout/LinedList"/>
    <dgm:cxn modelId="{16E7C680-59A1-4C10-BEBF-B489F5E24D3F}" type="presParOf" srcId="{94A57FE0-3997-4EFB-B33B-62DAD3C3DE77}" destId="{5F025365-EB11-4FF8-BC54-F51578109451}" srcOrd="2" destOrd="0" presId="urn:microsoft.com/office/officeart/2008/layout/LinedList"/>
    <dgm:cxn modelId="{57C2A309-C99F-4A7F-9207-17EC9FF1936E}" type="presParOf" srcId="{94A57FE0-3997-4EFB-B33B-62DAD3C3DE77}" destId="{3AF0CF07-F9FC-4304-9339-CC1ECD8B051C}" srcOrd="3" destOrd="0" presId="urn:microsoft.com/office/officeart/2008/layout/LinedList"/>
    <dgm:cxn modelId="{3D27743A-A8EE-4088-B383-C2973B1C756E}" type="presParOf" srcId="{3AF0CF07-F9FC-4304-9339-CC1ECD8B051C}" destId="{D1854518-F5F3-4FCF-898C-EBE605F83F65}" srcOrd="0" destOrd="0" presId="urn:microsoft.com/office/officeart/2008/layout/LinedList"/>
    <dgm:cxn modelId="{45456744-2AEF-4D05-B45C-61806786E62D}" type="presParOf" srcId="{3AF0CF07-F9FC-4304-9339-CC1ECD8B051C}" destId="{C6CCC007-3A11-4FF7-91D5-02B8DFBFE254}" srcOrd="1" destOrd="0" presId="urn:microsoft.com/office/officeart/2008/layout/LinedList"/>
    <dgm:cxn modelId="{6DF26F63-4D55-4000-BEDF-C7400E14BD1C}" type="presParOf" srcId="{94A57FE0-3997-4EFB-B33B-62DAD3C3DE77}" destId="{A2791301-EB59-4241-9148-03FF056E10B0}" srcOrd="4" destOrd="0" presId="urn:microsoft.com/office/officeart/2008/layout/LinedList"/>
    <dgm:cxn modelId="{A9475D25-2F27-44B9-A77A-BAB5FD70E1FD}" type="presParOf" srcId="{94A57FE0-3997-4EFB-B33B-62DAD3C3DE77}" destId="{9754FA3F-2EA0-41A0-9E89-997CE456EBA1}" srcOrd="5" destOrd="0" presId="urn:microsoft.com/office/officeart/2008/layout/LinedList"/>
    <dgm:cxn modelId="{B5C5A9EB-A6E9-4C72-ACCE-9CE9DD089419}" type="presParOf" srcId="{9754FA3F-2EA0-41A0-9E89-997CE456EBA1}" destId="{46DA97EA-999E-478D-8748-8F4A8CA3A02B}" srcOrd="0" destOrd="0" presId="urn:microsoft.com/office/officeart/2008/layout/LinedList"/>
    <dgm:cxn modelId="{9E55117C-518D-4C4B-8496-97A0D4EB82AD}" type="presParOf" srcId="{9754FA3F-2EA0-41A0-9E89-997CE456EBA1}" destId="{7AF8239E-A91C-453A-B12A-34067F7DE24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BA41B0-D135-4462-ACB0-B4D92D77107D}" type="doc">
      <dgm:prSet loTypeId="urn:microsoft.com/office/officeart/2009/3/layout/PlusandMinus" loCatId="relationship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3D3A6484-D716-44F3-8924-7BFB94A78BED}">
      <dgm:prSet phldrT="[Tekst]"/>
      <dgm:spPr/>
      <dgm:t>
        <a:bodyPr/>
        <a:lstStyle/>
        <a:p>
          <a:pPr>
            <a:buNone/>
          </a:pPr>
          <a:r>
            <a:rPr lang="da-DK" b="0" i="0" noProof="0" dirty="0"/>
            <a:t>Penetration </a:t>
          </a:r>
          <a:r>
            <a:rPr lang="da-DK" b="0" i="0" noProof="0" dirty="0" err="1"/>
            <a:t>testing</a:t>
          </a:r>
          <a:r>
            <a:rPr lang="da-DK" b="0" i="0" noProof="0" dirty="0"/>
            <a:t>:</a:t>
          </a:r>
          <a:endParaRPr lang="da-DK" noProof="0" dirty="0"/>
        </a:p>
      </dgm:t>
    </dgm:pt>
    <dgm:pt modelId="{B3AA73F3-2729-49C3-8209-BDD9A6D37149}" type="parTrans" cxnId="{DFFDCDCA-938D-4F4E-A3EF-A4A3E5F9A61A}">
      <dgm:prSet/>
      <dgm:spPr/>
      <dgm:t>
        <a:bodyPr/>
        <a:lstStyle/>
        <a:p>
          <a:endParaRPr lang="da-DK"/>
        </a:p>
      </dgm:t>
    </dgm:pt>
    <dgm:pt modelId="{CAEA0958-BBB4-4543-B6E9-7B3BD9BB2EE0}" type="sibTrans" cxnId="{DFFDCDCA-938D-4F4E-A3EF-A4A3E5F9A61A}">
      <dgm:prSet/>
      <dgm:spPr/>
      <dgm:t>
        <a:bodyPr/>
        <a:lstStyle/>
        <a:p>
          <a:endParaRPr lang="da-DK"/>
        </a:p>
      </dgm:t>
    </dgm:pt>
    <dgm:pt modelId="{3CA9B935-F07C-42F7-B909-BDB5B76D22C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noProof="0" dirty="0"/>
            <a:t>Ingen tilladelse</a:t>
          </a:r>
        </a:p>
      </dgm:t>
    </dgm:pt>
    <dgm:pt modelId="{78AC606A-0D17-49AE-8D71-4706E9FAE703}" type="parTrans" cxnId="{16D08904-B4E7-48FF-B001-DFC9CE0A13A5}">
      <dgm:prSet/>
      <dgm:spPr/>
      <dgm:t>
        <a:bodyPr/>
        <a:lstStyle/>
        <a:p>
          <a:endParaRPr lang="da-DK"/>
        </a:p>
      </dgm:t>
    </dgm:pt>
    <dgm:pt modelId="{3AAF6800-A6CA-4763-9D2B-59A5FE29D3BE}" type="sibTrans" cxnId="{16D08904-B4E7-48FF-B001-DFC9CE0A13A5}">
      <dgm:prSet/>
      <dgm:spPr/>
      <dgm:t>
        <a:bodyPr/>
        <a:lstStyle/>
        <a:p>
          <a:endParaRPr lang="da-DK"/>
        </a:p>
      </dgm:t>
    </dgm:pt>
    <dgm:pt modelId="{A7FAA40A-3010-40C1-B813-29579F2F2B9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noProof="0" dirty="0"/>
            <a:t>Skjult handling</a:t>
          </a:r>
        </a:p>
      </dgm:t>
    </dgm:pt>
    <dgm:pt modelId="{C0480E28-9C57-4B5F-A1CD-18E468F38C24}" type="parTrans" cxnId="{6B907D4B-E8D6-4A33-AC63-0336FAEB7F8A}">
      <dgm:prSet/>
      <dgm:spPr/>
      <dgm:t>
        <a:bodyPr/>
        <a:lstStyle/>
        <a:p>
          <a:endParaRPr lang="da-DK"/>
        </a:p>
      </dgm:t>
    </dgm:pt>
    <dgm:pt modelId="{18D2432B-AAF1-4A5F-A7F7-FDE2074D6515}" type="sibTrans" cxnId="{6B907D4B-E8D6-4A33-AC63-0336FAEB7F8A}">
      <dgm:prSet/>
      <dgm:spPr/>
      <dgm:t>
        <a:bodyPr/>
        <a:lstStyle/>
        <a:p>
          <a:endParaRPr lang="da-DK"/>
        </a:p>
      </dgm:t>
    </dgm:pt>
    <dgm:pt modelId="{B5E2E1EC-C597-4F8C-A2A3-992F218CD5F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noProof="0" dirty="0"/>
            <a:t>Personlig gevinst, sabotage eller spionage</a:t>
          </a:r>
        </a:p>
      </dgm:t>
    </dgm:pt>
    <dgm:pt modelId="{639D2E85-1E0A-42E6-B0D4-8E1A683908C7}" type="parTrans" cxnId="{57E8F67A-78C2-4B88-8BFE-C33374F26908}">
      <dgm:prSet/>
      <dgm:spPr/>
      <dgm:t>
        <a:bodyPr/>
        <a:lstStyle/>
        <a:p>
          <a:endParaRPr lang="da-DK"/>
        </a:p>
      </dgm:t>
    </dgm:pt>
    <dgm:pt modelId="{E6AE6A7F-26D1-4B7B-8F80-5A7860E75A1E}" type="sibTrans" cxnId="{57E8F67A-78C2-4B88-8BFE-C33374F26908}">
      <dgm:prSet/>
      <dgm:spPr/>
      <dgm:t>
        <a:bodyPr/>
        <a:lstStyle/>
        <a:p>
          <a:endParaRPr lang="da-DK"/>
        </a:p>
      </dgm:t>
    </dgm:pt>
    <dgm:pt modelId="{554125AE-C5A7-47FC-B4ED-C07743066655}">
      <dgm:prSet phldrT="[Teks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noProof="0" dirty="0"/>
            <a:t>Skriftlig tilladelse</a:t>
          </a:r>
        </a:p>
      </dgm:t>
    </dgm:pt>
    <dgm:pt modelId="{D627DF1E-179C-499E-9C2E-C0B43AAABC34}" type="parTrans" cxnId="{91044198-6B5C-48F2-AF85-114E43B8566F}">
      <dgm:prSet/>
      <dgm:spPr/>
      <dgm:t>
        <a:bodyPr/>
        <a:lstStyle/>
        <a:p>
          <a:endParaRPr lang="da-DK"/>
        </a:p>
      </dgm:t>
    </dgm:pt>
    <dgm:pt modelId="{4557BB16-1240-4134-8972-451F61A2D4CA}" type="sibTrans" cxnId="{91044198-6B5C-48F2-AF85-114E43B8566F}">
      <dgm:prSet/>
      <dgm:spPr/>
      <dgm:t>
        <a:bodyPr/>
        <a:lstStyle/>
        <a:p>
          <a:endParaRPr lang="da-DK"/>
        </a:p>
      </dgm:t>
    </dgm:pt>
    <dgm:pt modelId="{E8DB9C16-4310-4C2B-A4C5-185813AF5EF2}">
      <dgm:prSet phldrT="[Teks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noProof="0" dirty="0"/>
            <a:t>Dokumenteret proces</a:t>
          </a:r>
        </a:p>
      </dgm:t>
    </dgm:pt>
    <dgm:pt modelId="{43E0A990-2924-4F76-B860-C9E2F76C07E1}" type="parTrans" cxnId="{8D6F6E82-6BBE-486B-A5C4-51341E49548C}">
      <dgm:prSet/>
      <dgm:spPr/>
      <dgm:t>
        <a:bodyPr/>
        <a:lstStyle/>
        <a:p>
          <a:endParaRPr lang="da-DK"/>
        </a:p>
      </dgm:t>
    </dgm:pt>
    <dgm:pt modelId="{62922D89-BEA6-42F4-BE3E-0D42D21E1FF6}" type="sibTrans" cxnId="{8D6F6E82-6BBE-486B-A5C4-51341E49548C}">
      <dgm:prSet/>
      <dgm:spPr/>
      <dgm:t>
        <a:bodyPr/>
        <a:lstStyle/>
        <a:p>
          <a:endParaRPr lang="da-DK"/>
        </a:p>
      </dgm:t>
    </dgm:pt>
    <dgm:pt modelId="{8603F5BE-7397-4221-90AC-2196BDB516BF}">
      <dgm:prSet phldrT="[Teks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noProof="0" dirty="0"/>
            <a:t>Forbedring af sikkerhed</a:t>
          </a:r>
        </a:p>
      </dgm:t>
    </dgm:pt>
    <dgm:pt modelId="{9DCC6AE4-B427-4234-B623-00BE7009152C}" type="parTrans" cxnId="{238D50A4-6745-4E66-8CB3-CE43D1549F51}">
      <dgm:prSet/>
      <dgm:spPr/>
      <dgm:t>
        <a:bodyPr/>
        <a:lstStyle/>
        <a:p>
          <a:endParaRPr lang="da-DK"/>
        </a:p>
      </dgm:t>
    </dgm:pt>
    <dgm:pt modelId="{58DBEFB3-ED15-4408-87D1-01D87B7BEBEE}" type="sibTrans" cxnId="{238D50A4-6745-4E66-8CB3-CE43D1549F51}">
      <dgm:prSet/>
      <dgm:spPr/>
      <dgm:t>
        <a:bodyPr/>
        <a:lstStyle/>
        <a:p>
          <a:endParaRPr lang="da-DK"/>
        </a:p>
      </dgm:t>
    </dgm:pt>
    <dgm:pt modelId="{95CDD931-9747-4F0B-8155-AB37C4574909}">
      <dgm:prSet phldrT="[Tekst]"/>
      <dgm:spPr/>
      <dgm:t>
        <a:bodyPr/>
        <a:lstStyle/>
        <a:p>
          <a:pPr>
            <a:buNone/>
          </a:pPr>
          <a:r>
            <a:rPr lang="da-DK" b="0" i="0" noProof="0" dirty="0"/>
            <a:t>Ulovlig hacking:</a:t>
          </a:r>
          <a:endParaRPr lang="da-DK" noProof="0" dirty="0"/>
        </a:p>
      </dgm:t>
    </dgm:pt>
    <dgm:pt modelId="{0DCD9CDA-6ABF-4FC8-866C-C69747AEF59D}" type="parTrans" cxnId="{27845093-AFF8-481F-A9C9-BB085078173C}">
      <dgm:prSet/>
      <dgm:spPr/>
      <dgm:t>
        <a:bodyPr/>
        <a:lstStyle/>
        <a:p>
          <a:endParaRPr lang="da-DK"/>
        </a:p>
      </dgm:t>
    </dgm:pt>
    <dgm:pt modelId="{80BFE23E-83D9-4EE5-B63B-01F1E6257C3C}" type="sibTrans" cxnId="{27845093-AFF8-481F-A9C9-BB085078173C}">
      <dgm:prSet/>
      <dgm:spPr/>
      <dgm:t>
        <a:bodyPr/>
        <a:lstStyle/>
        <a:p>
          <a:endParaRPr lang="da-DK"/>
        </a:p>
      </dgm:t>
    </dgm:pt>
    <dgm:pt modelId="{75B08624-B903-45BB-ADA1-15DA876D9043}" type="pres">
      <dgm:prSet presAssocID="{55BA41B0-D135-4462-ACB0-B4D92D77107D}" presName="Name0" presStyleCnt="0">
        <dgm:presLayoutVars>
          <dgm:chMax val="2"/>
          <dgm:chPref val="2"/>
          <dgm:dir/>
          <dgm:animOne/>
          <dgm:resizeHandles val="exact"/>
        </dgm:presLayoutVars>
      </dgm:prSet>
      <dgm:spPr/>
    </dgm:pt>
    <dgm:pt modelId="{4CDA36D5-61F2-484A-B5C5-27D4B22F15CF}" type="pres">
      <dgm:prSet presAssocID="{55BA41B0-D135-4462-ACB0-B4D92D77107D}" presName="Background" presStyleLbl="bgImgPlace1" presStyleIdx="0" presStyleCnt="1"/>
      <dgm:spPr/>
    </dgm:pt>
    <dgm:pt modelId="{2E139A87-BE11-447B-A98C-73B7615CDF66}" type="pres">
      <dgm:prSet presAssocID="{55BA41B0-D135-4462-ACB0-B4D92D77107D}" presName="Parent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3DEE8770-C6D9-451A-B9A1-7EAD29C226F4}" type="pres">
      <dgm:prSet presAssocID="{55BA41B0-D135-4462-ACB0-B4D92D77107D}" presName="ParentText2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DC75E915-9A0C-4657-9F8B-D3BE3C444A80}" type="pres">
      <dgm:prSet presAssocID="{55BA41B0-D135-4462-ACB0-B4D92D77107D}" presName="Plus" presStyleLbl="alignNode1" presStyleIdx="0" presStyleCnt="2"/>
      <dgm:spPr/>
    </dgm:pt>
    <dgm:pt modelId="{0BED2249-14A3-45CF-9FB3-E374A539C2DF}" type="pres">
      <dgm:prSet presAssocID="{55BA41B0-D135-4462-ACB0-B4D92D77107D}" presName="Minus" presStyleLbl="alignNode1" presStyleIdx="1" presStyleCnt="2"/>
      <dgm:spPr/>
    </dgm:pt>
    <dgm:pt modelId="{0CCA66E9-58D5-4557-AD15-493B8949022B}" type="pres">
      <dgm:prSet presAssocID="{55BA41B0-D135-4462-ACB0-B4D92D77107D}" presName="Divider" presStyleLbl="parChTrans1D1" presStyleIdx="0" presStyleCnt="1"/>
      <dgm:spPr/>
    </dgm:pt>
  </dgm:ptLst>
  <dgm:cxnLst>
    <dgm:cxn modelId="{16D08904-B4E7-48FF-B001-DFC9CE0A13A5}" srcId="{95CDD931-9747-4F0B-8155-AB37C4574909}" destId="{3CA9B935-F07C-42F7-B909-BDB5B76D22C0}" srcOrd="0" destOrd="0" parTransId="{78AC606A-0D17-49AE-8D71-4706E9FAE703}" sibTransId="{3AAF6800-A6CA-4763-9D2B-59A5FE29D3BE}"/>
    <dgm:cxn modelId="{C5A7313A-4F67-4424-BE3D-F2C8F897CFB4}" type="presOf" srcId="{55BA41B0-D135-4462-ACB0-B4D92D77107D}" destId="{75B08624-B903-45BB-ADA1-15DA876D9043}" srcOrd="0" destOrd="0" presId="urn:microsoft.com/office/officeart/2009/3/layout/PlusandMinus"/>
    <dgm:cxn modelId="{6B907D4B-E8D6-4A33-AC63-0336FAEB7F8A}" srcId="{95CDD931-9747-4F0B-8155-AB37C4574909}" destId="{A7FAA40A-3010-40C1-B813-29579F2F2B99}" srcOrd="1" destOrd="0" parTransId="{C0480E28-9C57-4B5F-A1CD-18E468F38C24}" sibTransId="{18D2432B-AAF1-4A5F-A7F7-FDE2074D6515}"/>
    <dgm:cxn modelId="{F8DB916B-2662-41CE-9930-B19E126525DA}" type="presOf" srcId="{3CA9B935-F07C-42F7-B909-BDB5B76D22C0}" destId="{3DEE8770-C6D9-451A-B9A1-7EAD29C226F4}" srcOrd="0" destOrd="1" presId="urn:microsoft.com/office/officeart/2009/3/layout/PlusandMinus"/>
    <dgm:cxn modelId="{E369244E-0875-4072-B75C-9F656676F729}" type="presOf" srcId="{A7FAA40A-3010-40C1-B813-29579F2F2B99}" destId="{3DEE8770-C6D9-451A-B9A1-7EAD29C226F4}" srcOrd="0" destOrd="2" presId="urn:microsoft.com/office/officeart/2009/3/layout/PlusandMinus"/>
    <dgm:cxn modelId="{C8CEFC71-C440-4516-A596-F238B4E74F0A}" type="presOf" srcId="{8603F5BE-7397-4221-90AC-2196BDB516BF}" destId="{2E139A87-BE11-447B-A98C-73B7615CDF66}" srcOrd="0" destOrd="3" presId="urn:microsoft.com/office/officeart/2009/3/layout/PlusandMinus"/>
    <dgm:cxn modelId="{D6617174-95D4-41FA-8A94-0E352F1D915A}" type="presOf" srcId="{95CDD931-9747-4F0B-8155-AB37C4574909}" destId="{3DEE8770-C6D9-451A-B9A1-7EAD29C226F4}" srcOrd="0" destOrd="0" presId="urn:microsoft.com/office/officeart/2009/3/layout/PlusandMinus"/>
    <dgm:cxn modelId="{57E8F67A-78C2-4B88-8BFE-C33374F26908}" srcId="{95CDD931-9747-4F0B-8155-AB37C4574909}" destId="{B5E2E1EC-C597-4F8C-A2A3-992F218CD5FD}" srcOrd="2" destOrd="0" parTransId="{639D2E85-1E0A-42E6-B0D4-8E1A683908C7}" sibTransId="{E6AE6A7F-26D1-4B7B-8F80-5A7860E75A1E}"/>
    <dgm:cxn modelId="{5E27DB7F-FD8E-4E74-A57C-192A36939247}" type="presOf" srcId="{B5E2E1EC-C597-4F8C-A2A3-992F218CD5FD}" destId="{3DEE8770-C6D9-451A-B9A1-7EAD29C226F4}" srcOrd="0" destOrd="3" presId="urn:microsoft.com/office/officeart/2009/3/layout/PlusandMinus"/>
    <dgm:cxn modelId="{F7A58081-9A93-4712-802A-425DC651108E}" type="presOf" srcId="{E8DB9C16-4310-4C2B-A4C5-185813AF5EF2}" destId="{2E139A87-BE11-447B-A98C-73B7615CDF66}" srcOrd="0" destOrd="2" presId="urn:microsoft.com/office/officeart/2009/3/layout/PlusandMinus"/>
    <dgm:cxn modelId="{8D6F6E82-6BBE-486B-A5C4-51341E49548C}" srcId="{3D3A6484-D716-44F3-8924-7BFB94A78BED}" destId="{E8DB9C16-4310-4C2B-A4C5-185813AF5EF2}" srcOrd="1" destOrd="0" parTransId="{43E0A990-2924-4F76-B860-C9E2F76C07E1}" sibTransId="{62922D89-BEA6-42F4-BE3E-0D42D21E1FF6}"/>
    <dgm:cxn modelId="{27845093-AFF8-481F-A9C9-BB085078173C}" srcId="{55BA41B0-D135-4462-ACB0-B4D92D77107D}" destId="{95CDD931-9747-4F0B-8155-AB37C4574909}" srcOrd="1" destOrd="0" parTransId="{0DCD9CDA-6ABF-4FC8-866C-C69747AEF59D}" sibTransId="{80BFE23E-83D9-4EE5-B63B-01F1E6257C3C}"/>
    <dgm:cxn modelId="{2756EB97-F9A9-4480-9688-A9616C35F5F0}" type="presOf" srcId="{554125AE-C5A7-47FC-B4ED-C07743066655}" destId="{2E139A87-BE11-447B-A98C-73B7615CDF66}" srcOrd="0" destOrd="1" presId="urn:microsoft.com/office/officeart/2009/3/layout/PlusandMinus"/>
    <dgm:cxn modelId="{91044198-6B5C-48F2-AF85-114E43B8566F}" srcId="{3D3A6484-D716-44F3-8924-7BFB94A78BED}" destId="{554125AE-C5A7-47FC-B4ED-C07743066655}" srcOrd="0" destOrd="0" parTransId="{D627DF1E-179C-499E-9C2E-C0B43AAABC34}" sibTransId="{4557BB16-1240-4134-8972-451F61A2D4CA}"/>
    <dgm:cxn modelId="{238D50A4-6745-4E66-8CB3-CE43D1549F51}" srcId="{3D3A6484-D716-44F3-8924-7BFB94A78BED}" destId="{8603F5BE-7397-4221-90AC-2196BDB516BF}" srcOrd="2" destOrd="0" parTransId="{9DCC6AE4-B427-4234-B623-00BE7009152C}" sibTransId="{58DBEFB3-ED15-4408-87D1-01D87B7BEBEE}"/>
    <dgm:cxn modelId="{DFFDCDCA-938D-4F4E-A3EF-A4A3E5F9A61A}" srcId="{55BA41B0-D135-4462-ACB0-B4D92D77107D}" destId="{3D3A6484-D716-44F3-8924-7BFB94A78BED}" srcOrd="0" destOrd="0" parTransId="{B3AA73F3-2729-49C3-8209-BDD9A6D37149}" sibTransId="{CAEA0958-BBB4-4543-B6E9-7B3BD9BB2EE0}"/>
    <dgm:cxn modelId="{F76BD6E5-4725-476D-AA05-E60B545AA7D9}" type="presOf" srcId="{3D3A6484-D716-44F3-8924-7BFB94A78BED}" destId="{2E139A87-BE11-447B-A98C-73B7615CDF66}" srcOrd="0" destOrd="0" presId="urn:microsoft.com/office/officeart/2009/3/layout/PlusandMinus"/>
    <dgm:cxn modelId="{F3F029DD-4E9B-4795-9674-A55DDFCDB9D4}" type="presParOf" srcId="{75B08624-B903-45BB-ADA1-15DA876D9043}" destId="{4CDA36D5-61F2-484A-B5C5-27D4B22F15CF}" srcOrd="0" destOrd="0" presId="urn:microsoft.com/office/officeart/2009/3/layout/PlusandMinus"/>
    <dgm:cxn modelId="{724B4393-7C14-4118-AE7D-9177AB033748}" type="presParOf" srcId="{75B08624-B903-45BB-ADA1-15DA876D9043}" destId="{2E139A87-BE11-447B-A98C-73B7615CDF66}" srcOrd="1" destOrd="0" presId="urn:microsoft.com/office/officeart/2009/3/layout/PlusandMinus"/>
    <dgm:cxn modelId="{0BBCF136-895A-4C1A-B466-D37E371CEE7A}" type="presParOf" srcId="{75B08624-B903-45BB-ADA1-15DA876D9043}" destId="{3DEE8770-C6D9-451A-B9A1-7EAD29C226F4}" srcOrd="2" destOrd="0" presId="urn:microsoft.com/office/officeart/2009/3/layout/PlusandMinus"/>
    <dgm:cxn modelId="{F72DF247-1627-46B1-8412-0AD42771D088}" type="presParOf" srcId="{75B08624-B903-45BB-ADA1-15DA876D9043}" destId="{DC75E915-9A0C-4657-9F8B-D3BE3C444A80}" srcOrd="3" destOrd="0" presId="urn:microsoft.com/office/officeart/2009/3/layout/PlusandMinus"/>
    <dgm:cxn modelId="{95F86415-DC7E-44ED-B87F-6DC1283C7B14}" type="presParOf" srcId="{75B08624-B903-45BB-ADA1-15DA876D9043}" destId="{0BED2249-14A3-45CF-9FB3-E374A539C2DF}" srcOrd="4" destOrd="0" presId="urn:microsoft.com/office/officeart/2009/3/layout/PlusandMinus"/>
    <dgm:cxn modelId="{BEA04EEE-A113-4D8B-8030-82BC2A6549CE}" type="presParOf" srcId="{75B08624-B903-45BB-ADA1-15DA876D9043}" destId="{0CCA66E9-58D5-4557-AD15-493B8949022B}" srcOrd="5" destOrd="0" presId="urn:microsoft.com/office/officeart/2009/3/layout/PlusandMinu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4574A0E-9245-4E58-9E60-5C1A8D9AE6E8}" type="doc">
      <dgm:prSet loTypeId="urn:microsoft.com/office/officeart/2005/8/layout/hList7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67CC8A35-0491-4E92-B6E9-431BFFF229BC}">
      <dgm:prSet phldrT="[Tekst]"/>
      <dgm:spPr/>
      <dgm:t>
        <a:bodyPr/>
        <a:lstStyle/>
        <a:p>
          <a:pPr>
            <a:buNone/>
          </a:pPr>
          <a:r>
            <a:rPr lang="da-DK" b="0" i="0" noProof="0" dirty="0"/>
            <a:t>Black hat</a:t>
          </a:r>
          <a:endParaRPr lang="da-DK" noProof="0" dirty="0"/>
        </a:p>
      </dgm:t>
    </dgm:pt>
    <dgm:pt modelId="{4D45ED75-8FC7-4918-A368-7AA8099EFD8D}" type="parTrans" cxnId="{1419857E-52FB-4E1F-BC58-BE1278B111A8}">
      <dgm:prSet/>
      <dgm:spPr/>
      <dgm:t>
        <a:bodyPr/>
        <a:lstStyle/>
        <a:p>
          <a:endParaRPr lang="da-DK"/>
        </a:p>
      </dgm:t>
    </dgm:pt>
    <dgm:pt modelId="{5B0491D1-5EDF-42A8-A14D-333C8FF9ED30}" type="sibTrans" cxnId="{1419857E-52FB-4E1F-BC58-BE1278B111A8}">
      <dgm:prSet/>
      <dgm:spPr/>
      <dgm:t>
        <a:bodyPr/>
        <a:lstStyle/>
        <a:p>
          <a:endParaRPr lang="da-DK"/>
        </a:p>
      </dgm:t>
    </dgm:pt>
    <dgm:pt modelId="{6CB954CA-A151-4A3D-B5CF-34768336D76B}">
      <dgm:prSet phldrT="[Tekst]"/>
      <dgm:spPr/>
      <dgm:t>
        <a:bodyPr/>
        <a:lstStyle/>
        <a:p>
          <a:pPr>
            <a:buNone/>
          </a:pPr>
          <a:r>
            <a:rPr lang="da-DK" b="0" i="0" noProof="0" dirty="0"/>
            <a:t>Gray Hat</a:t>
          </a:r>
          <a:endParaRPr lang="da-DK" b="0" noProof="0" dirty="0"/>
        </a:p>
      </dgm:t>
    </dgm:pt>
    <dgm:pt modelId="{C8280E98-A15C-4CC0-AEFE-6412528F9DA0}" type="parTrans" cxnId="{7562E502-76BA-4C66-B92F-30B77B4C27CC}">
      <dgm:prSet/>
      <dgm:spPr/>
      <dgm:t>
        <a:bodyPr/>
        <a:lstStyle/>
        <a:p>
          <a:endParaRPr lang="da-DK"/>
        </a:p>
      </dgm:t>
    </dgm:pt>
    <dgm:pt modelId="{E4ADEEB6-07A8-4492-995A-9E2C260AFA27}" type="sibTrans" cxnId="{7562E502-76BA-4C66-B92F-30B77B4C27CC}">
      <dgm:prSet/>
      <dgm:spPr/>
      <dgm:t>
        <a:bodyPr/>
        <a:lstStyle/>
        <a:p>
          <a:endParaRPr lang="da-DK"/>
        </a:p>
      </dgm:t>
    </dgm:pt>
    <dgm:pt modelId="{9A173BF2-D738-43F8-8902-7A674A99F282}">
      <dgm:prSet phldrT="[Tekst]"/>
      <dgm:spPr/>
      <dgm:t>
        <a:bodyPr/>
        <a:lstStyle/>
        <a:p>
          <a:pPr>
            <a:buNone/>
          </a:pPr>
          <a:r>
            <a:rPr lang="da-DK" b="0" i="0" noProof="0" dirty="0"/>
            <a:t>White Hat</a:t>
          </a:r>
          <a:endParaRPr lang="da-DK" b="0" noProof="0" dirty="0"/>
        </a:p>
      </dgm:t>
    </dgm:pt>
    <dgm:pt modelId="{5C3DE939-4939-41C4-BEBA-A44F9DD69F58}" type="parTrans" cxnId="{66D0D23D-A389-4D92-B154-23417B78FD77}">
      <dgm:prSet/>
      <dgm:spPr/>
      <dgm:t>
        <a:bodyPr/>
        <a:lstStyle/>
        <a:p>
          <a:endParaRPr lang="da-DK"/>
        </a:p>
      </dgm:t>
    </dgm:pt>
    <dgm:pt modelId="{6A8CB87E-EC9D-4CD7-A170-99734E738533}" type="sibTrans" cxnId="{66D0D23D-A389-4D92-B154-23417B78FD77}">
      <dgm:prSet/>
      <dgm:spPr/>
      <dgm:t>
        <a:bodyPr/>
        <a:lstStyle/>
        <a:p>
          <a:endParaRPr lang="da-DK"/>
        </a:p>
      </dgm:t>
    </dgm:pt>
    <dgm:pt modelId="{60E0DE60-9297-454F-9C89-E9C2CCF639DC}">
      <dgm:prSet phldrT="[Teks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noProof="0" dirty="0"/>
            <a:t>Ondsindet</a:t>
          </a:r>
          <a:endParaRPr lang="da-DK" noProof="0" dirty="0"/>
        </a:p>
      </dgm:t>
    </dgm:pt>
    <dgm:pt modelId="{96E13FC9-836A-471A-9717-E8708873D257}" type="parTrans" cxnId="{F91CD8C4-E1AB-4A8F-814E-F13F14B39186}">
      <dgm:prSet/>
      <dgm:spPr/>
      <dgm:t>
        <a:bodyPr/>
        <a:lstStyle/>
        <a:p>
          <a:endParaRPr lang="da-DK"/>
        </a:p>
      </dgm:t>
    </dgm:pt>
    <dgm:pt modelId="{49758AA9-BD29-4293-824E-49332480E998}" type="sibTrans" cxnId="{F91CD8C4-E1AB-4A8F-814E-F13F14B39186}">
      <dgm:prSet/>
      <dgm:spPr/>
      <dgm:t>
        <a:bodyPr/>
        <a:lstStyle/>
        <a:p>
          <a:endParaRPr lang="da-DK"/>
        </a:p>
      </dgm:t>
    </dgm:pt>
    <dgm:pt modelId="{A58CF624-AA95-4B85-8ABA-364C26FEE094}">
      <dgm:prSet phldrT="[Teks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noProof="0" dirty="0"/>
            <a:t>Uden tilladelse</a:t>
          </a:r>
          <a:endParaRPr lang="da-DK" noProof="0" dirty="0"/>
        </a:p>
      </dgm:t>
    </dgm:pt>
    <dgm:pt modelId="{725AE826-132E-4EB9-B3BE-312FD2BA30F0}" type="parTrans" cxnId="{E5A8BCE4-E12B-471E-ACC7-FB9A213E9292}">
      <dgm:prSet/>
      <dgm:spPr/>
      <dgm:t>
        <a:bodyPr/>
        <a:lstStyle/>
        <a:p>
          <a:endParaRPr lang="da-DK"/>
        </a:p>
      </dgm:t>
    </dgm:pt>
    <dgm:pt modelId="{19BE84D6-971C-40E5-9C9E-06024D9C49BD}" type="sibTrans" cxnId="{E5A8BCE4-E12B-471E-ACC7-FB9A213E9292}">
      <dgm:prSet/>
      <dgm:spPr/>
      <dgm:t>
        <a:bodyPr/>
        <a:lstStyle/>
        <a:p>
          <a:endParaRPr lang="da-DK"/>
        </a:p>
      </dgm:t>
    </dgm:pt>
    <dgm:pt modelId="{62E6849E-9F6E-488C-A379-703E8BA164A6}">
      <dgm:prSet phldrT="[Teks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noProof="0" dirty="0"/>
            <a:t>Økonomisk eller politisk motiv</a:t>
          </a:r>
          <a:endParaRPr lang="da-DK" noProof="0" dirty="0"/>
        </a:p>
      </dgm:t>
    </dgm:pt>
    <dgm:pt modelId="{5649A7DB-02BC-4614-AE6C-F807AE628AB8}" type="parTrans" cxnId="{B808E1E8-326C-4C36-AE00-D377D13A91C9}">
      <dgm:prSet/>
      <dgm:spPr/>
      <dgm:t>
        <a:bodyPr/>
        <a:lstStyle/>
        <a:p>
          <a:endParaRPr lang="da-DK"/>
        </a:p>
      </dgm:t>
    </dgm:pt>
    <dgm:pt modelId="{B5014671-CFF6-4041-9761-EC55D855195F}" type="sibTrans" cxnId="{B808E1E8-326C-4C36-AE00-D377D13A91C9}">
      <dgm:prSet/>
      <dgm:spPr/>
      <dgm:t>
        <a:bodyPr/>
        <a:lstStyle/>
        <a:p>
          <a:endParaRPr lang="da-DK"/>
        </a:p>
      </dgm:t>
    </dgm:pt>
    <dgm:pt modelId="{D49A7DCE-D226-461F-94C0-302071A859B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noProof="0" dirty="0"/>
            <a:t>Mellemposition</a:t>
          </a:r>
        </a:p>
      </dgm:t>
    </dgm:pt>
    <dgm:pt modelId="{06DF2D42-D0D9-489F-BC16-3B7FFB1797FD}" type="parTrans" cxnId="{0CEDE13B-7D89-4091-90EA-EA59D8536F71}">
      <dgm:prSet/>
      <dgm:spPr/>
      <dgm:t>
        <a:bodyPr/>
        <a:lstStyle/>
        <a:p>
          <a:endParaRPr lang="da-DK"/>
        </a:p>
      </dgm:t>
    </dgm:pt>
    <dgm:pt modelId="{EFA49A24-9791-4162-810D-379AB80DC43E}" type="sibTrans" cxnId="{0CEDE13B-7D89-4091-90EA-EA59D8536F71}">
      <dgm:prSet/>
      <dgm:spPr/>
      <dgm:t>
        <a:bodyPr/>
        <a:lstStyle/>
        <a:p>
          <a:endParaRPr lang="da-DK"/>
        </a:p>
      </dgm:t>
    </dgm:pt>
    <dgm:pt modelId="{3F063E30-0873-47F9-8380-58F39BE2F39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noProof="0" dirty="0"/>
            <a:t>Tester uden tilladelse, men uden ond hensigt</a:t>
          </a:r>
        </a:p>
      </dgm:t>
    </dgm:pt>
    <dgm:pt modelId="{A3621852-C467-4D58-87AC-06ED7C3D9DAC}" type="parTrans" cxnId="{B91B1F2D-D09A-458B-8D32-A968E9921E96}">
      <dgm:prSet/>
      <dgm:spPr/>
      <dgm:t>
        <a:bodyPr/>
        <a:lstStyle/>
        <a:p>
          <a:endParaRPr lang="da-DK"/>
        </a:p>
      </dgm:t>
    </dgm:pt>
    <dgm:pt modelId="{6FB41C9D-3A12-4163-A980-9B20A2578696}" type="sibTrans" cxnId="{B91B1F2D-D09A-458B-8D32-A968E9921E96}">
      <dgm:prSet/>
      <dgm:spPr/>
      <dgm:t>
        <a:bodyPr/>
        <a:lstStyle/>
        <a:p>
          <a:endParaRPr lang="da-DK"/>
        </a:p>
      </dgm:t>
    </dgm:pt>
    <dgm:pt modelId="{09811DAA-D58E-4961-B297-43C676E5714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noProof="0" dirty="0"/>
            <a:t>Stadig ulovligt i de fleste lande</a:t>
          </a:r>
        </a:p>
      </dgm:t>
    </dgm:pt>
    <dgm:pt modelId="{DC4C7460-18D9-40B1-9CFA-A0E02578441A}" type="parTrans" cxnId="{51078451-7D15-4E25-BBB4-67BDE0298854}">
      <dgm:prSet/>
      <dgm:spPr/>
      <dgm:t>
        <a:bodyPr/>
        <a:lstStyle/>
        <a:p>
          <a:endParaRPr lang="da-DK"/>
        </a:p>
      </dgm:t>
    </dgm:pt>
    <dgm:pt modelId="{3A6EDA50-9C11-4B87-AAA0-BA18FAE9ADB6}" type="sibTrans" cxnId="{51078451-7D15-4E25-BBB4-67BDE0298854}">
      <dgm:prSet/>
      <dgm:spPr/>
      <dgm:t>
        <a:bodyPr/>
        <a:lstStyle/>
        <a:p>
          <a:endParaRPr lang="da-DK"/>
        </a:p>
      </dgm:t>
    </dgm:pt>
    <dgm:pt modelId="{C7E19DF4-894D-4281-9835-47440BF5094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noProof="0" dirty="0"/>
            <a:t>Lovlig</a:t>
          </a:r>
        </a:p>
      </dgm:t>
    </dgm:pt>
    <dgm:pt modelId="{005E4E87-C559-4B1E-AEAC-3FEFD09FEBDC}" type="parTrans" cxnId="{35FFD6CD-7C41-4359-9F54-F7E471B9EA70}">
      <dgm:prSet/>
      <dgm:spPr/>
      <dgm:t>
        <a:bodyPr/>
        <a:lstStyle/>
        <a:p>
          <a:endParaRPr lang="da-DK"/>
        </a:p>
      </dgm:t>
    </dgm:pt>
    <dgm:pt modelId="{9CEC2EFE-4397-4AFA-A2A1-298A62621431}" type="sibTrans" cxnId="{35FFD6CD-7C41-4359-9F54-F7E471B9EA70}">
      <dgm:prSet/>
      <dgm:spPr/>
      <dgm:t>
        <a:bodyPr/>
        <a:lstStyle/>
        <a:p>
          <a:endParaRPr lang="da-DK"/>
        </a:p>
      </dgm:t>
    </dgm:pt>
    <dgm:pt modelId="{60394B36-F51F-4E7D-8C17-98D805967CE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noProof="0" dirty="0"/>
            <a:t>Professionel sikkerhedstester</a:t>
          </a:r>
        </a:p>
      </dgm:t>
    </dgm:pt>
    <dgm:pt modelId="{14BEEF29-714E-486F-80EE-925D53D21FE8}" type="parTrans" cxnId="{D7EE24F8-684F-4803-86A3-A1161A890559}">
      <dgm:prSet/>
      <dgm:spPr/>
      <dgm:t>
        <a:bodyPr/>
        <a:lstStyle/>
        <a:p>
          <a:endParaRPr lang="da-DK"/>
        </a:p>
      </dgm:t>
    </dgm:pt>
    <dgm:pt modelId="{B1D9EB4B-0367-42F8-982E-9819D816DF27}" type="sibTrans" cxnId="{D7EE24F8-684F-4803-86A3-A1161A890559}">
      <dgm:prSet/>
      <dgm:spPr/>
      <dgm:t>
        <a:bodyPr/>
        <a:lstStyle/>
        <a:p>
          <a:endParaRPr lang="da-DK"/>
        </a:p>
      </dgm:t>
    </dgm:pt>
    <dgm:pt modelId="{23C7D66F-3021-430B-A0CF-3E2EE5D3EB2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noProof="0" dirty="0"/>
            <a:t>Arbejder med kontrakt og rapport</a:t>
          </a:r>
        </a:p>
      </dgm:t>
    </dgm:pt>
    <dgm:pt modelId="{A5C41F15-E1EE-42E7-9342-F46A90716423}" type="parTrans" cxnId="{330D41F8-F49F-40F7-A868-939B49EB15F0}">
      <dgm:prSet/>
      <dgm:spPr/>
      <dgm:t>
        <a:bodyPr/>
        <a:lstStyle/>
        <a:p>
          <a:endParaRPr lang="da-DK"/>
        </a:p>
      </dgm:t>
    </dgm:pt>
    <dgm:pt modelId="{6F676AEC-6F1A-4FE8-9708-04E9C97D863A}" type="sibTrans" cxnId="{330D41F8-F49F-40F7-A868-939B49EB15F0}">
      <dgm:prSet/>
      <dgm:spPr/>
      <dgm:t>
        <a:bodyPr/>
        <a:lstStyle/>
        <a:p>
          <a:endParaRPr lang="da-DK"/>
        </a:p>
      </dgm:t>
    </dgm:pt>
    <dgm:pt modelId="{FD3922A7-B0BB-4E8C-BAB2-4BC2FF456895}" type="pres">
      <dgm:prSet presAssocID="{C4574A0E-9245-4E58-9E60-5C1A8D9AE6E8}" presName="Name0" presStyleCnt="0">
        <dgm:presLayoutVars>
          <dgm:dir/>
          <dgm:resizeHandles val="exact"/>
        </dgm:presLayoutVars>
      </dgm:prSet>
      <dgm:spPr/>
    </dgm:pt>
    <dgm:pt modelId="{2586FCB9-01B4-48D1-B42E-6447B0EAA628}" type="pres">
      <dgm:prSet presAssocID="{C4574A0E-9245-4E58-9E60-5C1A8D9AE6E8}" presName="fgShape" presStyleLbl="fgShp" presStyleIdx="0" presStyleCnt="1"/>
      <dgm:spPr/>
    </dgm:pt>
    <dgm:pt modelId="{D306667C-74AE-4066-9F8E-B8D80A0CF978}" type="pres">
      <dgm:prSet presAssocID="{C4574A0E-9245-4E58-9E60-5C1A8D9AE6E8}" presName="linComp" presStyleCnt="0"/>
      <dgm:spPr/>
    </dgm:pt>
    <dgm:pt modelId="{C5A0E222-A045-47DD-A42D-9DAEF1B2F4F3}" type="pres">
      <dgm:prSet presAssocID="{67CC8A35-0491-4E92-B6E9-431BFFF229BC}" presName="compNode" presStyleCnt="0"/>
      <dgm:spPr/>
    </dgm:pt>
    <dgm:pt modelId="{0BC6F9DE-C8DE-480F-A77B-7D3962F267B8}" type="pres">
      <dgm:prSet presAssocID="{67CC8A35-0491-4E92-B6E9-431BFFF229BC}" presName="bkgdShape" presStyleLbl="node1" presStyleIdx="0" presStyleCnt="3"/>
      <dgm:spPr/>
    </dgm:pt>
    <dgm:pt modelId="{29AE8CF8-A0F1-41D4-A56D-0C732F7A26EF}" type="pres">
      <dgm:prSet presAssocID="{67CC8A35-0491-4E92-B6E9-431BFFF229BC}" presName="nodeTx" presStyleLbl="node1" presStyleIdx="0" presStyleCnt="3">
        <dgm:presLayoutVars>
          <dgm:bulletEnabled val="1"/>
        </dgm:presLayoutVars>
      </dgm:prSet>
      <dgm:spPr/>
    </dgm:pt>
    <dgm:pt modelId="{21259B24-5BED-40DD-92DF-AA799CD2CF9B}" type="pres">
      <dgm:prSet presAssocID="{67CC8A35-0491-4E92-B6E9-431BFFF229BC}" presName="invisiNode" presStyleLbl="node1" presStyleIdx="0" presStyleCnt="3"/>
      <dgm:spPr/>
    </dgm:pt>
    <dgm:pt modelId="{70E5A107-5407-44FF-A40A-F7B73261832C}" type="pres">
      <dgm:prSet presAssocID="{67CC8A35-0491-4E92-B6E9-431BFFF229BC}" presName="imagNode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E618D593-DE3C-450C-A5CD-3A02795F6776}" type="pres">
      <dgm:prSet presAssocID="{5B0491D1-5EDF-42A8-A14D-333C8FF9ED30}" presName="sibTrans" presStyleLbl="sibTrans2D1" presStyleIdx="0" presStyleCnt="0"/>
      <dgm:spPr/>
    </dgm:pt>
    <dgm:pt modelId="{E3E1DC82-FF9E-4797-B28A-44CADA484360}" type="pres">
      <dgm:prSet presAssocID="{6CB954CA-A151-4A3D-B5CF-34768336D76B}" presName="compNode" presStyleCnt="0"/>
      <dgm:spPr/>
    </dgm:pt>
    <dgm:pt modelId="{DE703980-BCFB-4091-A298-AFB9D6A239AD}" type="pres">
      <dgm:prSet presAssocID="{6CB954CA-A151-4A3D-B5CF-34768336D76B}" presName="bkgdShape" presStyleLbl="node1" presStyleIdx="1" presStyleCnt="3"/>
      <dgm:spPr/>
    </dgm:pt>
    <dgm:pt modelId="{B38FF25A-5E11-4374-9EB7-FBCCD3AED59B}" type="pres">
      <dgm:prSet presAssocID="{6CB954CA-A151-4A3D-B5CF-34768336D76B}" presName="nodeTx" presStyleLbl="node1" presStyleIdx="1" presStyleCnt="3">
        <dgm:presLayoutVars>
          <dgm:bulletEnabled val="1"/>
        </dgm:presLayoutVars>
      </dgm:prSet>
      <dgm:spPr/>
    </dgm:pt>
    <dgm:pt modelId="{2D149180-EF8D-44AE-B2E4-0B6CBA434198}" type="pres">
      <dgm:prSet presAssocID="{6CB954CA-A151-4A3D-B5CF-34768336D76B}" presName="invisiNode" presStyleLbl="node1" presStyleIdx="1" presStyleCnt="3"/>
      <dgm:spPr/>
    </dgm:pt>
    <dgm:pt modelId="{0F8BB4DC-787D-4205-B27D-5AFEB8715E75}" type="pres">
      <dgm:prSet presAssocID="{6CB954CA-A151-4A3D-B5CF-34768336D76B}" presName="imagNode" presStyleLbl="fgImgPlace1" presStyleIdx="1" presStyleCnt="3"/>
      <dgm:spPr>
        <a:blipFill dpi="0" rotWithShape="1">
          <a:blip xmlns:r="http://schemas.openxmlformats.org/officeDocument/2006/relationships" r:embed="rId2"/>
          <a:srcRect/>
          <a:stretch>
            <a:fillRect t="15833" b="15833"/>
          </a:stretch>
        </a:blipFill>
      </dgm:spPr>
    </dgm:pt>
    <dgm:pt modelId="{9F2ABBF6-54C4-4D55-9B4A-9F5B0745C0B8}" type="pres">
      <dgm:prSet presAssocID="{E4ADEEB6-07A8-4492-995A-9E2C260AFA27}" presName="sibTrans" presStyleLbl="sibTrans2D1" presStyleIdx="0" presStyleCnt="0"/>
      <dgm:spPr/>
    </dgm:pt>
    <dgm:pt modelId="{1A99161C-97E0-4CEF-9E0C-6AEF4124DEF9}" type="pres">
      <dgm:prSet presAssocID="{9A173BF2-D738-43F8-8902-7A674A99F282}" presName="compNode" presStyleCnt="0"/>
      <dgm:spPr/>
    </dgm:pt>
    <dgm:pt modelId="{0EC92247-A809-4EBA-8FA0-FF596EFB5E20}" type="pres">
      <dgm:prSet presAssocID="{9A173BF2-D738-43F8-8902-7A674A99F282}" presName="bkgdShape" presStyleLbl="node1" presStyleIdx="2" presStyleCnt="3"/>
      <dgm:spPr/>
    </dgm:pt>
    <dgm:pt modelId="{D58B76D2-F97C-4076-B582-5AE285E3EA15}" type="pres">
      <dgm:prSet presAssocID="{9A173BF2-D738-43F8-8902-7A674A99F282}" presName="nodeTx" presStyleLbl="node1" presStyleIdx="2" presStyleCnt="3">
        <dgm:presLayoutVars>
          <dgm:bulletEnabled val="1"/>
        </dgm:presLayoutVars>
      </dgm:prSet>
      <dgm:spPr/>
    </dgm:pt>
    <dgm:pt modelId="{204B2BA5-E45C-467D-838E-773CFAA46F74}" type="pres">
      <dgm:prSet presAssocID="{9A173BF2-D738-43F8-8902-7A674A99F282}" presName="invisiNode" presStyleLbl="node1" presStyleIdx="2" presStyleCnt="3"/>
      <dgm:spPr/>
    </dgm:pt>
    <dgm:pt modelId="{2710182E-5945-4B84-8ADB-176F2A9B5875}" type="pres">
      <dgm:prSet presAssocID="{9A173BF2-D738-43F8-8902-7A674A99F282}" presName="imagNode" presStyleLbl="fgImgPlace1" presStyleIdx="2" presStyleCnt="3"/>
      <dgm:spPr>
        <a:blipFill dpi="0" rotWithShape="1">
          <a:blip xmlns:r="http://schemas.openxmlformats.org/officeDocument/2006/relationships" r:embed="rId3"/>
          <a:srcRect/>
          <a:stretch>
            <a:fillRect t="16614" b="16614"/>
          </a:stretch>
        </a:blipFill>
      </dgm:spPr>
    </dgm:pt>
  </dgm:ptLst>
  <dgm:cxnLst>
    <dgm:cxn modelId="{7562E502-76BA-4C66-B92F-30B77B4C27CC}" srcId="{C4574A0E-9245-4E58-9E60-5C1A8D9AE6E8}" destId="{6CB954CA-A151-4A3D-B5CF-34768336D76B}" srcOrd="1" destOrd="0" parTransId="{C8280E98-A15C-4CC0-AEFE-6412528F9DA0}" sibTransId="{E4ADEEB6-07A8-4492-995A-9E2C260AFA27}"/>
    <dgm:cxn modelId="{EFFE6D03-E9BB-466A-A16C-EAB68BF29883}" type="presOf" srcId="{09811DAA-D58E-4961-B297-43C676E57143}" destId="{DE703980-BCFB-4091-A298-AFB9D6A239AD}" srcOrd="0" destOrd="3" presId="urn:microsoft.com/office/officeart/2005/8/layout/hList7"/>
    <dgm:cxn modelId="{78D5BD1B-9BBF-43F6-9E3C-9A8B9A2217A7}" type="presOf" srcId="{23C7D66F-3021-430B-A0CF-3E2EE5D3EB27}" destId="{D58B76D2-F97C-4076-B582-5AE285E3EA15}" srcOrd="1" destOrd="3" presId="urn:microsoft.com/office/officeart/2005/8/layout/hList7"/>
    <dgm:cxn modelId="{9C00EE21-2C54-4370-87B2-3FFCDC7BE4FD}" type="presOf" srcId="{C7E19DF4-894D-4281-9835-47440BF50940}" destId="{D58B76D2-F97C-4076-B582-5AE285E3EA15}" srcOrd="1" destOrd="1" presId="urn:microsoft.com/office/officeart/2005/8/layout/hList7"/>
    <dgm:cxn modelId="{7EA15124-8E0C-4430-8800-18EF82F794F6}" type="presOf" srcId="{3F063E30-0873-47F9-8380-58F39BE2F392}" destId="{B38FF25A-5E11-4374-9EB7-FBCCD3AED59B}" srcOrd="1" destOrd="2" presId="urn:microsoft.com/office/officeart/2005/8/layout/hList7"/>
    <dgm:cxn modelId="{F50C1825-5753-4C28-B043-54DA6011B850}" type="presOf" srcId="{D49A7DCE-D226-461F-94C0-302071A859BB}" destId="{DE703980-BCFB-4091-A298-AFB9D6A239AD}" srcOrd="0" destOrd="1" presId="urn:microsoft.com/office/officeart/2005/8/layout/hList7"/>
    <dgm:cxn modelId="{B91B1F2D-D09A-458B-8D32-A968E9921E96}" srcId="{6CB954CA-A151-4A3D-B5CF-34768336D76B}" destId="{3F063E30-0873-47F9-8380-58F39BE2F392}" srcOrd="1" destOrd="0" parTransId="{A3621852-C467-4D58-87AC-06ED7C3D9DAC}" sibTransId="{6FB41C9D-3A12-4163-A980-9B20A2578696}"/>
    <dgm:cxn modelId="{1B49DE30-9D67-4D5E-A08B-62CA01DC3050}" type="presOf" srcId="{C7E19DF4-894D-4281-9835-47440BF50940}" destId="{0EC92247-A809-4EBA-8FA0-FF596EFB5E20}" srcOrd="0" destOrd="1" presId="urn:microsoft.com/office/officeart/2005/8/layout/hList7"/>
    <dgm:cxn modelId="{6DCA2C36-4B4B-41EB-A452-11AF1C01E0A1}" type="presOf" srcId="{9A173BF2-D738-43F8-8902-7A674A99F282}" destId="{D58B76D2-F97C-4076-B582-5AE285E3EA15}" srcOrd="1" destOrd="0" presId="urn:microsoft.com/office/officeart/2005/8/layout/hList7"/>
    <dgm:cxn modelId="{0CEDE13B-7D89-4091-90EA-EA59D8536F71}" srcId="{6CB954CA-A151-4A3D-B5CF-34768336D76B}" destId="{D49A7DCE-D226-461F-94C0-302071A859BB}" srcOrd="0" destOrd="0" parTransId="{06DF2D42-D0D9-489F-BC16-3B7FFB1797FD}" sibTransId="{EFA49A24-9791-4162-810D-379AB80DC43E}"/>
    <dgm:cxn modelId="{66D0D23D-A389-4D92-B154-23417B78FD77}" srcId="{C4574A0E-9245-4E58-9E60-5C1A8D9AE6E8}" destId="{9A173BF2-D738-43F8-8902-7A674A99F282}" srcOrd="2" destOrd="0" parTransId="{5C3DE939-4939-41C4-BEBA-A44F9DD69F58}" sibTransId="{6A8CB87E-EC9D-4CD7-A170-99734E738533}"/>
    <dgm:cxn modelId="{5BA96666-6911-40AB-BE63-A6DFC0FDA757}" type="presOf" srcId="{09811DAA-D58E-4961-B297-43C676E57143}" destId="{B38FF25A-5E11-4374-9EB7-FBCCD3AED59B}" srcOrd="1" destOrd="3" presId="urn:microsoft.com/office/officeart/2005/8/layout/hList7"/>
    <dgm:cxn modelId="{AA65DA49-ED71-4CDF-9583-E1EA4E88A111}" type="presOf" srcId="{62E6849E-9F6E-488C-A379-703E8BA164A6}" destId="{29AE8CF8-A0F1-41D4-A56D-0C732F7A26EF}" srcOrd="1" destOrd="3" presId="urn:microsoft.com/office/officeart/2005/8/layout/hList7"/>
    <dgm:cxn modelId="{3EC9944B-16BD-4953-BC97-70CDAC689B11}" type="presOf" srcId="{60E0DE60-9297-454F-9C89-E9C2CCF639DC}" destId="{0BC6F9DE-C8DE-480F-A77B-7D3962F267B8}" srcOrd="0" destOrd="1" presId="urn:microsoft.com/office/officeart/2005/8/layout/hList7"/>
    <dgm:cxn modelId="{ED1AD96F-A51B-4F3F-8857-B03EB0D0519D}" type="presOf" srcId="{60E0DE60-9297-454F-9C89-E9C2CCF639DC}" destId="{29AE8CF8-A0F1-41D4-A56D-0C732F7A26EF}" srcOrd="1" destOrd="1" presId="urn:microsoft.com/office/officeart/2005/8/layout/hList7"/>
    <dgm:cxn modelId="{51078451-7D15-4E25-BBB4-67BDE0298854}" srcId="{6CB954CA-A151-4A3D-B5CF-34768336D76B}" destId="{09811DAA-D58E-4961-B297-43C676E57143}" srcOrd="2" destOrd="0" parTransId="{DC4C7460-18D9-40B1-9CFA-A0E02578441A}" sibTransId="{3A6EDA50-9C11-4B87-AAA0-BA18FAE9ADB6}"/>
    <dgm:cxn modelId="{C0BE2474-80FC-4A21-A510-7766A79809BF}" type="presOf" srcId="{9A173BF2-D738-43F8-8902-7A674A99F282}" destId="{0EC92247-A809-4EBA-8FA0-FF596EFB5E20}" srcOrd="0" destOrd="0" presId="urn:microsoft.com/office/officeart/2005/8/layout/hList7"/>
    <dgm:cxn modelId="{682A7454-0B01-4900-955B-54E1CBD5C1B8}" type="presOf" srcId="{5B0491D1-5EDF-42A8-A14D-333C8FF9ED30}" destId="{E618D593-DE3C-450C-A5CD-3A02795F6776}" srcOrd="0" destOrd="0" presId="urn:microsoft.com/office/officeart/2005/8/layout/hList7"/>
    <dgm:cxn modelId="{1419857E-52FB-4E1F-BC58-BE1278B111A8}" srcId="{C4574A0E-9245-4E58-9E60-5C1A8D9AE6E8}" destId="{67CC8A35-0491-4E92-B6E9-431BFFF229BC}" srcOrd="0" destOrd="0" parTransId="{4D45ED75-8FC7-4918-A368-7AA8099EFD8D}" sibTransId="{5B0491D1-5EDF-42A8-A14D-333C8FF9ED30}"/>
    <dgm:cxn modelId="{7727C380-2DD5-42E3-BDC5-409CA5AB867E}" type="presOf" srcId="{67CC8A35-0491-4E92-B6E9-431BFFF229BC}" destId="{29AE8CF8-A0F1-41D4-A56D-0C732F7A26EF}" srcOrd="1" destOrd="0" presId="urn:microsoft.com/office/officeart/2005/8/layout/hList7"/>
    <dgm:cxn modelId="{22971784-88AE-479D-A7CF-375B913CEDBD}" type="presOf" srcId="{D49A7DCE-D226-461F-94C0-302071A859BB}" destId="{B38FF25A-5E11-4374-9EB7-FBCCD3AED59B}" srcOrd="1" destOrd="1" presId="urn:microsoft.com/office/officeart/2005/8/layout/hList7"/>
    <dgm:cxn modelId="{500C6E95-48D6-4770-BD9C-F528A3E0EECB}" type="presOf" srcId="{6CB954CA-A151-4A3D-B5CF-34768336D76B}" destId="{DE703980-BCFB-4091-A298-AFB9D6A239AD}" srcOrd="0" destOrd="0" presId="urn:microsoft.com/office/officeart/2005/8/layout/hList7"/>
    <dgm:cxn modelId="{4181EC95-2EB9-4A1D-B1C0-3DF59A6D348A}" type="presOf" srcId="{A58CF624-AA95-4B85-8ABA-364C26FEE094}" destId="{29AE8CF8-A0F1-41D4-A56D-0C732F7A26EF}" srcOrd="1" destOrd="2" presId="urn:microsoft.com/office/officeart/2005/8/layout/hList7"/>
    <dgm:cxn modelId="{FD1EF997-61A2-4B4D-9E91-AF81EBB48B6F}" type="presOf" srcId="{C4574A0E-9245-4E58-9E60-5C1A8D9AE6E8}" destId="{FD3922A7-B0BB-4E8C-BAB2-4BC2FF456895}" srcOrd="0" destOrd="0" presId="urn:microsoft.com/office/officeart/2005/8/layout/hList7"/>
    <dgm:cxn modelId="{13C98DA1-0A6D-47EA-BAE2-A98DAE45F76C}" type="presOf" srcId="{A58CF624-AA95-4B85-8ABA-364C26FEE094}" destId="{0BC6F9DE-C8DE-480F-A77B-7D3962F267B8}" srcOrd="0" destOrd="2" presId="urn:microsoft.com/office/officeart/2005/8/layout/hList7"/>
    <dgm:cxn modelId="{543FC1AB-F5A5-4FD4-9073-3FA642F51B77}" type="presOf" srcId="{62E6849E-9F6E-488C-A379-703E8BA164A6}" destId="{0BC6F9DE-C8DE-480F-A77B-7D3962F267B8}" srcOrd="0" destOrd="3" presId="urn:microsoft.com/office/officeart/2005/8/layout/hList7"/>
    <dgm:cxn modelId="{B4D2DCAC-9338-456D-91BA-95FBBC123C8C}" type="presOf" srcId="{60394B36-F51F-4E7D-8C17-98D805967CE9}" destId="{D58B76D2-F97C-4076-B582-5AE285E3EA15}" srcOrd="1" destOrd="2" presId="urn:microsoft.com/office/officeart/2005/8/layout/hList7"/>
    <dgm:cxn modelId="{F91CD8C4-E1AB-4A8F-814E-F13F14B39186}" srcId="{67CC8A35-0491-4E92-B6E9-431BFFF229BC}" destId="{60E0DE60-9297-454F-9C89-E9C2CCF639DC}" srcOrd="0" destOrd="0" parTransId="{96E13FC9-836A-471A-9717-E8708873D257}" sibTransId="{49758AA9-BD29-4293-824E-49332480E998}"/>
    <dgm:cxn modelId="{F09F3BCB-E9BD-4F31-BB6F-8E38ADF103E2}" type="presOf" srcId="{3F063E30-0873-47F9-8380-58F39BE2F392}" destId="{DE703980-BCFB-4091-A298-AFB9D6A239AD}" srcOrd="0" destOrd="2" presId="urn:microsoft.com/office/officeart/2005/8/layout/hList7"/>
    <dgm:cxn modelId="{1A8EB6CB-80CC-4AE5-8DC6-1F2108B85C59}" type="presOf" srcId="{67CC8A35-0491-4E92-B6E9-431BFFF229BC}" destId="{0BC6F9DE-C8DE-480F-A77B-7D3962F267B8}" srcOrd="0" destOrd="0" presId="urn:microsoft.com/office/officeart/2005/8/layout/hList7"/>
    <dgm:cxn modelId="{35FFD6CD-7C41-4359-9F54-F7E471B9EA70}" srcId="{9A173BF2-D738-43F8-8902-7A674A99F282}" destId="{C7E19DF4-894D-4281-9835-47440BF50940}" srcOrd="0" destOrd="0" parTransId="{005E4E87-C559-4B1E-AEAC-3FEFD09FEBDC}" sibTransId="{9CEC2EFE-4397-4AFA-A2A1-298A62621431}"/>
    <dgm:cxn modelId="{EA4EA3E4-6D6C-4F93-8E25-D9F324581727}" type="presOf" srcId="{23C7D66F-3021-430B-A0CF-3E2EE5D3EB27}" destId="{0EC92247-A809-4EBA-8FA0-FF596EFB5E20}" srcOrd="0" destOrd="3" presId="urn:microsoft.com/office/officeart/2005/8/layout/hList7"/>
    <dgm:cxn modelId="{E5A8BCE4-E12B-471E-ACC7-FB9A213E9292}" srcId="{67CC8A35-0491-4E92-B6E9-431BFFF229BC}" destId="{A58CF624-AA95-4B85-8ABA-364C26FEE094}" srcOrd="1" destOrd="0" parTransId="{725AE826-132E-4EB9-B3BE-312FD2BA30F0}" sibTransId="{19BE84D6-971C-40E5-9C9E-06024D9C49BD}"/>
    <dgm:cxn modelId="{B808E1E8-326C-4C36-AE00-D377D13A91C9}" srcId="{67CC8A35-0491-4E92-B6E9-431BFFF229BC}" destId="{62E6849E-9F6E-488C-A379-703E8BA164A6}" srcOrd="2" destOrd="0" parTransId="{5649A7DB-02BC-4614-AE6C-F807AE628AB8}" sibTransId="{B5014671-CFF6-4041-9761-EC55D855195F}"/>
    <dgm:cxn modelId="{24B194EB-2701-4C85-9359-B100F8E6C648}" type="presOf" srcId="{E4ADEEB6-07A8-4492-995A-9E2C260AFA27}" destId="{9F2ABBF6-54C4-4D55-9B4A-9F5B0745C0B8}" srcOrd="0" destOrd="0" presId="urn:microsoft.com/office/officeart/2005/8/layout/hList7"/>
    <dgm:cxn modelId="{F5E923EC-56E9-4334-9A19-576C294C98BC}" type="presOf" srcId="{6CB954CA-A151-4A3D-B5CF-34768336D76B}" destId="{B38FF25A-5E11-4374-9EB7-FBCCD3AED59B}" srcOrd="1" destOrd="0" presId="urn:microsoft.com/office/officeart/2005/8/layout/hList7"/>
    <dgm:cxn modelId="{FDB958F6-60F6-41D9-80C7-B05AA8BA3CF5}" type="presOf" srcId="{60394B36-F51F-4E7D-8C17-98D805967CE9}" destId="{0EC92247-A809-4EBA-8FA0-FF596EFB5E20}" srcOrd="0" destOrd="2" presId="urn:microsoft.com/office/officeart/2005/8/layout/hList7"/>
    <dgm:cxn modelId="{D7EE24F8-684F-4803-86A3-A1161A890559}" srcId="{9A173BF2-D738-43F8-8902-7A674A99F282}" destId="{60394B36-F51F-4E7D-8C17-98D805967CE9}" srcOrd="1" destOrd="0" parTransId="{14BEEF29-714E-486F-80EE-925D53D21FE8}" sibTransId="{B1D9EB4B-0367-42F8-982E-9819D816DF27}"/>
    <dgm:cxn modelId="{330D41F8-F49F-40F7-A868-939B49EB15F0}" srcId="{9A173BF2-D738-43F8-8902-7A674A99F282}" destId="{23C7D66F-3021-430B-A0CF-3E2EE5D3EB27}" srcOrd="2" destOrd="0" parTransId="{A5C41F15-E1EE-42E7-9342-F46A90716423}" sibTransId="{6F676AEC-6F1A-4FE8-9708-04E9C97D863A}"/>
    <dgm:cxn modelId="{40C6A4E5-2015-4512-BCAF-030147E62176}" type="presParOf" srcId="{FD3922A7-B0BB-4E8C-BAB2-4BC2FF456895}" destId="{2586FCB9-01B4-48D1-B42E-6447B0EAA628}" srcOrd="0" destOrd="0" presId="urn:microsoft.com/office/officeart/2005/8/layout/hList7"/>
    <dgm:cxn modelId="{9EE9A414-BF9B-467F-B55A-BAB9C9379AA0}" type="presParOf" srcId="{FD3922A7-B0BB-4E8C-BAB2-4BC2FF456895}" destId="{D306667C-74AE-4066-9F8E-B8D80A0CF978}" srcOrd="1" destOrd="0" presId="urn:microsoft.com/office/officeart/2005/8/layout/hList7"/>
    <dgm:cxn modelId="{D4534E21-10F6-47C9-A38C-486F8756F5C0}" type="presParOf" srcId="{D306667C-74AE-4066-9F8E-B8D80A0CF978}" destId="{C5A0E222-A045-47DD-A42D-9DAEF1B2F4F3}" srcOrd="0" destOrd="0" presId="urn:microsoft.com/office/officeart/2005/8/layout/hList7"/>
    <dgm:cxn modelId="{6E499612-EC47-48F3-A284-E5ABC43A7949}" type="presParOf" srcId="{C5A0E222-A045-47DD-A42D-9DAEF1B2F4F3}" destId="{0BC6F9DE-C8DE-480F-A77B-7D3962F267B8}" srcOrd="0" destOrd="0" presId="urn:microsoft.com/office/officeart/2005/8/layout/hList7"/>
    <dgm:cxn modelId="{DDC9DA58-5DAA-4014-9872-8E60A7F8AEB9}" type="presParOf" srcId="{C5A0E222-A045-47DD-A42D-9DAEF1B2F4F3}" destId="{29AE8CF8-A0F1-41D4-A56D-0C732F7A26EF}" srcOrd="1" destOrd="0" presId="urn:microsoft.com/office/officeart/2005/8/layout/hList7"/>
    <dgm:cxn modelId="{6F07E6B5-BFA2-4865-960F-8CCBE93C2E94}" type="presParOf" srcId="{C5A0E222-A045-47DD-A42D-9DAEF1B2F4F3}" destId="{21259B24-5BED-40DD-92DF-AA799CD2CF9B}" srcOrd="2" destOrd="0" presId="urn:microsoft.com/office/officeart/2005/8/layout/hList7"/>
    <dgm:cxn modelId="{53BFBF98-216C-4619-A031-A1DBA0106345}" type="presParOf" srcId="{C5A0E222-A045-47DD-A42D-9DAEF1B2F4F3}" destId="{70E5A107-5407-44FF-A40A-F7B73261832C}" srcOrd="3" destOrd="0" presId="urn:microsoft.com/office/officeart/2005/8/layout/hList7"/>
    <dgm:cxn modelId="{1303583F-0423-4061-AED0-E532FC0BAA85}" type="presParOf" srcId="{D306667C-74AE-4066-9F8E-B8D80A0CF978}" destId="{E618D593-DE3C-450C-A5CD-3A02795F6776}" srcOrd="1" destOrd="0" presId="urn:microsoft.com/office/officeart/2005/8/layout/hList7"/>
    <dgm:cxn modelId="{81EF915F-CCA6-48D9-9FA5-1F6C5EE0433F}" type="presParOf" srcId="{D306667C-74AE-4066-9F8E-B8D80A0CF978}" destId="{E3E1DC82-FF9E-4797-B28A-44CADA484360}" srcOrd="2" destOrd="0" presId="urn:microsoft.com/office/officeart/2005/8/layout/hList7"/>
    <dgm:cxn modelId="{904061BE-FF40-44F5-9A11-8A328DC14A8E}" type="presParOf" srcId="{E3E1DC82-FF9E-4797-B28A-44CADA484360}" destId="{DE703980-BCFB-4091-A298-AFB9D6A239AD}" srcOrd="0" destOrd="0" presId="urn:microsoft.com/office/officeart/2005/8/layout/hList7"/>
    <dgm:cxn modelId="{AC55E0B6-B493-4101-8546-0A8A762E924E}" type="presParOf" srcId="{E3E1DC82-FF9E-4797-B28A-44CADA484360}" destId="{B38FF25A-5E11-4374-9EB7-FBCCD3AED59B}" srcOrd="1" destOrd="0" presId="urn:microsoft.com/office/officeart/2005/8/layout/hList7"/>
    <dgm:cxn modelId="{EF6865D0-B166-4CEF-BD51-F0FBF6385289}" type="presParOf" srcId="{E3E1DC82-FF9E-4797-B28A-44CADA484360}" destId="{2D149180-EF8D-44AE-B2E4-0B6CBA434198}" srcOrd="2" destOrd="0" presId="urn:microsoft.com/office/officeart/2005/8/layout/hList7"/>
    <dgm:cxn modelId="{9180986B-B4B1-441E-AEE0-D376384AA289}" type="presParOf" srcId="{E3E1DC82-FF9E-4797-B28A-44CADA484360}" destId="{0F8BB4DC-787D-4205-B27D-5AFEB8715E75}" srcOrd="3" destOrd="0" presId="urn:microsoft.com/office/officeart/2005/8/layout/hList7"/>
    <dgm:cxn modelId="{4478E6EC-F6B5-4390-8D19-DCD8DAD2CE4D}" type="presParOf" srcId="{D306667C-74AE-4066-9F8E-B8D80A0CF978}" destId="{9F2ABBF6-54C4-4D55-9B4A-9F5B0745C0B8}" srcOrd="3" destOrd="0" presId="urn:microsoft.com/office/officeart/2005/8/layout/hList7"/>
    <dgm:cxn modelId="{05AEE15C-916F-428F-BC8B-B653E738CB72}" type="presParOf" srcId="{D306667C-74AE-4066-9F8E-B8D80A0CF978}" destId="{1A99161C-97E0-4CEF-9E0C-6AEF4124DEF9}" srcOrd="4" destOrd="0" presId="urn:microsoft.com/office/officeart/2005/8/layout/hList7"/>
    <dgm:cxn modelId="{7E789FD9-31FE-4D0E-9972-33B9D1E9433D}" type="presParOf" srcId="{1A99161C-97E0-4CEF-9E0C-6AEF4124DEF9}" destId="{0EC92247-A809-4EBA-8FA0-FF596EFB5E20}" srcOrd="0" destOrd="0" presId="urn:microsoft.com/office/officeart/2005/8/layout/hList7"/>
    <dgm:cxn modelId="{C5E33791-C8AC-46CE-8D9E-833D31ECB12B}" type="presParOf" srcId="{1A99161C-97E0-4CEF-9E0C-6AEF4124DEF9}" destId="{D58B76D2-F97C-4076-B582-5AE285E3EA15}" srcOrd="1" destOrd="0" presId="urn:microsoft.com/office/officeart/2005/8/layout/hList7"/>
    <dgm:cxn modelId="{B8152D93-77C8-4AF1-AA61-4ED1E1E55618}" type="presParOf" srcId="{1A99161C-97E0-4CEF-9E0C-6AEF4124DEF9}" destId="{204B2BA5-E45C-467D-838E-773CFAA46F74}" srcOrd="2" destOrd="0" presId="urn:microsoft.com/office/officeart/2005/8/layout/hList7"/>
    <dgm:cxn modelId="{CA268C60-60F8-499C-856E-83D77FBAE2E2}" type="presParOf" srcId="{1A99161C-97E0-4CEF-9E0C-6AEF4124DEF9}" destId="{2710182E-5945-4B84-8ADB-176F2A9B5875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E094D0B-FCF6-477A-A560-0126A3455D9D}" type="doc">
      <dgm:prSet loTypeId="urn:microsoft.com/office/officeart/2005/8/layout/cycle8" loCatId="cycle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1807730E-3539-41F4-86C7-3232DDAB96EB}">
      <dgm:prSet phldrT="[Tekst]"/>
      <dgm:spPr/>
      <dgm:t>
        <a:bodyPr/>
        <a:lstStyle/>
        <a:p>
          <a:pPr>
            <a:buNone/>
          </a:pPr>
          <a:r>
            <a:rPr lang="da-DK" b="0" i="0" noProof="0" dirty="0"/>
            <a:t>Rekognoscering af målet</a:t>
          </a:r>
          <a:endParaRPr lang="da-DK" noProof="0" dirty="0"/>
        </a:p>
      </dgm:t>
    </dgm:pt>
    <dgm:pt modelId="{09AE5F74-A76E-4C24-B592-96CE39A4DE78}" type="parTrans" cxnId="{E836C27E-8EBD-4AEB-AD8B-4A9521294E64}">
      <dgm:prSet/>
      <dgm:spPr/>
      <dgm:t>
        <a:bodyPr/>
        <a:lstStyle/>
        <a:p>
          <a:endParaRPr lang="da-DK"/>
        </a:p>
      </dgm:t>
    </dgm:pt>
    <dgm:pt modelId="{7BA31DBF-99E8-495D-9AA6-CFF487AD0024}" type="sibTrans" cxnId="{E836C27E-8EBD-4AEB-AD8B-4A9521294E64}">
      <dgm:prSet/>
      <dgm:spPr/>
      <dgm:t>
        <a:bodyPr/>
        <a:lstStyle/>
        <a:p>
          <a:endParaRPr lang="da-DK"/>
        </a:p>
      </dgm:t>
    </dgm:pt>
    <dgm:pt modelId="{0DFDC824-7AE9-4E04-9CF1-E6DF82FDB4FD}">
      <dgm:prSet phldrT="[Tekst]"/>
      <dgm:spPr/>
      <dgm:t>
        <a:bodyPr/>
        <a:lstStyle/>
        <a:p>
          <a:pPr>
            <a:buNone/>
          </a:pPr>
          <a:r>
            <a:rPr lang="da-DK" b="0" i="0" noProof="0" dirty="0"/>
            <a:t>Analyse</a:t>
          </a:r>
          <a:endParaRPr lang="da-DK" noProof="0" dirty="0"/>
        </a:p>
      </dgm:t>
    </dgm:pt>
    <dgm:pt modelId="{63798B2E-7661-43EB-A6BE-87C407ADA044}" type="parTrans" cxnId="{912119F2-47D5-4B52-BBC9-1625C3D52AA7}">
      <dgm:prSet/>
      <dgm:spPr/>
    </dgm:pt>
    <dgm:pt modelId="{34619DE2-AE8A-4FD7-8B73-57369E085D2A}" type="sibTrans" cxnId="{912119F2-47D5-4B52-BBC9-1625C3D52AA7}">
      <dgm:prSet/>
      <dgm:spPr/>
    </dgm:pt>
    <dgm:pt modelId="{5D4FA847-D0EC-4E52-90EB-D465023F4716}">
      <dgm:prSet phldrT="[Tekst]"/>
      <dgm:spPr/>
      <dgm:t>
        <a:bodyPr/>
        <a:lstStyle/>
        <a:p>
          <a:pPr>
            <a:buNone/>
          </a:pPr>
          <a:r>
            <a:rPr lang="da-DK" b="0" i="0" noProof="0" dirty="0"/>
            <a:t>Udnyttelse af sårbarheder</a:t>
          </a:r>
          <a:endParaRPr lang="da-DK" noProof="0" dirty="0"/>
        </a:p>
      </dgm:t>
    </dgm:pt>
    <dgm:pt modelId="{A9BA3493-F5F7-46ED-8913-FFE84369DC3E}" type="parTrans" cxnId="{C40089B7-7F7B-4F6D-8DA7-FD46D0D5B4BE}">
      <dgm:prSet/>
      <dgm:spPr/>
    </dgm:pt>
    <dgm:pt modelId="{79DB5BEA-3527-4D12-8D27-F8A6D327EC24}" type="sibTrans" cxnId="{C40089B7-7F7B-4F6D-8DA7-FD46D0D5B4BE}">
      <dgm:prSet/>
      <dgm:spPr/>
    </dgm:pt>
    <dgm:pt modelId="{EA162E54-C3A0-443F-9661-8B2E5D9CD9B7}">
      <dgm:prSet phldrT="[Tekst]"/>
      <dgm:spPr/>
      <dgm:t>
        <a:bodyPr/>
        <a:lstStyle/>
        <a:p>
          <a:pPr>
            <a:buNone/>
          </a:pPr>
          <a:r>
            <a:rPr lang="da-DK" dirty="0"/>
            <a:t>Analyse af angrebsfladen</a:t>
          </a:r>
          <a:endParaRPr lang="da-DK" noProof="0" dirty="0"/>
        </a:p>
      </dgm:t>
    </dgm:pt>
    <dgm:pt modelId="{FA6794F5-934B-49A6-942A-239DED52415F}" type="parTrans" cxnId="{403C3B76-BF2E-4B41-8D56-33737F015CB7}">
      <dgm:prSet/>
      <dgm:spPr/>
    </dgm:pt>
    <dgm:pt modelId="{7E8862C3-B3B9-422E-BA67-46732680AA39}" type="sibTrans" cxnId="{403C3B76-BF2E-4B41-8D56-33737F015CB7}">
      <dgm:prSet/>
      <dgm:spPr/>
    </dgm:pt>
    <dgm:pt modelId="{9D72B6F8-A95D-4F74-A14E-63D0D4AE46CD}">
      <dgm:prSet phldrT="[Tekst]"/>
      <dgm:spPr/>
      <dgm:t>
        <a:bodyPr/>
        <a:lstStyle/>
        <a:p>
          <a:pPr>
            <a:buNone/>
          </a:pPr>
          <a:r>
            <a:rPr lang="da-DK" b="0" i="0" noProof="0"/>
            <a:t>Rapportering</a:t>
          </a:r>
          <a:endParaRPr lang="da-DK" noProof="0" dirty="0"/>
        </a:p>
      </dgm:t>
    </dgm:pt>
    <dgm:pt modelId="{6C9CB4E3-5F33-484E-AB82-A4F10F2CC76A}" type="parTrans" cxnId="{CDCCD7CB-6866-40DB-BB49-27B8FFB19D7E}">
      <dgm:prSet/>
      <dgm:spPr/>
    </dgm:pt>
    <dgm:pt modelId="{554D5F49-5B2F-421C-82D0-FD54D7E93439}" type="sibTrans" cxnId="{CDCCD7CB-6866-40DB-BB49-27B8FFB19D7E}">
      <dgm:prSet/>
      <dgm:spPr/>
    </dgm:pt>
    <dgm:pt modelId="{7CB739A9-AA0C-4808-957A-238725B821B9}" type="pres">
      <dgm:prSet presAssocID="{7E094D0B-FCF6-477A-A560-0126A3455D9D}" presName="compositeShape" presStyleCnt="0">
        <dgm:presLayoutVars>
          <dgm:chMax val="7"/>
          <dgm:dir/>
          <dgm:resizeHandles val="exact"/>
        </dgm:presLayoutVars>
      </dgm:prSet>
      <dgm:spPr/>
    </dgm:pt>
    <dgm:pt modelId="{C896C91C-8042-49B3-BD79-2A9D0E9715A5}" type="pres">
      <dgm:prSet presAssocID="{7E094D0B-FCF6-477A-A560-0126A3455D9D}" presName="wedge1" presStyleLbl="node1" presStyleIdx="0" presStyleCnt="5"/>
      <dgm:spPr/>
    </dgm:pt>
    <dgm:pt modelId="{909674EA-5731-4F5E-A596-3E96257C5A69}" type="pres">
      <dgm:prSet presAssocID="{7E094D0B-FCF6-477A-A560-0126A3455D9D}" presName="dummy1a" presStyleCnt="0"/>
      <dgm:spPr/>
    </dgm:pt>
    <dgm:pt modelId="{477FD144-8FEC-4E15-BCE2-CECF939E8B3B}" type="pres">
      <dgm:prSet presAssocID="{7E094D0B-FCF6-477A-A560-0126A3455D9D}" presName="dummy1b" presStyleCnt="0"/>
      <dgm:spPr/>
    </dgm:pt>
    <dgm:pt modelId="{BB119919-238C-4469-9D38-17FEB7C12134}" type="pres">
      <dgm:prSet presAssocID="{7E094D0B-FCF6-477A-A560-0126A3455D9D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B73ED907-0260-43FB-9825-311554C16E62}" type="pres">
      <dgm:prSet presAssocID="{7E094D0B-FCF6-477A-A560-0126A3455D9D}" presName="wedge2" presStyleLbl="node1" presStyleIdx="1" presStyleCnt="5"/>
      <dgm:spPr/>
    </dgm:pt>
    <dgm:pt modelId="{CC6BF53E-40D9-43BD-9612-1382F3ADC6C7}" type="pres">
      <dgm:prSet presAssocID="{7E094D0B-FCF6-477A-A560-0126A3455D9D}" presName="dummy2a" presStyleCnt="0"/>
      <dgm:spPr/>
    </dgm:pt>
    <dgm:pt modelId="{9A1F4D0E-6ADF-462E-AB8D-A24D277907F9}" type="pres">
      <dgm:prSet presAssocID="{7E094D0B-FCF6-477A-A560-0126A3455D9D}" presName="dummy2b" presStyleCnt="0"/>
      <dgm:spPr/>
    </dgm:pt>
    <dgm:pt modelId="{757853FE-9D4F-4C89-8ADB-BE74BD7D8D22}" type="pres">
      <dgm:prSet presAssocID="{7E094D0B-FCF6-477A-A560-0126A3455D9D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D89920C-F590-47EE-A0A4-719180EDB1A6}" type="pres">
      <dgm:prSet presAssocID="{7E094D0B-FCF6-477A-A560-0126A3455D9D}" presName="wedge3" presStyleLbl="node1" presStyleIdx="2" presStyleCnt="5"/>
      <dgm:spPr/>
    </dgm:pt>
    <dgm:pt modelId="{243F279C-AFCF-4750-B9C2-901F5B0A6AA8}" type="pres">
      <dgm:prSet presAssocID="{7E094D0B-FCF6-477A-A560-0126A3455D9D}" presName="dummy3a" presStyleCnt="0"/>
      <dgm:spPr/>
    </dgm:pt>
    <dgm:pt modelId="{3F6485E0-8822-4621-AC8A-8FB2CF7023D5}" type="pres">
      <dgm:prSet presAssocID="{7E094D0B-FCF6-477A-A560-0126A3455D9D}" presName="dummy3b" presStyleCnt="0"/>
      <dgm:spPr/>
    </dgm:pt>
    <dgm:pt modelId="{2F80A323-57E3-4BE0-9FB1-5C649FA0F450}" type="pres">
      <dgm:prSet presAssocID="{7E094D0B-FCF6-477A-A560-0126A3455D9D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193BF793-DED6-4B1D-915D-EB5123513B56}" type="pres">
      <dgm:prSet presAssocID="{7E094D0B-FCF6-477A-A560-0126A3455D9D}" presName="wedge4" presStyleLbl="node1" presStyleIdx="3" presStyleCnt="5"/>
      <dgm:spPr/>
    </dgm:pt>
    <dgm:pt modelId="{9E3E862A-1598-4D5D-90DF-14C16D4A1E9B}" type="pres">
      <dgm:prSet presAssocID="{7E094D0B-FCF6-477A-A560-0126A3455D9D}" presName="dummy4a" presStyleCnt="0"/>
      <dgm:spPr/>
    </dgm:pt>
    <dgm:pt modelId="{2A566BE6-3C94-46A1-B84D-ED900C001FC6}" type="pres">
      <dgm:prSet presAssocID="{7E094D0B-FCF6-477A-A560-0126A3455D9D}" presName="dummy4b" presStyleCnt="0"/>
      <dgm:spPr/>
    </dgm:pt>
    <dgm:pt modelId="{CD04255C-E246-47E9-96D0-5C32BE5A3F30}" type="pres">
      <dgm:prSet presAssocID="{7E094D0B-FCF6-477A-A560-0126A3455D9D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44E8D947-69D9-4329-A04F-6907D497E730}" type="pres">
      <dgm:prSet presAssocID="{7E094D0B-FCF6-477A-A560-0126A3455D9D}" presName="wedge5" presStyleLbl="node1" presStyleIdx="4" presStyleCnt="5"/>
      <dgm:spPr/>
    </dgm:pt>
    <dgm:pt modelId="{FB68F51A-3C2E-452D-B770-38A8BBB6AAF7}" type="pres">
      <dgm:prSet presAssocID="{7E094D0B-FCF6-477A-A560-0126A3455D9D}" presName="dummy5a" presStyleCnt="0"/>
      <dgm:spPr/>
    </dgm:pt>
    <dgm:pt modelId="{AAC607F7-5AD4-42D5-93B7-BC0D21C54C6F}" type="pres">
      <dgm:prSet presAssocID="{7E094D0B-FCF6-477A-A560-0126A3455D9D}" presName="dummy5b" presStyleCnt="0"/>
      <dgm:spPr/>
    </dgm:pt>
    <dgm:pt modelId="{D6248368-EDE5-4A90-9B2B-FF7AE4B3266D}" type="pres">
      <dgm:prSet presAssocID="{7E094D0B-FCF6-477A-A560-0126A3455D9D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9BA5E8F1-E896-4BB2-A6C2-90E53DCB9424}" type="pres">
      <dgm:prSet presAssocID="{7BA31DBF-99E8-495D-9AA6-CFF487AD0024}" presName="arrowWedge1" presStyleLbl="fgSibTrans2D1" presStyleIdx="0" presStyleCnt="5"/>
      <dgm:spPr/>
    </dgm:pt>
    <dgm:pt modelId="{3D4EB07F-381D-4F9B-81B5-CB2717E53D15}" type="pres">
      <dgm:prSet presAssocID="{7E8862C3-B3B9-422E-BA67-46732680AA39}" presName="arrowWedge2" presStyleLbl="fgSibTrans2D1" presStyleIdx="1" presStyleCnt="5"/>
      <dgm:spPr/>
    </dgm:pt>
    <dgm:pt modelId="{B58A1455-645B-48A8-BB07-22CE3CA230AA}" type="pres">
      <dgm:prSet presAssocID="{79DB5BEA-3527-4D12-8D27-F8A6D327EC24}" presName="arrowWedge3" presStyleLbl="fgSibTrans2D1" presStyleIdx="2" presStyleCnt="5"/>
      <dgm:spPr/>
    </dgm:pt>
    <dgm:pt modelId="{6F26BA94-07C9-42FB-8E4D-65BC8294F99C}" type="pres">
      <dgm:prSet presAssocID="{34619DE2-AE8A-4FD7-8B73-57369E085D2A}" presName="arrowWedge4" presStyleLbl="fgSibTrans2D1" presStyleIdx="3" presStyleCnt="5"/>
      <dgm:spPr/>
    </dgm:pt>
    <dgm:pt modelId="{F0B54DD5-F752-4239-901A-C38BB2DEF274}" type="pres">
      <dgm:prSet presAssocID="{554D5F49-5B2F-421C-82D0-FD54D7E93439}" presName="arrowWedge5" presStyleLbl="fgSibTrans2D1" presStyleIdx="4" presStyleCnt="5"/>
      <dgm:spPr/>
    </dgm:pt>
  </dgm:ptLst>
  <dgm:cxnLst>
    <dgm:cxn modelId="{9176B007-14FC-4720-A0E7-35657F1C4E1D}" type="presOf" srcId="{EA162E54-C3A0-443F-9661-8B2E5D9CD9B7}" destId="{B73ED907-0260-43FB-9825-311554C16E62}" srcOrd="0" destOrd="0" presId="urn:microsoft.com/office/officeart/2005/8/layout/cycle8"/>
    <dgm:cxn modelId="{80AAE014-6D0A-4830-9224-982EFE035309}" type="presOf" srcId="{5D4FA847-D0EC-4E52-90EB-D465023F4716}" destId="{7D89920C-F590-47EE-A0A4-719180EDB1A6}" srcOrd="0" destOrd="0" presId="urn:microsoft.com/office/officeart/2005/8/layout/cycle8"/>
    <dgm:cxn modelId="{C4E9122D-290F-408D-9DFE-27381C6815C8}" type="presOf" srcId="{9D72B6F8-A95D-4F74-A14E-63D0D4AE46CD}" destId="{44E8D947-69D9-4329-A04F-6907D497E730}" srcOrd="0" destOrd="0" presId="urn:microsoft.com/office/officeart/2005/8/layout/cycle8"/>
    <dgm:cxn modelId="{7D9D524A-6826-4432-85F9-C34B1491AA90}" type="presOf" srcId="{0DFDC824-7AE9-4E04-9CF1-E6DF82FDB4FD}" destId="{CD04255C-E246-47E9-96D0-5C32BE5A3F30}" srcOrd="1" destOrd="0" presId="urn:microsoft.com/office/officeart/2005/8/layout/cycle8"/>
    <dgm:cxn modelId="{403C3B76-BF2E-4B41-8D56-33737F015CB7}" srcId="{7E094D0B-FCF6-477A-A560-0126A3455D9D}" destId="{EA162E54-C3A0-443F-9661-8B2E5D9CD9B7}" srcOrd="1" destOrd="0" parTransId="{FA6794F5-934B-49A6-942A-239DED52415F}" sibTransId="{7E8862C3-B3B9-422E-BA67-46732680AA39}"/>
    <dgm:cxn modelId="{E836C27E-8EBD-4AEB-AD8B-4A9521294E64}" srcId="{7E094D0B-FCF6-477A-A560-0126A3455D9D}" destId="{1807730E-3539-41F4-86C7-3232DDAB96EB}" srcOrd="0" destOrd="0" parTransId="{09AE5F74-A76E-4C24-B592-96CE39A4DE78}" sibTransId="{7BA31DBF-99E8-495D-9AA6-CFF487AD0024}"/>
    <dgm:cxn modelId="{59901D81-1DA1-4983-A86E-4E9003F262F5}" type="presOf" srcId="{1807730E-3539-41F4-86C7-3232DDAB96EB}" destId="{BB119919-238C-4469-9D38-17FEB7C12134}" srcOrd="1" destOrd="0" presId="urn:microsoft.com/office/officeart/2005/8/layout/cycle8"/>
    <dgm:cxn modelId="{E4D497A7-8314-4225-9F86-433BC6578D29}" type="presOf" srcId="{1807730E-3539-41F4-86C7-3232DDAB96EB}" destId="{C896C91C-8042-49B3-BD79-2A9D0E9715A5}" srcOrd="0" destOrd="0" presId="urn:microsoft.com/office/officeart/2005/8/layout/cycle8"/>
    <dgm:cxn modelId="{C77242B3-5CCC-4C64-8188-44B455C88F0E}" type="presOf" srcId="{9D72B6F8-A95D-4F74-A14E-63D0D4AE46CD}" destId="{D6248368-EDE5-4A90-9B2B-FF7AE4B3266D}" srcOrd="1" destOrd="0" presId="urn:microsoft.com/office/officeart/2005/8/layout/cycle8"/>
    <dgm:cxn modelId="{C40089B7-7F7B-4F6D-8DA7-FD46D0D5B4BE}" srcId="{7E094D0B-FCF6-477A-A560-0126A3455D9D}" destId="{5D4FA847-D0EC-4E52-90EB-D465023F4716}" srcOrd="2" destOrd="0" parTransId="{A9BA3493-F5F7-46ED-8913-FFE84369DC3E}" sibTransId="{79DB5BEA-3527-4D12-8D27-F8A6D327EC24}"/>
    <dgm:cxn modelId="{8EFB0ABC-B894-41DC-8239-CEF1E4908C44}" type="presOf" srcId="{0DFDC824-7AE9-4E04-9CF1-E6DF82FDB4FD}" destId="{193BF793-DED6-4B1D-915D-EB5123513B56}" srcOrd="0" destOrd="0" presId="urn:microsoft.com/office/officeart/2005/8/layout/cycle8"/>
    <dgm:cxn modelId="{4EE3E4BE-0EA6-4083-8F17-2E4744ADCE9A}" type="presOf" srcId="{EA162E54-C3A0-443F-9661-8B2E5D9CD9B7}" destId="{757853FE-9D4F-4C89-8ADB-BE74BD7D8D22}" srcOrd="1" destOrd="0" presId="urn:microsoft.com/office/officeart/2005/8/layout/cycle8"/>
    <dgm:cxn modelId="{3B1F25C2-F3A1-4A8D-B6A7-690E5645A2CF}" type="presOf" srcId="{5D4FA847-D0EC-4E52-90EB-D465023F4716}" destId="{2F80A323-57E3-4BE0-9FB1-5C649FA0F450}" srcOrd="1" destOrd="0" presId="urn:microsoft.com/office/officeart/2005/8/layout/cycle8"/>
    <dgm:cxn modelId="{CDCCD7CB-6866-40DB-BB49-27B8FFB19D7E}" srcId="{7E094D0B-FCF6-477A-A560-0126A3455D9D}" destId="{9D72B6F8-A95D-4F74-A14E-63D0D4AE46CD}" srcOrd="4" destOrd="0" parTransId="{6C9CB4E3-5F33-484E-AB82-A4F10F2CC76A}" sibTransId="{554D5F49-5B2F-421C-82D0-FD54D7E93439}"/>
    <dgm:cxn modelId="{365B31D2-654D-467B-AFC7-8CF1BF86CC21}" type="presOf" srcId="{7E094D0B-FCF6-477A-A560-0126A3455D9D}" destId="{7CB739A9-AA0C-4808-957A-238725B821B9}" srcOrd="0" destOrd="0" presId="urn:microsoft.com/office/officeart/2005/8/layout/cycle8"/>
    <dgm:cxn modelId="{912119F2-47D5-4B52-BBC9-1625C3D52AA7}" srcId="{7E094D0B-FCF6-477A-A560-0126A3455D9D}" destId="{0DFDC824-7AE9-4E04-9CF1-E6DF82FDB4FD}" srcOrd="3" destOrd="0" parTransId="{63798B2E-7661-43EB-A6BE-87C407ADA044}" sibTransId="{34619DE2-AE8A-4FD7-8B73-57369E085D2A}"/>
    <dgm:cxn modelId="{B7CA7AB6-AEB3-4D78-9375-3406262E62F3}" type="presParOf" srcId="{7CB739A9-AA0C-4808-957A-238725B821B9}" destId="{C896C91C-8042-49B3-BD79-2A9D0E9715A5}" srcOrd="0" destOrd="0" presId="urn:microsoft.com/office/officeart/2005/8/layout/cycle8"/>
    <dgm:cxn modelId="{9C8D23E2-1B43-453F-B466-111E97D9A914}" type="presParOf" srcId="{7CB739A9-AA0C-4808-957A-238725B821B9}" destId="{909674EA-5731-4F5E-A596-3E96257C5A69}" srcOrd="1" destOrd="0" presId="urn:microsoft.com/office/officeart/2005/8/layout/cycle8"/>
    <dgm:cxn modelId="{036D0D7A-814F-4140-90C3-B3647C57200F}" type="presParOf" srcId="{7CB739A9-AA0C-4808-957A-238725B821B9}" destId="{477FD144-8FEC-4E15-BCE2-CECF939E8B3B}" srcOrd="2" destOrd="0" presId="urn:microsoft.com/office/officeart/2005/8/layout/cycle8"/>
    <dgm:cxn modelId="{885D1108-39C5-43A1-BF72-D3CABD9A5D4A}" type="presParOf" srcId="{7CB739A9-AA0C-4808-957A-238725B821B9}" destId="{BB119919-238C-4469-9D38-17FEB7C12134}" srcOrd="3" destOrd="0" presId="urn:microsoft.com/office/officeart/2005/8/layout/cycle8"/>
    <dgm:cxn modelId="{A29F9C63-61B7-4582-95AA-ED9B331C1B77}" type="presParOf" srcId="{7CB739A9-AA0C-4808-957A-238725B821B9}" destId="{B73ED907-0260-43FB-9825-311554C16E62}" srcOrd="4" destOrd="0" presId="urn:microsoft.com/office/officeart/2005/8/layout/cycle8"/>
    <dgm:cxn modelId="{044D2517-39D1-46FF-A792-A9C7DCEB48E0}" type="presParOf" srcId="{7CB739A9-AA0C-4808-957A-238725B821B9}" destId="{CC6BF53E-40D9-43BD-9612-1382F3ADC6C7}" srcOrd="5" destOrd="0" presId="urn:microsoft.com/office/officeart/2005/8/layout/cycle8"/>
    <dgm:cxn modelId="{6B8C82CA-EA4B-4EED-9D4B-786A22810096}" type="presParOf" srcId="{7CB739A9-AA0C-4808-957A-238725B821B9}" destId="{9A1F4D0E-6ADF-462E-AB8D-A24D277907F9}" srcOrd="6" destOrd="0" presId="urn:microsoft.com/office/officeart/2005/8/layout/cycle8"/>
    <dgm:cxn modelId="{7BC99429-D511-43D0-8C28-E86A92797748}" type="presParOf" srcId="{7CB739A9-AA0C-4808-957A-238725B821B9}" destId="{757853FE-9D4F-4C89-8ADB-BE74BD7D8D22}" srcOrd="7" destOrd="0" presId="urn:microsoft.com/office/officeart/2005/8/layout/cycle8"/>
    <dgm:cxn modelId="{EB8CDCCD-8EE9-4E3B-BCB0-E11CF3BB3CB4}" type="presParOf" srcId="{7CB739A9-AA0C-4808-957A-238725B821B9}" destId="{7D89920C-F590-47EE-A0A4-719180EDB1A6}" srcOrd="8" destOrd="0" presId="urn:microsoft.com/office/officeart/2005/8/layout/cycle8"/>
    <dgm:cxn modelId="{DAAF1DD0-58B9-43AE-8C76-6C5A6717A3EB}" type="presParOf" srcId="{7CB739A9-AA0C-4808-957A-238725B821B9}" destId="{243F279C-AFCF-4750-B9C2-901F5B0A6AA8}" srcOrd="9" destOrd="0" presId="urn:microsoft.com/office/officeart/2005/8/layout/cycle8"/>
    <dgm:cxn modelId="{8E599545-D83B-4499-96A5-28940D5F93CD}" type="presParOf" srcId="{7CB739A9-AA0C-4808-957A-238725B821B9}" destId="{3F6485E0-8822-4621-AC8A-8FB2CF7023D5}" srcOrd="10" destOrd="0" presId="urn:microsoft.com/office/officeart/2005/8/layout/cycle8"/>
    <dgm:cxn modelId="{FF6FB740-8621-48AF-8476-A463E0FA4A62}" type="presParOf" srcId="{7CB739A9-AA0C-4808-957A-238725B821B9}" destId="{2F80A323-57E3-4BE0-9FB1-5C649FA0F450}" srcOrd="11" destOrd="0" presId="urn:microsoft.com/office/officeart/2005/8/layout/cycle8"/>
    <dgm:cxn modelId="{0E4F9AEB-7D4D-44C9-9486-01C91ACD0CA3}" type="presParOf" srcId="{7CB739A9-AA0C-4808-957A-238725B821B9}" destId="{193BF793-DED6-4B1D-915D-EB5123513B56}" srcOrd="12" destOrd="0" presId="urn:microsoft.com/office/officeart/2005/8/layout/cycle8"/>
    <dgm:cxn modelId="{E668F843-02D0-4FF4-B270-F8C47E90D266}" type="presParOf" srcId="{7CB739A9-AA0C-4808-957A-238725B821B9}" destId="{9E3E862A-1598-4D5D-90DF-14C16D4A1E9B}" srcOrd="13" destOrd="0" presId="urn:microsoft.com/office/officeart/2005/8/layout/cycle8"/>
    <dgm:cxn modelId="{16D6D234-2E83-421F-AC1D-779C6DF19269}" type="presParOf" srcId="{7CB739A9-AA0C-4808-957A-238725B821B9}" destId="{2A566BE6-3C94-46A1-B84D-ED900C001FC6}" srcOrd="14" destOrd="0" presId="urn:microsoft.com/office/officeart/2005/8/layout/cycle8"/>
    <dgm:cxn modelId="{031D7E48-660F-4324-AD90-7462D68E79E8}" type="presParOf" srcId="{7CB739A9-AA0C-4808-957A-238725B821B9}" destId="{CD04255C-E246-47E9-96D0-5C32BE5A3F30}" srcOrd="15" destOrd="0" presId="urn:microsoft.com/office/officeart/2005/8/layout/cycle8"/>
    <dgm:cxn modelId="{BD040C30-191B-492B-8B0C-E7CE2F5E5F0A}" type="presParOf" srcId="{7CB739A9-AA0C-4808-957A-238725B821B9}" destId="{44E8D947-69D9-4329-A04F-6907D497E730}" srcOrd="16" destOrd="0" presId="urn:microsoft.com/office/officeart/2005/8/layout/cycle8"/>
    <dgm:cxn modelId="{15E21384-60AB-4E08-B513-983E0E6AE70D}" type="presParOf" srcId="{7CB739A9-AA0C-4808-957A-238725B821B9}" destId="{FB68F51A-3C2E-452D-B770-38A8BBB6AAF7}" srcOrd="17" destOrd="0" presId="urn:microsoft.com/office/officeart/2005/8/layout/cycle8"/>
    <dgm:cxn modelId="{00088D14-4543-4400-BE62-E79368CF0044}" type="presParOf" srcId="{7CB739A9-AA0C-4808-957A-238725B821B9}" destId="{AAC607F7-5AD4-42D5-93B7-BC0D21C54C6F}" srcOrd="18" destOrd="0" presId="urn:microsoft.com/office/officeart/2005/8/layout/cycle8"/>
    <dgm:cxn modelId="{F9444BF9-2E91-472A-BC63-C3A2B3D881E6}" type="presParOf" srcId="{7CB739A9-AA0C-4808-957A-238725B821B9}" destId="{D6248368-EDE5-4A90-9B2B-FF7AE4B3266D}" srcOrd="19" destOrd="0" presId="urn:microsoft.com/office/officeart/2005/8/layout/cycle8"/>
    <dgm:cxn modelId="{700CF4A8-7E07-4EAD-AA94-0FCCE809A924}" type="presParOf" srcId="{7CB739A9-AA0C-4808-957A-238725B821B9}" destId="{9BA5E8F1-E896-4BB2-A6C2-90E53DCB9424}" srcOrd="20" destOrd="0" presId="urn:microsoft.com/office/officeart/2005/8/layout/cycle8"/>
    <dgm:cxn modelId="{19DB2EC1-7816-4851-A562-E33882626330}" type="presParOf" srcId="{7CB739A9-AA0C-4808-957A-238725B821B9}" destId="{3D4EB07F-381D-4F9B-81B5-CB2717E53D15}" srcOrd="21" destOrd="0" presId="urn:microsoft.com/office/officeart/2005/8/layout/cycle8"/>
    <dgm:cxn modelId="{77038330-2FC1-4968-AE7E-AF29748ECA11}" type="presParOf" srcId="{7CB739A9-AA0C-4808-957A-238725B821B9}" destId="{B58A1455-645B-48A8-BB07-22CE3CA230AA}" srcOrd="22" destOrd="0" presId="urn:microsoft.com/office/officeart/2005/8/layout/cycle8"/>
    <dgm:cxn modelId="{E96E1ABB-839C-4616-A9C9-5C09AFB1BE42}" type="presParOf" srcId="{7CB739A9-AA0C-4808-957A-238725B821B9}" destId="{6F26BA94-07C9-42FB-8E4D-65BC8294F99C}" srcOrd="23" destOrd="0" presId="urn:microsoft.com/office/officeart/2005/8/layout/cycle8"/>
    <dgm:cxn modelId="{A31948C9-F884-4E7F-B713-42244B9C184D}" type="presParOf" srcId="{7CB739A9-AA0C-4808-957A-238725B821B9}" destId="{F0B54DD5-F752-4239-901A-C38BB2DEF274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4887788-AB64-4217-A1E2-8B040B42764F}" type="doc">
      <dgm:prSet loTypeId="urn:microsoft.com/office/officeart/2008/layout/LinedLis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5757CD46-71F6-4135-93DF-9D94ABD50C17}">
      <dgm:prSet phldrT="[Tekst]"/>
      <dgm:spPr/>
      <dgm:t>
        <a:bodyPr/>
        <a:lstStyle/>
        <a:p>
          <a:pPr>
            <a:buNone/>
          </a:pPr>
          <a:r>
            <a:rPr lang="da-DK" b="0" i="0" dirty="0"/>
            <a:t>Sårbarhed</a:t>
          </a:r>
          <a:endParaRPr lang="da-DK" dirty="0"/>
        </a:p>
      </dgm:t>
    </dgm:pt>
    <dgm:pt modelId="{4C73B3BC-6F2B-4DF9-B89C-32DAE5A07053}" type="parTrans" cxnId="{CC9709D6-9CBC-47F5-BB45-729E5C753EAF}">
      <dgm:prSet/>
      <dgm:spPr/>
      <dgm:t>
        <a:bodyPr/>
        <a:lstStyle/>
        <a:p>
          <a:endParaRPr lang="da-DK"/>
        </a:p>
      </dgm:t>
    </dgm:pt>
    <dgm:pt modelId="{06451D02-3A3E-4DE6-A139-A78B4792D0A4}" type="sibTrans" cxnId="{CC9709D6-9CBC-47F5-BB45-729E5C753EAF}">
      <dgm:prSet/>
      <dgm:spPr/>
      <dgm:t>
        <a:bodyPr/>
        <a:lstStyle/>
        <a:p>
          <a:endParaRPr lang="da-DK"/>
        </a:p>
      </dgm:t>
    </dgm:pt>
    <dgm:pt modelId="{22EB2FD8-F6BE-404F-BDAB-453EB9D9C71D}">
      <dgm:prSet phldrT="[Tekst]"/>
      <dgm:spPr/>
      <dgm:t>
        <a:bodyPr/>
        <a:lstStyle/>
        <a:p>
          <a:pPr>
            <a:buNone/>
          </a:pPr>
          <a:r>
            <a:rPr lang="da-DK" b="0" i="0"/>
            <a:t>Anbefalet afhjælpning</a:t>
          </a:r>
          <a:endParaRPr lang="da-DK"/>
        </a:p>
      </dgm:t>
    </dgm:pt>
    <dgm:pt modelId="{801A5155-15FA-403F-B06E-AADEEEFE9900}" type="parTrans" cxnId="{737B689E-820D-4103-945E-5B5DE541E1E0}">
      <dgm:prSet/>
      <dgm:spPr/>
      <dgm:t>
        <a:bodyPr/>
        <a:lstStyle/>
        <a:p>
          <a:endParaRPr lang="da-DK"/>
        </a:p>
      </dgm:t>
    </dgm:pt>
    <dgm:pt modelId="{32E1BCE2-47EF-4877-A8DB-0ADC146240E8}" type="sibTrans" cxnId="{737B689E-820D-4103-945E-5B5DE541E1E0}">
      <dgm:prSet/>
      <dgm:spPr/>
      <dgm:t>
        <a:bodyPr/>
        <a:lstStyle/>
        <a:p>
          <a:endParaRPr lang="da-DK"/>
        </a:p>
      </dgm:t>
    </dgm:pt>
    <dgm:pt modelId="{86D34920-EEE7-499F-9C8F-8725D6F4C310}">
      <dgm:prSet phldrT="[Tekst]"/>
      <dgm:spPr/>
      <dgm:t>
        <a:bodyPr/>
        <a:lstStyle/>
        <a:p>
          <a:pPr>
            <a:buNone/>
          </a:pPr>
          <a:r>
            <a:rPr lang="da-DK" b="0" i="0"/>
            <a:t>Konsekvens</a:t>
          </a:r>
          <a:endParaRPr lang="da-DK"/>
        </a:p>
      </dgm:t>
    </dgm:pt>
    <dgm:pt modelId="{B1769EBA-6D95-44D8-AB48-6FA4F5759686}" type="parTrans" cxnId="{A234B783-9C25-48AC-A525-CC446FA908A7}">
      <dgm:prSet/>
      <dgm:spPr/>
      <dgm:t>
        <a:bodyPr/>
        <a:lstStyle/>
        <a:p>
          <a:endParaRPr lang="da-DK"/>
        </a:p>
      </dgm:t>
    </dgm:pt>
    <dgm:pt modelId="{762D5EAC-B7CA-40F4-A881-BB4FE7D9F2B5}" type="sibTrans" cxnId="{A234B783-9C25-48AC-A525-CC446FA908A7}">
      <dgm:prSet/>
      <dgm:spPr/>
      <dgm:t>
        <a:bodyPr/>
        <a:lstStyle/>
        <a:p>
          <a:endParaRPr lang="da-DK"/>
        </a:p>
      </dgm:t>
    </dgm:pt>
    <dgm:pt modelId="{F8C90F85-D52B-422F-80A2-7AA424E68DEF}">
      <dgm:prSet phldrT="[Tekst]"/>
      <dgm:spPr/>
      <dgm:t>
        <a:bodyPr/>
        <a:lstStyle/>
        <a:p>
          <a:pPr>
            <a:buNone/>
          </a:pPr>
          <a:r>
            <a:rPr lang="da-DK" b="0" i="0"/>
            <a:t>Risiko</a:t>
          </a:r>
          <a:endParaRPr lang="da-DK"/>
        </a:p>
      </dgm:t>
    </dgm:pt>
    <dgm:pt modelId="{D3A95E6D-2EDB-4BD7-B836-1FFF0E646C9A}" type="parTrans" cxnId="{4007F248-F721-4E78-90BE-8BD0A644CAA1}">
      <dgm:prSet/>
      <dgm:spPr/>
      <dgm:t>
        <a:bodyPr/>
        <a:lstStyle/>
        <a:p>
          <a:endParaRPr lang="da-DK"/>
        </a:p>
      </dgm:t>
    </dgm:pt>
    <dgm:pt modelId="{943B33C2-212E-4E8C-A4D8-740385623745}" type="sibTrans" cxnId="{4007F248-F721-4E78-90BE-8BD0A644CAA1}">
      <dgm:prSet/>
      <dgm:spPr/>
      <dgm:t>
        <a:bodyPr/>
        <a:lstStyle/>
        <a:p>
          <a:endParaRPr lang="da-DK"/>
        </a:p>
      </dgm:t>
    </dgm:pt>
    <dgm:pt modelId="{189F5EC6-E2E8-4315-95BE-3086445C2956}" type="pres">
      <dgm:prSet presAssocID="{44887788-AB64-4217-A1E2-8B040B42764F}" presName="vert0" presStyleCnt="0">
        <dgm:presLayoutVars>
          <dgm:dir/>
          <dgm:animOne val="branch"/>
          <dgm:animLvl val="lvl"/>
        </dgm:presLayoutVars>
      </dgm:prSet>
      <dgm:spPr/>
    </dgm:pt>
    <dgm:pt modelId="{80522C3F-B4BE-4C7F-BBC9-CEF775148193}" type="pres">
      <dgm:prSet presAssocID="{5757CD46-71F6-4135-93DF-9D94ABD50C17}" presName="thickLine" presStyleLbl="alignNode1" presStyleIdx="0" presStyleCnt="4"/>
      <dgm:spPr/>
    </dgm:pt>
    <dgm:pt modelId="{72D53A0F-B4F3-472E-BA19-7BD513E86971}" type="pres">
      <dgm:prSet presAssocID="{5757CD46-71F6-4135-93DF-9D94ABD50C17}" presName="horz1" presStyleCnt="0"/>
      <dgm:spPr/>
    </dgm:pt>
    <dgm:pt modelId="{860CDDA9-99A2-4BF6-BAE9-DAE8BBDF7BA2}" type="pres">
      <dgm:prSet presAssocID="{5757CD46-71F6-4135-93DF-9D94ABD50C17}" presName="tx1" presStyleLbl="revTx" presStyleIdx="0" presStyleCnt="4"/>
      <dgm:spPr/>
    </dgm:pt>
    <dgm:pt modelId="{D616663C-EF80-46D4-BA25-32E0A5559A3E}" type="pres">
      <dgm:prSet presAssocID="{5757CD46-71F6-4135-93DF-9D94ABD50C17}" presName="vert1" presStyleCnt="0"/>
      <dgm:spPr/>
    </dgm:pt>
    <dgm:pt modelId="{548A4900-1475-445E-B46F-F141C177D8C6}" type="pres">
      <dgm:prSet presAssocID="{F8C90F85-D52B-422F-80A2-7AA424E68DEF}" presName="thickLine" presStyleLbl="alignNode1" presStyleIdx="1" presStyleCnt="4"/>
      <dgm:spPr/>
    </dgm:pt>
    <dgm:pt modelId="{DA1B21A7-9B42-46D3-9886-E2001DE8A4A6}" type="pres">
      <dgm:prSet presAssocID="{F8C90F85-D52B-422F-80A2-7AA424E68DEF}" presName="horz1" presStyleCnt="0"/>
      <dgm:spPr/>
    </dgm:pt>
    <dgm:pt modelId="{004542EA-FB53-490B-909C-1E7C01FD1C28}" type="pres">
      <dgm:prSet presAssocID="{F8C90F85-D52B-422F-80A2-7AA424E68DEF}" presName="tx1" presStyleLbl="revTx" presStyleIdx="1" presStyleCnt="4"/>
      <dgm:spPr/>
    </dgm:pt>
    <dgm:pt modelId="{73F4333C-2BA2-4E3C-8802-C2C79178F9F5}" type="pres">
      <dgm:prSet presAssocID="{F8C90F85-D52B-422F-80A2-7AA424E68DEF}" presName="vert1" presStyleCnt="0"/>
      <dgm:spPr/>
    </dgm:pt>
    <dgm:pt modelId="{ED7A2B42-4396-4D46-86D3-C801ED9E0663}" type="pres">
      <dgm:prSet presAssocID="{86D34920-EEE7-499F-9C8F-8725D6F4C310}" presName="thickLine" presStyleLbl="alignNode1" presStyleIdx="2" presStyleCnt="4"/>
      <dgm:spPr/>
    </dgm:pt>
    <dgm:pt modelId="{E7447D0F-1D2E-4D1A-8B9F-285B801FB547}" type="pres">
      <dgm:prSet presAssocID="{86D34920-EEE7-499F-9C8F-8725D6F4C310}" presName="horz1" presStyleCnt="0"/>
      <dgm:spPr/>
    </dgm:pt>
    <dgm:pt modelId="{01C347F5-3618-4084-AF62-00113F585C8D}" type="pres">
      <dgm:prSet presAssocID="{86D34920-EEE7-499F-9C8F-8725D6F4C310}" presName="tx1" presStyleLbl="revTx" presStyleIdx="2" presStyleCnt="4"/>
      <dgm:spPr/>
    </dgm:pt>
    <dgm:pt modelId="{79CB76C5-71CA-4106-A736-C1C60AA0FCAE}" type="pres">
      <dgm:prSet presAssocID="{86D34920-EEE7-499F-9C8F-8725D6F4C310}" presName="vert1" presStyleCnt="0"/>
      <dgm:spPr/>
    </dgm:pt>
    <dgm:pt modelId="{6204963B-3CF8-41CA-B822-021C63E02247}" type="pres">
      <dgm:prSet presAssocID="{22EB2FD8-F6BE-404F-BDAB-453EB9D9C71D}" presName="thickLine" presStyleLbl="alignNode1" presStyleIdx="3" presStyleCnt="4"/>
      <dgm:spPr/>
    </dgm:pt>
    <dgm:pt modelId="{AEB63DAB-7A67-4FAD-B8F5-6DD47D5ADC91}" type="pres">
      <dgm:prSet presAssocID="{22EB2FD8-F6BE-404F-BDAB-453EB9D9C71D}" presName="horz1" presStyleCnt="0"/>
      <dgm:spPr/>
    </dgm:pt>
    <dgm:pt modelId="{E5939324-16DB-4AEC-A3C8-9E067EF8AAD0}" type="pres">
      <dgm:prSet presAssocID="{22EB2FD8-F6BE-404F-BDAB-453EB9D9C71D}" presName="tx1" presStyleLbl="revTx" presStyleIdx="3" presStyleCnt="4"/>
      <dgm:spPr/>
    </dgm:pt>
    <dgm:pt modelId="{925121CD-8DF2-42AA-AB66-F0780E64BE21}" type="pres">
      <dgm:prSet presAssocID="{22EB2FD8-F6BE-404F-BDAB-453EB9D9C71D}" presName="vert1" presStyleCnt="0"/>
      <dgm:spPr/>
    </dgm:pt>
  </dgm:ptLst>
  <dgm:cxnLst>
    <dgm:cxn modelId="{4007F248-F721-4E78-90BE-8BD0A644CAA1}" srcId="{44887788-AB64-4217-A1E2-8B040B42764F}" destId="{F8C90F85-D52B-422F-80A2-7AA424E68DEF}" srcOrd="1" destOrd="0" parTransId="{D3A95E6D-2EDB-4BD7-B836-1FFF0E646C9A}" sibTransId="{943B33C2-212E-4E8C-A4D8-740385623745}"/>
    <dgm:cxn modelId="{68478E4B-75DA-4CDC-890F-156B7AFD3649}" type="presOf" srcId="{5757CD46-71F6-4135-93DF-9D94ABD50C17}" destId="{860CDDA9-99A2-4BF6-BAE9-DAE8BBDF7BA2}" srcOrd="0" destOrd="0" presId="urn:microsoft.com/office/officeart/2008/layout/LinedList"/>
    <dgm:cxn modelId="{0FE3F381-4896-43F3-A15C-B97A084AFFE1}" type="presOf" srcId="{86D34920-EEE7-499F-9C8F-8725D6F4C310}" destId="{01C347F5-3618-4084-AF62-00113F585C8D}" srcOrd="0" destOrd="0" presId="urn:microsoft.com/office/officeart/2008/layout/LinedList"/>
    <dgm:cxn modelId="{A234B783-9C25-48AC-A525-CC446FA908A7}" srcId="{44887788-AB64-4217-A1E2-8B040B42764F}" destId="{86D34920-EEE7-499F-9C8F-8725D6F4C310}" srcOrd="2" destOrd="0" parTransId="{B1769EBA-6D95-44D8-AB48-6FA4F5759686}" sibTransId="{762D5EAC-B7CA-40F4-A881-BB4FE7D9F2B5}"/>
    <dgm:cxn modelId="{8023DD8D-791C-4A30-9666-A7591CD988F8}" type="presOf" srcId="{44887788-AB64-4217-A1E2-8B040B42764F}" destId="{189F5EC6-E2E8-4315-95BE-3086445C2956}" srcOrd="0" destOrd="0" presId="urn:microsoft.com/office/officeart/2008/layout/LinedList"/>
    <dgm:cxn modelId="{737B689E-820D-4103-945E-5B5DE541E1E0}" srcId="{44887788-AB64-4217-A1E2-8B040B42764F}" destId="{22EB2FD8-F6BE-404F-BDAB-453EB9D9C71D}" srcOrd="3" destOrd="0" parTransId="{801A5155-15FA-403F-B06E-AADEEEFE9900}" sibTransId="{32E1BCE2-47EF-4877-A8DB-0ADC146240E8}"/>
    <dgm:cxn modelId="{D353FAA0-1E45-432B-8708-ED6FFC8C1496}" type="presOf" srcId="{F8C90F85-D52B-422F-80A2-7AA424E68DEF}" destId="{004542EA-FB53-490B-909C-1E7C01FD1C28}" srcOrd="0" destOrd="0" presId="urn:microsoft.com/office/officeart/2008/layout/LinedList"/>
    <dgm:cxn modelId="{1B81F2BE-3B6E-4B7B-B078-BF4356E9A5EC}" type="presOf" srcId="{22EB2FD8-F6BE-404F-BDAB-453EB9D9C71D}" destId="{E5939324-16DB-4AEC-A3C8-9E067EF8AAD0}" srcOrd="0" destOrd="0" presId="urn:microsoft.com/office/officeart/2008/layout/LinedList"/>
    <dgm:cxn modelId="{CC9709D6-9CBC-47F5-BB45-729E5C753EAF}" srcId="{44887788-AB64-4217-A1E2-8B040B42764F}" destId="{5757CD46-71F6-4135-93DF-9D94ABD50C17}" srcOrd="0" destOrd="0" parTransId="{4C73B3BC-6F2B-4DF9-B89C-32DAE5A07053}" sibTransId="{06451D02-3A3E-4DE6-A139-A78B4792D0A4}"/>
    <dgm:cxn modelId="{6782FDD0-F704-4FD4-8F5D-0862E0A33FDF}" type="presParOf" srcId="{189F5EC6-E2E8-4315-95BE-3086445C2956}" destId="{80522C3F-B4BE-4C7F-BBC9-CEF775148193}" srcOrd="0" destOrd="0" presId="urn:microsoft.com/office/officeart/2008/layout/LinedList"/>
    <dgm:cxn modelId="{51FF02B2-28C0-4A66-B84B-FE63E60955D9}" type="presParOf" srcId="{189F5EC6-E2E8-4315-95BE-3086445C2956}" destId="{72D53A0F-B4F3-472E-BA19-7BD513E86971}" srcOrd="1" destOrd="0" presId="urn:microsoft.com/office/officeart/2008/layout/LinedList"/>
    <dgm:cxn modelId="{BD626058-32AC-49B1-B86D-31B35149EACA}" type="presParOf" srcId="{72D53A0F-B4F3-472E-BA19-7BD513E86971}" destId="{860CDDA9-99A2-4BF6-BAE9-DAE8BBDF7BA2}" srcOrd="0" destOrd="0" presId="urn:microsoft.com/office/officeart/2008/layout/LinedList"/>
    <dgm:cxn modelId="{30D406C1-89B6-4E17-81EA-3A1B4E65E092}" type="presParOf" srcId="{72D53A0F-B4F3-472E-BA19-7BD513E86971}" destId="{D616663C-EF80-46D4-BA25-32E0A5559A3E}" srcOrd="1" destOrd="0" presId="urn:microsoft.com/office/officeart/2008/layout/LinedList"/>
    <dgm:cxn modelId="{DBDCE1A5-3E92-4720-B111-5F1F5E16891C}" type="presParOf" srcId="{189F5EC6-E2E8-4315-95BE-3086445C2956}" destId="{548A4900-1475-445E-B46F-F141C177D8C6}" srcOrd="2" destOrd="0" presId="urn:microsoft.com/office/officeart/2008/layout/LinedList"/>
    <dgm:cxn modelId="{A7F3DE26-245A-46A8-B15B-C7D3E843D169}" type="presParOf" srcId="{189F5EC6-E2E8-4315-95BE-3086445C2956}" destId="{DA1B21A7-9B42-46D3-9886-E2001DE8A4A6}" srcOrd="3" destOrd="0" presId="urn:microsoft.com/office/officeart/2008/layout/LinedList"/>
    <dgm:cxn modelId="{794105F5-C1AC-4435-A5DE-26D65ACA00D9}" type="presParOf" srcId="{DA1B21A7-9B42-46D3-9886-E2001DE8A4A6}" destId="{004542EA-FB53-490B-909C-1E7C01FD1C28}" srcOrd="0" destOrd="0" presId="urn:microsoft.com/office/officeart/2008/layout/LinedList"/>
    <dgm:cxn modelId="{B54E3EE6-7587-4A42-99F2-A71110D95066}" type="presParOf" srcId="{DA1B21A7-9B42-46D3-9886-E2001DE8A4A6}" destId="{73F4333C-2BA2-4E3C-8802-C2C79178F9F5}" srcOrd="1" destOrd="0" presId="urn:microsoft.com/office/officeart/2008/layout/LinedList"/>
    <dgm:cxn modelId="{B1192DF3-688F-43B1-A34C-A52FC3EC3223}" type="presParOf" srcId="{189F5EC6-E2E8-4315-95BE-3086445C2956}" destId="{ED7A2B42-4396-4D46-86D3-C801ED9E0663}" srcOrd="4" destOrd="0" presId="urn:microsoft.com/office/officeart/2008/layout/LinedList"/>
    <dgm:cxn modelId="{30B31632-D63F-48CD-8126-A94EE995CF9F}" type="presParOf" srcId="{189F5EC6-E2E8-4315-95BE-3086445C2956}" destId="{E7447D0F-1D2E-4D1A-8B9F-285B801FB547}" srcOrd="5" destOrd="0" presId="urn:microsoft.com/office/officeart/2008/layout/LinedList"/>
    <dgm:cxn modelId="{27031AAF-41EC-45C6-97AD-3AA34D1BF5D6}" type="presParOf" srcId="{E7447D0F-1D2E-4D1A-8B9F-285B801FB547}" destId="{01C347F5-3618-4084-AF62-00113F585C8D}" srcOrd="0" destOrd="0" presId="urn:microsoft.com/office/officeart/2008/layout/LinedList"/>
    <dgm:cxn modelId="{1AFCDE30-BE01-4E93-8B50-CAE600ABA259}" type="presParOf" srcId="{E7447D0F-1D2E-4D1A-8B9F-285B801FB547}" destId="{79CB76C5-71CA-4106-A736-C1C60AA0FCAE}" srcOrd="1" destOrd="0" presId="urn:microsoft.com/office/officeart/2008/layout/LinedList"/>
    <dgm:cxn modelId="{242B9417-BF70-4CE0-8C13-70C87ABA475D}" type="presParOf" srcId="{189F5EC6-E2E8-4315-95BE-3086445C2956}" destId="{6204963B-3CF8-41CA-B822-021C63E02247}" srcOrd="6" destOrd="0" presId="urn:microsoft.com/office/officeart/2008/layout/LinedList"/>
    <dgm:cxn modelId="{833A4870-E5F0-4501-A639-A0AAF7709A87}" type="presParOf" srcId="{189F5EC6-E2E8-4315-95BE-3086445C2956}" destId="{AEB63DAB-7A67-4FAD-B8F5-6DD47D5ADC91}" srcOrd="7" destOrd="0" presId="urn:microsoft.com/office/officeart/2008/layout/LinedList"/>
    <dgm:cxn modelId="{25308A98-4954-483F-8F0F-510BE4D20B9A}" type="presParOf" srcId="{AEB63DAB-7A67-4FAD-B8F5-6DD47D5ADC91}" destId="{E5939324-16DB-4AEC-A3C8-9E067EF8AAD0}" srcOrd="0" destOrd="0" presId="urn:microsoft.com/office/officeart/2008/layout/LinedList"/>
    <dgm:cxn modelId="{19966B5E-C756-4BD7-A962-E4A01DE430BD}" type="presParOf" srcId="{AEB63DAB-7A67-4FAD-B8F5-6DD47D5ADC91}" destId="{925121CD-8DF2-42AA-AB66-F0780E64BE2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F406C2F-4F91-4DB0-AEB9-A5C78F45BBC2}" type="doc">
      <dgm:prSet loTypeId="urn:microsoft.com/office/officeart/2005/8/layout/vProcess5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FB9044F3-8509-4B1C-B40A-609098CE4077}">
      <dgm:prSet phldrT="[Tekst]"/>
      <dgm:spPr/>
      <dgm:t>
        <a:bodyPr/>
        <a:lstStyle/>
        <a:p>
          <a:pPr>
            <a:buNone/>
          </a:pPr>
          <a:r>
            <a:rPr lang="da-DK" b="0" i="0" dirty="0"/>
            <a:t>Analyse:</a:t>
          </a:r>
          <a:endParaRPr lang="da-DK" dirty="0"/>
        </a:p>
      </dgm:t>
    </dgm:pt>
    <dgm:pt modelId="{E8E3924D-264F-417B-91CF-6A69B0A9639B}" type="parTrans" cxnId="{9032EE0E-FC4F-488E-8095-F2105AB0BF72}">
      <dgm:prSet/>
      <dgm:spPr/>
      <dgm:t>
        <a:bodyPr/>
        <a:lstStyle/>
        <a:p>
          <a:endParaRPr lang="da-DK"/>
        </a:p>
      </dgm:t>
    </dgm:pt>
    <dgm:pt modelId="{9159E51A-7D59-4003-9FD5-017568247773}" type="sibTrans" cxnId="{9032EE0E-FC4F-488E-8095-F2105AB0BF72}">
      <dgm:prSet/>
      <dgm:spPr/>
      <dgm:t>
        <a:bodyPr/>
        <a:lstStyle/>
        <a:p>
          <a:endParaRPr lang="da-DK"/>
        </a:p>
      </dgm:t>
    </dgm:pt>
    <dgm:pt modelId="{3FC60254-4450-4E78-B150-E155BAD1AC4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Risiko for </a:t>
          </a:r>
          <a:r>
            <a:rPr lang="da-DK" b="0" i="0" dirty="0" err="1"/>
            <a:t>brute</a:t>
          </a:r>
          <a:r>
            <a:rPr lang="da-DK" b="0" i="0" dirty="0"/>
            <a:t> force</a:t>
          </a:r>
        </a:p>
      </dgm:t>
    </dgm:pt>
    <dgm:pt modelId="{4F59F773-EA3C-4A3C-B0A7-83FBBABF26AD}" type="parTrans" cxnId="{A4FE22C9-E17E-4C05-8260-9C4777B4A408}">
      <dgm:prSet/>
      <dgm:spPr/>
      <dgm:t>
        <a:bodyPr/>
        <a:lstStyle/>
        <a:p>
          <a:endParaRPr lang="da-DK"/>
        </a:p>
      </dgm:t>
    </dgm:pt>
    <dgm:pt modelId="{6D5B3796-529C-43A5-BA16-F455D66C0C9A}" type="sibTrans" cxnId="{A4FE22C9-E17E-4C05-8260-9C4777B4A408}">
      <dgm:prSet/>
      <dgm:spPr/>
      <dgm:t>
        <a:bodyPr/>
        <a:lstStyle/>
        <a:p>
          <a:endParaRPr lang="da-DK"/>
        </a:p>
      </dgm:t>
    </dgm:pt>
    <dgm:pt modelId="{62449E12-6EAE-412C-9BFF-2D648FD170ED}">
      <dgm:prSet/>
      <dgm:spPr/>
      <dgm:t>
        <a:bodyPr/>
        <a:lstStyle/>
        <a:p>
          <a:pPr>
            <a:buNone/>
          </a:pPr>
          <a:r>
            <a:rPr lang="da-DK" b="0" i="0" dirty="0"/>
            <a:t>Designprincip brudt:</a:t>
          </a:r>
        </a:p>
      </dgm:t>
    </dgm:pt>
    <dgm:pt modelId="{43923FA9-990F-4935-8AD6-E46B38544DDB}" type="parTrans" cxnId="{1F0A53D5-84C9-4DA5-ACFF-9D9848A9E194}">
      <dgm:prSet/>
      <dgm:spPr/>
      <dgm:t>
        <a:bodyPr/>
        <a:lstStyle/>
        <a:p>
          <a:endParaRPr lang="da-DK"/>
        </a:p>
      </dgm:t>
    </dgm:pt>
    <dgm:pt modelId="{2CEF58B2-34F6-494F-8F17-470DAA6EFDC8}" type="sibTrans" cxnId="{1F0A53D5-84C9-4DA5-ACFF-9D9848A9E194}">
      <dgm:prSet/>
      <dgm:spPr/>
      <dgm:t>
        <a:bodyPr/>
        <a:lstStyle/>
        <a:p>
          <a:endParaRPr lang="da-DK"/>
        </a:p>
      </dgm:t>
    </dgm:pt>
    <dgm:pt modelId="{076473E5-C98B-49A0-AB5D-F6FF3BCC748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Secure defaults</a:t>
          </a:r>
        </a:p>
      </dgm:t>
    </dgm:pt>
    <dgm:pt modelId="{3DCD9019-AECD-4542-AC14-6A138A158E6C}" type="parTrans" cxnId="{5615FAFE-2A80-47C7-A087-C8BC2C2DD816}">
      <dgm:prSet/>
      <dgm:spPr/>
      <dgm:t>
        <a:bodyPr/>
        <a:lstStyle/>
        <a:p>
          <a:endParaRPr lang="da-DK"/>
        </a:p>
      </dgm:t>
    </dgm:pt>
    <dgm:pt modelId="{60842138-5E1C-490A-B132-49DE2CACAD5D}" type="sibTrans" cxnId="{5615FAFE-2A80-47C7-A087-C8BC2C2DD816}">
      <dgm:prSet/>
      <dgm:spPr/>
      <dgm:t>
        <a:bodyPr/>
        <a:lstStyle/>
        <a:p>
          <a:endParaRPr lang="da-DK"/>
        </a:p>
      </dgm:t>
    </dgm:pt>
    <dgm:pt modelId="{D84E2FE5-736D-4D5D-9F51-F3864B39FF0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 err="1"/>
            <a:t>Defense</a:t>
          </a:r>
          <a:r>
            <a:rPr lang="da-DK" b="0" i="0" dirty="0"/>
            <a:t> in </a:t>
          </a:r>
          <a:r>
            <a:rPr lang="da-DK" b="0" i="0" dirty="0" err="1"/>
            <a:t>depth</a:t>
          </a:r>
          <a:endParaRPr lang="da-DK" b="0" i="0" dirty="0"/>
        </a:p>
      </dgm:t>
    </dgm:pt>
    <dgm:pt modelId="{9FDF54B2-3760-44ED-ABAC-90874578D556}" type="parTrans" cxnId="{9C52AC49-27DC-431F-80C3-4C1A1B9E4E1F}">
      <dgm:prSet/>
      <dgm:spPr/>
      <dgm:t>
        <a:bodyPr/>
        <a:lstStyle/>
        <a:p>
          <a:endParaRPr lang="da-DK"/>
        </a:p>
      </dgm:t>
    </dgm:pt>
    <dgm:pt modelId="{F1CDA4B4-912F-4E12-8FB4-5ED21059AFA0}" type="sibTrans" cxnId="{9C52AC49-27DC-431F-80C3-4C1A1B9E4E1F}">
      <dgm:prSet/>
      <dgm:spPr/>
      <dgm:t>
        <a:bodyPr/>
        <a:lstStyle/>
        <a:p>
          <a:endParaRPr lang="da-DK"/>
        </a:p>
      </dgm:t>
    </dgm:pt>
    <dgm:pt modelId="{8961434D-BDAC-4CAB-BBAE-202331227E27}">
      <dgm:prSet/>
      <dgm:spPr/>
      <dgm:t>
        <a:bodyPr/>
        <a:lstStyle/>
        <a:p>
          <a:pPr>
            <a:buNone/>
          </a:pPr>
          <a:r>
            <a:rPr lang="da-DK" b="0" i="0" dirty="0"/>
            <a:t>Afhjælpning:</a:t>
          </a:r>
        </a:p>
      </dgm:t>
    </dgm:pt>
    <dgm:pt modelId="{26873388-0FC1-43B3-8A4C-E34B4B1D4ABF}" type="parTrans" cxnId="{C62256F5-A0DD-4508-BE7D-D0B7BB343E1F}">
      <dgm:prSet/>
      <dgm:spPr/>
      <dgm:t>
        <a:bodyPr/>
        <a:lstStyle/>
        <a:p>
          <a:endParaRPr lang="da-DK"/>
        </a:p>
      </dgm:t>
    </dgm:pt>
    <dgm:pt modelId="{C14B2E34-52BB-4CD3-BB56-EF43D54626BD}" type="sibTrans" cxnId="{C62256F5-A0DD-4508-BE7D-D0B7BB343E1F}">
      <dgm:prSet/>
      <dgm:spPr/>
      <dgm:t>
        <a:bodyPr/>
        <a:lstStyle/>
        <a:p>
          <a:endParaRPr lang="da-DK"/>
        </a:p>
      </dgm:t>
    </dgm:pt>
    <dgm:pt modelId="{D0529209-BFEA-4019-A488-1C9C4B52FEF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Rate </a:t>
          </a:r>
          <a:r>
            <a:rPr lang="da-DK" b="0" i="0" dirty="0" err="1"/>
            <a:t>limiting</a:t>
          </a:r>
          <a:endParaRPr lang="da-DK" b="0" i="0" dirty="0"/>
        </a:p>
      </dgm:t>
    </dgm:pt>
    <dgm:pt modelId="{CB1A562B-FF44-4F93-8E80-7A08B917722D}" type="parTrans" cxnId="{CE2E591B-38D7-463C-B637-82B2432509A9}">
      <dgm:prSet/>
      <dgm:spPr/>
      <dgm:t>
        <a:bodyPr/>
        <a:lstStyle/>
        <a:p>
          <a:endParaRPr lang="da-DK"/>
        </a:p>
      </dgm:t>
    </dgm:pt>
    <dgm:pt modelId="{A8EF3838-C84A-4A24-B059-1D885CFB1CBA}" type="sibTrans" cxnId="{CE2E591B-38D7-463C-B637-82B2432509A9}">
      <dgm:prSet/>
      <dgm:spPr/>
      <dgm:t>
        <a:bodyPr/>
        <a:lstStyle/>
        <a:p>
          <a:endParaRPr lang="da-DK"/>
        </a:p>
      </dgm:t>
    </dgm:pt>
    <dgm:pt modelId="{7D325152-CF54-41BF-AF61-84AC02E6E5B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Konto‑lockout</a:t>
          </a:r>
        </a:p>
      </dgm:t>
    </dgm:pt>
    <dgm:pt modelId="{1B34E3DA-C4FD-41A7-BB59-C0800B5FFCC4}" type="parTrans" cxnId="{64DD06BE-FB51-4F3F-9C87-3615F5745E54}">
      <dgm:prSet/>
      <dgm:spPr/>
      <dgm:t>
        <a:bodyPr/>
        <a:lstStyle/>
        <a:p>
          <a:endParaRPr lang="da-DK"/>
        </a:p>
      </dgm:t>
    </dgm:pt>
    <dgm:pt modelId="{E5F88E06-EE3B-41F0-AD41-89EAE1DC6F18}" type="sibTrans" cxnId="{64DD06BE-FB51-4F3F-9C87-3615F5745E54}">
      <dgm:prSet/>
      <dgm:spPr/>
      <dgm:t>
        <a:bodyPr/>
        <a:lstStyle/>
        <a:p>
          <a:endParaRPr lang="da-DK"/>
        </a:p>
      </dgm:t>
    </dgm:pt>
    <dgm:pt modelId="{764A365D-FAE3-4DDF-BD9A-0A64E283C15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 err="1"/>
            <a:t>Logging</a:t>
          </a:r>
          <a:endParaRPr lang="da-DK" b="0" i="0" dirty="0"/>
        </a:p>
      </dgm:t>
    </dgm:pt>
    <dgm:pt modelId="{41EFECA8-D97B-44B3-84FF-D39CF0DB8877}" type="parTrans" cxnId="{46064E44-5DB6-4084-8253-38F07608376B}">
      <dgm:prSet/>
      <dgm:spPr/>
      <dgm:t>
        <a:bodyPr/>
        <a:lstStyle/>
        <a:p>
          <a:endParaRPr lang="da-DK"/>
        </a:p>
      </dgm:t>
    </dgm:pt>
    <dgm:pt modelId="{277E31B4-C024-4F79-B7D3-58BB03AB404A}" type="sibTrans" cxnId="{46064E44-5DB6-4084-8253-38F07608376B}">
      <dgm:prSet/>
      <dgm:spPr/>
      <dgm:t>
        <a:bodyPr/>
        <a:lstStyle/>
        <a:p>
          <a:endParaRPr lang="da-DK"/>
        </a:p>
      </dgm:t>
    </dgm:pt>
    <dgm:pt modelId="{B379C971-9A0C-44D2-8BDA-F5D9409D66C9}" type="pres">
      <dgm:prSet presAssocID="{BF406C2F-4F91-4DB0-AEB9-A5C78F45BBC2}" presName="outerComposite" presStyleCnt="0">
        <dgm:presLayoutVars>
          <dgm:chMax val="5"/>
          <dgm:dir/>
          <dgm:resizeHandles val="exact"/>
        </dgm:presLayoutVars>
      </dgm:prSet>
      <dgm:spPr/>
    </dgm:pt>
    <dgm:pt modelId="{CCE02B8A-2C8C-48E3-8985-28D26FCC9F53}" type="pres">
      <dgm:prSet presAssocID="{BF406C2F-4F91-4DB0-AEB9-A5C78F45BBC2}" presName="dummyMaxCanvas" presStyleCnt="0">
        <dgm:presLayoutVars/>
      </dgm:prSet>
      <dgm:spPr/>
    </dgm:pt>
    <dgm:pt modelId="{F309C9E3-C701-4A52-987C-5CC54D0AF8CF}" type="pres">
      <dgm:prSet presAssocID="{BF406C2F-4F91-4DB0-AEB9-A5C78F45BBC2}" presName="ThreeNodes_1" presStyleLbl="node1" presStyleIdx="0" presStyleCnt="3">
        <dgm:presLayoutVars>
          <dgm:bulletEnabled val="1"/>
        </dgm:presLayoutVars>
      </dgm:prSet>
      <dgm:spPr/>
    </dgm:pt>
    <dgm:pt modelId="{93F64864-111B-47CA-9518-B8F02C794305}" type="pres">
      <dgm:prSet presAssocID="{BF406C2F-4F91-4DB0-AEB9-A5C78F45BBC2}" presName="ThreeNodes_2" presStyleLbl="node1" presStyleIdx="1" presStyleCnt="3">
        <dgm:presLayoutVars>
          <dgm:bulletEnabled val="1"/>
        </dgm:presLayoutVars>
      </dgm:prSet>
      <dgm:spPr/>
    </dgm:pt>
    <dgm:pt modelId="{82FA2881-730D-4A55-AD6B-14192CEB264E}" type="pres">
      <dgm:prSet presAssocID="{BF406C2F-4F91-4DB0-AEB9-A5C78F45BBC2}" presName="ThreeNodes_3" presStyleLbl="node1" presStyleIdx="2" presStyleCnt="3">
        <dgm:presLayoutVars>
          <dgm:bulletEnabled val="1"/>
        </dgm:presLayoutVars>
      </dgm:prSet>
      <dgm:spPr/>
    </dgm:pt>
    <dgm:pt modelId="{595994DA-8A68-4639-A22E-748FA02F5726}" type="pres">
      <dgm:prSet presAssocID="{BF406C2F-4F91-4DB0-AEB9-A5C78F45BBC2}" presName="ThreeConn_1-2" presStyleLbl="fgAccFollowNode1" presStyleIdx="0" presStyleCnt="2">
        <dgm:presLayoutVars>
          <dgm:bulletEnabled val="1"/>
        </dgm:presLayoutVars>
      </dgm:prSet>
      <dgm:spPr/>
    </dgm:pt>
    <dgm:pt modelId="{4137A673-4F38-49D6-882A-294E1F939744}" type="pres">
      <dgm:prSet presAssocID="{BF406C2F-4F91-4DB0-AEB9-A5C78F45BBC2}" presName="ThreeConn_2-3" presStyleLbl="fgAccFollowNode1" presStyleIdx="1" presStyleCnt="2">
        <dgm:presLayoutVars>
          <dgm:bulletEnabled val="1"/>
        </dgm:presLayoutVars>
      </dgm:prSet>
      <dgm:spPr/>
    </dgm:pt>
    <dgm:pt modelId="{67F8111A-C864-451D-AB6A-867F1535FFE5}" type="pres">
      <dgm:prSet presAssocID="{BF406C2F-4F91-4DB0-AEB9-A5C78F45BBC2}" presName="ThreeNodes_1_text" presStyleLbl="node1" presStyleIdx="2" presStyleCnt="3">
        <dgm:presLayoutVars>
          <dgm:bulletEnabled val="1"/>
        </dgm:presLayoutVars>
      </dgm:prSet>
      <dgm:spPr/>
    </dgm:pt>
    <dgm:pt modelId="{0BCF7850-B472-4153-A508-222332633508}" type="pres">
      <dgm:prSet presAssocID="{BF406C2F-4F91-4DB0-AEB9-A5C78F45BBC2}" presName="ThreeNodes_2_text" presStyleLbl="node1" presStyleIdx="2" presStyleCnt="3">
        <dgm:presLayoutVars>
          <dgm:bulletEnabled val="1"/>
        </dgm:presLayoutVars>
      </dgm:prSet>
      <dgm:spPr/>
    </dgm:pt>
    <dgm:pt modelId="{7BAF7762-16CF-49D9-82F3-A89B2A046CFA}" type="pres">
      <dgm:prSet presAssocID="{BF406C2F-4F91-4DB0-AEB9-A5C78F45BBC2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B7003D0B-1555-42B3-9DDB-A090986159FD}" type="presOf" srcId="{076473E5-C98B-49A0-AB5D-F6FF3BCC7483}" destId="{0BCF7850-B472-4153-A508-222332633508}" srcOrd="1" destOrd="1" presId="urn:microsoft.com/office/officeart/2005/8/layout/vProcess5"/>
    <dgm:cxn modelId="{9032EE0E-FC4F-488E-8095-F2105AB0BF72}" srcId="{BF406C2F-4F91-4DB0-AEB9-A5C78F45BBC2}" destId="{FB9044F3-8509-4B1C-B40A-609098CE4077}" srcOrd="0" destOrd="0" parTransId="{E8E3924D-264F-417B-91CF-6A69B0A9639B}" sibTransId="{9159E51A-7D59-4003-9FD5-017568247773}"/>
    <dgm:cxn modelId="{D25FEC16-172E-459D-B86D-1C4892BBDBF2}" type="presOf" srcId="{D84E2FE5-736D-4D5D-9F51-F3864B39FF01}" destId="{0BCF7850-B472-4153-A508-222332633508}" srcOrd="1" destOrd="2" presId="urn:microsoft.com/office/officeart/2005/8/layout/vProcess5"/>
    <dgm:cxn modelId="{04CA401A-F13C-48CA-9164-139470488031}" type="presOf" srcId="{8961434D-BDAC-4CAB-BBAE-202331227E27}" destId="{82FA2881-730D-4A55-AD6B-14192CEB264E}" srcOrd="0" destOrd="0" presId="urn:microsoft.com/office/officeart/2005/8/layout/vProcess5"/>
    <dgm:cxn modelId="{CE2E591B-38D7-463C-B637-82B2432509A9}" srcId="{8961434D-BDAC-4CAB-BBAE-202331227E27}" destId="{D0529209-BFEA-4019-A488-1C9C4B52FEF1}" srcOrd="0" destOrd="0" parTransId="{CB1A562B-FF44-4F93-8E80-7A08B917722D}" sibTransId="{A8EF3838-C84A-4A24-B059-1D885CFB1CBA}"/>
    <dgm:cxn modelId="{59464621-E132-4768-9E1A-F9F5808B7644}" type="presOf" srcId="{9159E51A-7D59-4003-9FD5-017568247773}" destId="{595994DA-8A68-4639-A22E-748FA02F5726}" srcOrd="0" destOrd="0" presId="urn:microsoft.com/office/officeart/2005/8/layout/vProcess5"/>
    <dgm:cxn modelId="{50AEA93B-6F25-43D1-B7C2-AB1691F342C5}" type="presOf" srcId="{D0529209-BFEA-4019-A488-1C9C4B52FEF1}" destId="{82FA2881-730D-4A55-AD6B-14192CEB264E}" srcOrd="0" destOrd="1" presId="urn:microsoft.com/office/officeart/2005/8/layout/vProcess5"/>
    <dgm:cxn modelId="{FDE7CD5D-9115-47CA-84C2-CB6F59910CD4}" type="presOf" srcId="{764A365D-FAE3-4DDF-BD9A-0A64E283C15D}" destId="{82FA2881-730D-4A55-AD6B-14192CEB264E}" srcOrd="0" destOrd="3" presId="urn:microsoft.com/office/officeart/2005/8/layout/vProcess5"/>
    <dgm:cxn modelId="{62E8765E-2276-4C43-A4D6-B900676E4C44}" type="presOf" srcId="{764A365D-FAE3-4DDF-BD9A-0A64E283C15D}" destId="{7BAF7762-16CF-49D9-82F3-A89B2A046CFA}" srcOrd="1" destOrd="3" presId="urn:microsoft.com/office/officeart/2005/8/layout/vProcess5"/>
    <dgm:cxn modelId="{46064E44-5DB6-4084-8253-38F07608376B}" srcId="{8961434D-BDAC-4CAB-BBAE-202331227E27}" destId="{764A365D-FAE3-4DDF-BD9A-0A64E283C15D}" srcOrd="2" destOrd="0" parTransId="{41EFECA8-D97B-44B3-84FF-D39CF0DB8877}" sibTransId="{277E31B4-C024-4F79-B7D3-58BB03AB404A}"/>
    <dgm:cxn modelId="{3795D168-C812-4BC9-990A-069D072F9DAA}" type="presOf" srcId="{FB9044F3-8509-4B1C-B40A-609098CE4077}" destId="{F309C9E3-C701-4A52-987C-5CC54D0AF8CF}" srcOrd="0" destOrd="0" presId="urn:microsoft.com/office/officeart/2005/8/layout/vProcess5"/>
    <dgm:cxn modelId="{9C52AC49-27DC-431F-80C3-4C1A1B9E4E1F}" srcId="{62449E12-6EAE-412C-9BFF-2D648FD170ED}" destId="{D84E2FE5-736D-4D5D-9F51-F3864B39FF01}" srcOrd="1" destOrd="0" parTransId="{9FDF54B2-3760-44ED-ABAC-90874578D556}" sibTransId="{F1CDA4B4-912F-4E12-8FB4-5ED21059AFA0}"/>
    <dgm:cxn modelId="{70185D4C-F5C1-42B6-BD0A-982D75A151C3}" type="presOf" srcId="{BF406C2F-4F91-4DB0-AEB9-A5C78F45BBC2}" destId="{B379C971-9A0C-44D2-8BDA-F5D9409D66C9}" srcOrd="0" destOrd="0" presId="urn:microsoft.com/office/officeart/2005/8/layout/vProcess5"/>
    <dgm:cxn modelId="{A9A9C96F-7D8A-4A63-B6A5-46032A5663C7}" type="presOf" srcId="{076473E5-C98B-49A0-AB5D-F6FF3BCC7483}" destId="{93F64864-111B-47CA-9518-B8F02C794305}" srcOrd="0" destOrd="1" presId="urn:microsoft.com/office/officeart/2005/8/layout/vProcess5"/>
    <dgm:cxn modelId="{72202784-D093-4224-A42B-ECD0CD0ECE9B}" type="presOf" srcId="{2CEF58B2-34F6-494F-8F17-470DAA6EFDC8}" destId="{4137A673-4F38-49D6-882A-294E1F939744}" srcOrd="0" destOrd="0" presId="urn:microsoft.com/office/officeart/2005/8/layout/vProcess5"/>
    <dgm:cxn modelId="{FFAD318A-751B-47A3-863B-5A33ACE0F384}" type="presOf" srcId="{62449E12-6EAE-412C-9BFF-2D648FD170ED}" destId="{0BCF7850-B472-4153-A508-222332633508}" srcOrd="1" destOrd="0" presId="urn:microsoft.com/office/officeart/2005/8/layout/vProcess5"/>
    <dgm:cxn modelId="{8A5E4790-5B6B-409B-A9CD-76C3304DD53E}" type="presOf" srcId="{7D325152-CF54-41BF-AF61-84AC02E6E5B3}" destId="{82FA2881-730D-4A55-AD6B-14192CEB264E}" srcOrd="0" destOrd="2" presId="urn:microsoft.com/office/officeart/2005/8/layout/vProcess5"/>
    <dgm:cxn modelId="{56B67C93-9189-4B70-92DC-0BA5EE28BC8A}" type="presOf" srcId="{7D325152-CF54-41BF-AF61-84AC02E6E5B3}" destId="{7BAF7762-16CF-49D9-82F3-A89B2A046CFA}" srcOrd="1" destOrd="2" presId="urn:microsoft.com/office/officeart/2005/8/layout/vProcess5"/>
    <dgm:cxn modelId="{9E404795-D10D-438C-82F3-B67191868339}" type="presOf" srcId="{3FC60254-4450-4E78-B150-E155BAD1AC47}" destId="{67F8111A-C864-451D-AB6A-867F1535FFE5}" srcOrd="1" destOrd="1" presId="urn:microsoft.com/office/officeart/2005/8/layout/vProcess5"/>
    <dgm:cxn modelId="{DE53A295-6623-4648-B04B-008B4B5E8097}" type="presOf" srcId="{3FC60254-4450-4E78-B150-E155BAD1AC47}" destId="{F309C9E3-C701-4A52-987C-5CC54D0AF8CF}" srcOrd="0" destOrd="1" presId="urn:microsoft.com/office/officeart/2005/8/layout/vProcess5"/>
    <dgm:cxn modelId="{C0DD4CA6-BBC9-4ADB-B8B5-361A72C103DC}" type="presOf" srcId="{62449E12-6EAE-412C-9BFF-2D648FD170ED}" destId="{93F64864-111B-47CA-9518-B8F02C794305}" srcOrd="0" destOrd="0" presId="urn:microsoft.com/office/officeart/2005/8/layout/vProcess5"/>
    <dgm:cxn modelId="{78EB97B0-D8B8-4DB8-A33D-463DE9194E56}" type="presOf" srcId="{D0529209-BFEA-4019-A488-1C9C4B52FEF1}" destId="{7BAF7762-16CF-49D9-82F3-A89B2A046CFA}" srcOrd="1" destOrd="1" presId="urn:microsoft.com/office/officeart/2005/8/layout/vProcess5"/>
    <dgm:cxn modelId="{64DD06BE-FB51-4F3F-9C87-3615F5745E54}" srcId="{8961434D-BDAC-4CAB-BBAE-202331227E27}" destId="{7D325152-CF54-41BF-AF61-84AC02E6E5B3}" srcOrd="1" destOrd="0" parTransId="{1B34E3DA-C4FD-41A7-BB59-C0800B5FFCC4}" sibTransId="{E5F88E06-EE3B-41F0-AD41-89EAE1DC6F18}"/>
    <dgm:cxn modelId="{A4FE22C9-E17E-4C05-8260-9C4777B4A408}" srcId="{FB9044F3-8509-4B1C-B40A-609098CE4077}" destId="{3FC60254-4450-4E78-B150-E155BAD1AC47}" srcOrd="0" destOrd="0" parTransId="{4F59F773-EA3C-4A3C-B0A7-83FBBABF26AD}" sibTransId="{6D5B3796-529C-43A5-BA16-F455D66C0C9A}"/>
    <dgm:cxn modelId="{39A14DD0-C063-4BBF-BA2A-61F7F06E0E19}" type="presOf" srcId="{8961434D-BDAC-4CAB-BBAE-202331227E27}" destId="{7BAF7762-16CF-49D9-82F3-A89B2A046CFA}" srcOrd="1" destOrd="0" presId="urn:microsoft.com/office/officeart/2005/8/layout/vProcess5"/>
    <dgm:cxn modelId="{1F0A53D5-84C9-4DA5-ACFF-9D9848A9E194}" srcId="{BF406C2F-4F91-4DB0-AEB9-A5C78F45BBC2}" destId="{62449E12-6EAE-412C-9BFF-2D648FD170ED}" srcOrd="1" destOrd="0" parTransId="{43923FA9-990F-4935-8AD6-E46B38544DDB}" sibTransId="{2CEF58B2-34F6-494F-8F17-470DAA6EFDC8}"/>
    <dgm:cxn modelId="{D5A64CE7-8D02-4C59-B68C-6CFEA43D27AE}" type="presOf" srcId="{FB9044F3-8509-4B1C-B40A-609098CE4077}" destId="{67F8111A-C864-451D-AB6A-867F1535FFE5}" srcOrd="1" destOrd="0" presId="urn:microsoft.com/office/officeart/2005/8/layout/vProcess5"/>
    <dgm:cxn modelId="{5680B8F4-C5A6-4671-921E-08696E477832}" type="presOf" srcId="{D84E2FE5-736D-4D5D-9F51-F3864B39FF01}" destId="{93F64864-111B-47CA-9518-B8F02C794305}" srcOrd="0" destOrd="2" presId="urn:microsoft.com/office/officeart/2005/8/layout/vProcess5"/>
    <dgm:cxn modelId="{C62256F5-A0DD-4508-BE7D-D0B7BB343E1F}" srcId="{BF406C2F-4F91-4DB0-AEB9-A5C78F45BBC2}" destId="{8961434D-BDAC-4CAB-BBAE-202331227E27}" srcOrd="2" destOrd="0" parTransId="{26873388-0FC1-43B3-8A4C-E34B4B1D4ABF}" sibTransId="{C14B2E34-52BB-4CD3-BB56-EF43D54626BD}"/>
    <dgm:cxn modelId="{5615FAFE-2A80-47C7-A087-C8BC2C2DD816}" srcId="{62449E12-6EAE-412C-9BFF-2D648FD170ED}" destId="{076473E5-C98B-49A0-AB5D-F6FF3BCC7483}" srcOrd="0" destOrd="0" parTransId="{3DCD9019-AECD-4542-AC14-6A138A158E6C}" sibTransId="{60842138-5E1C-490A-B132-49DE2CACAD5D}"/>
    <dgm:cxn modelId="{DD22AC99-F0C7-49AD-9817-760DA141456F}" type="presParOf" srcId="{B379C971-9A0C-44D2-8BDA-F5D9409D66C9}" destId="{CCE02B8A-2C8C-48E3-8985-28D26FCC9F53}" srcOrd="0" destOrd="0" presId="urn:microsoft.com/office/officeart/2005/8/layout/vProcess5"/>
    <dgm:cxn modelId="{2C29861C-0E20-4CB7-9CFC-949E13F7D672}" type="presParOf" srcId="{B379C971-9A0C-44D2-8BDA-F5D9409D66C9}" destId="{F309C9E3-C701-4A52-987C-5CC54D0AF8CF}" srcOrd="1" destOrd="0" presId="urn:microsoft.com/office/officeart/2005/8/layout/vProcess5"/>
    <dgm:cxn modelId="{4AF18786-52CB-4B58-AF94-626D8E2BCA1F}" type="presParOf" srcId="{B379C971-9A0C-44D2-8BDA-F5D9409D66C9}" destId="{93F64864-111B-47CA-9518-B8F02C794305}" srcOrd="2" destOrd="0" presId="urn:microsoft.com/office/officeart/2005/8/layout/vProcess5"/>
    <dgm:cxn modelId="{D45055D2-0C2E-453A-9A14-E7D9BF4EC4A9}" type="presParOf" srcId="{B379C971-9A0C-44D2-8BDA-F5D9409D66C9}" destId="{82FA2881-730D-4A55-AD6B-14192CEB264E}" srcOrd="3" destOrd="0" presId="urn:microsoft.com/office/officeart/2005/8/layout/vProcess5"/>
    <dgm:cxn modelId="{B1554EC9-8CE9-4539-9DE1-647F5253E609}" type="presParOf" srcId="{B379C971-9A0C-44D2-8BDA-F5D9409D66C9}" destId="{595994DA-8A68-4639-A22E-748FA02F5726}" srcOrd="4" destOrd="0" presId="urn:microsoft.com/office/officeart/2005/8/layout/vProcess5"/>
    <dgm:cxn modelId="{1DEFEA06-356A-4C09-8E45-BB9DCB5EEC29}" type="presParOf" srcId="{B379C971-9A0C-44D2-8BDA-F5D9409D66C9}" destId="{4137A673-4F38-49D6-882A-294E1F939744}" srcOrd="5" destOrd="0" presId="urn:microsoft.com/office/officeart/2005/8/layout/vProcess5"/>
    <dgm:cxn modelId="{3408CB4E-18C7-4AC2-87A5-C341E9A9CA74}" type="presParOf" srcId="{B379C971-9A0C-44D2-8BDA-F5D9409D66C9}" destId="{67F8111A-C864-451D-AB6A-867F1535FFE5}" srcOrd="6" destOrd="0" presId="urn:microsoft.com/office/officeart/2005/8/layout/vProcess5"/>
    <dgm:cxn modelId="{EB49A0E9-2739-4A19-B66D-9A714A6BFD20}" type="presParOf" srcId="{B379C971-9A0C-44D2-8BDA-F5D9409D66C9}" destId="{0BCF7850-B472-4153-A508-222332633508}" srcOrd="7" destOrd="0" presId="urn:microsoft.com/office/officeart/2005/8/layout/vProcess5"/>
    <dgm:cxn modelId="{A62D880E-1D9D-49F9-ADBC-219D21F60AD0}" type="presParOf" srcId="{B379C971-9A0C-44D2-8BDA-F5D9409D66C9}" destId="{7BAF7762-16CF-49D9-82F3-A89B2A046CFA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8A7943-58DA-4C14-89CC-D806BC4C21BC}">
      <dsp:nvSpPr>
        <dsp:cNvPr id="0" name=""/>
        <dsp:cNvSpPr/>
      </dsp:nvSpPr>
      <dsp:spPr>
        <a:xfrm>
          <a:off x="0" y="2119"/>
          <a:ext cx="5384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F86D3C-4205-4523-BC8C-B5F489ED0F73}">
      <dsp:nvSpPr>
        <dsp:cNvPr id="0" name=""/>
        <dsp:cNvSpPr/>
      </dsp:nvSpPr>
      <dsp:spPr>
        <a:xfrm>
          <a:off x="0" y="2119"/>
          <a:ext cx="5384800" cy="1445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700" b="0" i="0" kern="1200" noProof="0" dirty="0"/>
            <a:t>Hvorfor tester vi sikkerhed? </a:t>
          </a:r>
          <a:endParaRPr lang="da-DK" sz="3700" kern="1200" noProof="0" dirty="0"/>
        </a:p>
      </dsp:txBody>
      <dsp:txXfrm>
        <a:off x="0" y="2119"/>
        <a:ext cx="5384800" cy="1445328"/>
      </dsp:txXfrm>
    </dsp:sp>
    <dsp:sp modelId="{5F025365-EB11-4FF8-BC54-F51578109451}">
      <dsp:nvSpPr>
        <dsp:cNvPr id="0" name=""/>
        <dsp:cNvSpPr/>
      </dsp:nvSpPr>
      <dsp:spPr>
        <a:xfrm>
          <a:off x="0" y="1447448"/>
          <a:ext cx="5384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854518-F5F3-4FCF-898C-EBE605F83F65}">
      <dsp:nvSpPr>
        <dsp:cNvPr id="0" name=""/>
        <dsp:cNvSpPr/>
      </dsp:nvSpPr>
      <dsp:spPr>
        <a:xfrm>
          <a:off x="0" y="1447448"/>
          <a:ext cx="5384800" cy="1445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700" b="0" i="0" kern="1200" noProof="0" dirty="0"/>
            <a:t>Hvad adskiller penetration </a:t>
          </a:r>
          <a:r>
            <a:rPr lang="da-DK" sz="3700" b="0" i="0" kern="1200" noProof="0" dirty="0" err="1"/>
            <a:t>testing</a:t>
          </a:r>
          <a:r>
            <a:rPr lang="da-DK" sz="3700" b="0" i="0" kern="1200" noProof="0" dirty="0"/>
            <a:t> fra ulovlig hacking? </a:t>
          </a:r>
          <a:endParaRPr lang="da-DK" sz="3700" kern="1200" noProof="0" dirty="0"/>
        </a:p>
      </dsp:txBody>
      <dsp:txXfrm>
        <a:off x="0" y="1447448"/>
        <a:ext cx="5384800" cy="1445328"/>
      </dsp:txXfrm>
    </dsp:sp>
    <dsp:sp modelId="{A2791301-EB59-4241-9148-03FF056E10B0}">
      <dsp:nvSpPr>
        <dsp:cNvPr id="0" name=""/>
        <dsp:cNvSpPr/>
      </dsp:nvSpPr>
      <dsp:spPr>
        <a:xfrm>
          <a:off x="0" y="2892776"/>
          <a:ext cx="5384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DA97EA-999E-478D-8748-8F4A8CA3A02B}">
      <dsp:nvSpPr>
        <dsp:cNvPr id="0" name=""/>
        <dsp:cNvSpPr/>
      </dsp:nvSpPr>
      <dsp:spPr>
        <a:xfrm>
          <a:off x="0" y="2892776"/>
          <a:ext cx="5384800" cy="1445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700" b="0" i="0" kern="1200" noProof="0" dirty="0"/>
            <a:t>Hvordan bruges Kali Linux i et kontrolleret testmiljø?</a:t>
          </a:r>
          <a:endParaRPr lang="da-DK" sz="3700" kern="1200" noProof="0" dirty="0"/>
        </a:p>
      </dsp:txBody>
      <dsp:txXfrm>
        <a:off x="0" y="2892776"/>
        <a:ext cx="5384800" cy="14453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DA36D5-61F2-484A-B5C5-27D4B22F15CF}">
      <dsp:nvSpPr>
        <dsp:cNvPr id="0" name=""/>
        <dsp:cNvSpPr/>
      </dsp:nvSpPr>
      <dsp:spPr>
        <a:xfrm>
          <a:off x="2211285" y="753563"/>
          <a:ext cx="6949632" cy="3591527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139A87-BE11-447B-A98C-73B7615CDF66}">
      <dsp:nvSpPr>
        <dsp:cNvPr id="0" name=""/>
        <dsp:cNvSpPr/>
      </dsp:nvSpPr>
      <dsp:spPr>
        <a:xfrm>
          <a:off x="2418975" y="1173597"/>
          <a:ext cx="3227185" cy="30725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b="0" i="0" kern="1200" noProof="0" dirty="0"/>
            <a:t>Penetration </a:t>
          </a:r>
          <a:r>
            <a:rPr lang="da-DK" sz="3200" b="0" i="0" kern="1200" noProof="0" dirty="0" err="1"/>
            <a:t>testing</a:t>
          </a:r>
          <a:r>
            <a:rPr lang="da-DK" sz="3200" b="0" i="0" kern="1200" noProof="0" dirty="0"/>
            <a:t>:</a:t>
          </a:r>
          <a:endParaRPr lang="da-DK" sz="3200" kern="1200" noProof="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2500" b="0" i="0" kern="1200" noProof="0" dirty="0"/>
            <a:t>Skriftlig tilladelse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2500" b="0" i="0" kern="1200" noProof="0" dirty="0"/>
            <a:t>Dokumenteret proces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2500" b="0" i="0" kern="1200" noProof="0" dirty="0"/>
            <a:t>Forbedring af sikkerhed</a:t>
          </a:r>
        </a:p>
      </dsp:txBody>
      <dsp:txXfrm>
        <a:off x="2418975" y="1173597"/>
        <a:ext cx="3227185" cy="3072508"/>
      </dsp:txXfrm>
    </dsp:sp>
    <dsp:sp modelId="{3DEE8770-C6D9-451A-B9A1-7EAD29C226F4}">
      <dsp:nvSpPr>
        <dsp:cNvPr id="0" name=""/>
        <dsp:cNvSpPr/>
      </dsp:nvSpPr>
      <dsp:spPr>
        <a:xfrm>
          <a:off x="5718054" y="1173597"/>
          <a:ext cx="3227185" cy="30725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b="0" i="0" kern="1200" noProof="0" dirty="0"/>
            <a:t>Ulovlig hacking:</a:t>
          </a:r>
          <a:endParaRPr lang="da-DK" sz="3200" kern="1200" noProof="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2500" b="0" i="0" kern="1200" noProof="0" dirty="0"/>
            <a:t>Ingen tilladelse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2500" b="0" i="0" kern="1200" noProof="0" dirty="0"/>
            <a:t>Skjult handling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2500" b="0" i="0" kern="1200" noProof="0" dirty="0"/>
            <a:t>Personlig gevinst, sabotage eller spionage</a:t>
          </a:r>
        </a:p>
      </dsp:txBody>
      <dsp:txXfrm>
        <a:off x="5718054" y="1173597"/>
        <a:ext cx="3227185" cy="3072508"/>
      </dsp:txXfrm>
    </dsp:sp>
    <dsp:sp modelId="{DC75E915-9A0C-4657-9F8B-D3BE3C444A80}">
      <dsp:nvSpPr>
        <dsp:cNvPr id="0" name=""/>
        <dsp:cNvSpPr/>
      </dsp:nvSpPr>
      <dsp:spPr>
        <a:xfrm>
          <a:off x="1492358" y="34820"/>
          <a:ext cx="1357974" cy="1357974"/>
        </a:xfrm>
        <a:prstGeom prst="plus">
          <a:avLst>
            <a:gd name="adj" fmla="val 3281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ED2249-14A3-45CF-9FB3-E374A539C2DF}">
      <dsp:nvSpPr>
        <dsp:cNvPr id="0" name=""/>
        <dsp:cNvSpPr/>
      </dsp:nvSpPr>
      <dsp:spPr>
        <a:xfrm>
          <a:off x="8202348" y="523180"/>
          <a:ext cx="1278093" cy="4379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CA66E9-58D5-4557-AD15-493B8949022B}">
      <dsp:nvSpPr>
        <dsp:cNvPr id="0" name=""/>
        <dsp:cNvSpPr/>
      </dsp:nvSpPr>
      <dsp:spPr>
        <a:xfrm>
          <a:off x="5686102" y="1180167"/>
          <a:ext cx="798" cy="2934541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C6F9DE-C8DE-480F-A77B-7D3962F267B8}">
      <dsp:nvSpPr>
        <dsp:cNvPr id="0" name=""/>
        <dsp:cNvSpPr/>
      </dsp:nvSpPr>
      <dsp:spPr>
        <a:xfrm>
          <a:off x="2303" y="0"/>
          <a:ext cx="3584376" cy="437991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t" anchorCtr="1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100" b="0" i="0" kern="1200" noProof="0" dirty="0"/>
            <a:t>Black hat</a:t>
          </a:r>
          <a:endParaRPr lang="da-DK" sz="2100" kern="1200" noProof="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600" b="0" i="0" kern="1200" noProof="0" dirty="0"/>
            <a:t>Ondsindet</a:t>
          </a:r>
          <a:endParaRPr lang="da-DK" sz="1600" kern="1200" noProof="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600" b="0" i="0" kern="1200" noProof="0" dirty="0"/>
            <a:t>Uden tilladelse</a:t>
          </a:r>
          <a:endParaRPr lang="da-DK" sz="1600" kern="1200" noProof="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600" b="0" i="0" kern="1200" noProof="0" dirty="0"/>
            <a:t>Økonomisk eller politisk motiv</a:t>
          </a:r>
          <a:endParaRPr lang="da-DK" sz="1600" kern="1200" noProof="0" dirty="0"/>
        </a:p>
      </dsp:txBody>
      <dsp:txXfrm>
        <a:off x="2303" y="1751964"/>
        <a:ext cx="3584376" cy="1751964"/>
      </dsp:txXfrm>
    </dsp:sp>
    <dsp:sp modelId="{70E5A107-5407-44FF-A40A-F7B73261832C}">
      <dsp:nvSpPr>
        <dsp:cNvPr id="0" name=""/>
        <dsp:cNvSpPr/>
      </dsp:nvSpPr>
      <dsp:spPr>
        <a:xfrm>
          <a:off x="1065236" y="262794"/>
          <a:ext cx="1458510" cy="1458510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703980-BCFB-4091-A298-AFB9D6A239AD}">
      <dsp:nvSpPr>
        <dsp:cNvPr id="0" name=""/>
        <dsp:cNvSpPr/>
      </dsp:nvSpPr>
      <dsp:spPr>
        <a:xfrm>
          <a:off x="3694211" y="0"/>
          <a:ext cx="3584376" cy="437991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t" anchorCtr="1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100" b="0" i="0" kern="1200" noProof="0" dirty="0"/>
            <a:t>Gray Hat</a:t>
          </a:r>
          <a:endParaRPr lang="da-DK" sz="2100" b="0" kern="1200" noProof="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600" b="0" i="0" kern="1200" noProof="0" dirty="0"/>
            <a:t>Mellemposition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600" b="0" i="0" kern="1200" noProof="0" dirty="0"/>
            <a:t>Tester uden tilladelse, men uden ond hensigt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600" b="0" i="0" kern="1200" noProof="0" dirty="0"/>
            <a:t>Stadig ulovligt i de fleste lande</a:t>
          </a:r>
        </a:p>
      </dsp:txBody>
      <dsp:txXfrm>
        <a:off x="3694211" y="1751964"/>
        <a:ext cx="3584376" cy="1751964"/>
      </dsp:txXfrm>
    </dsp:sp>
    <dsp:sp modelId="{0F8BB4DC-787D-4205-B27D-5AFEB8715E75}">
      <dsp:nvSpPr>
        <dsp:cNvPr id="0" name=""/>
        <dsp:cNvSpPr/>
      </dsp:nvSpPr>
      <dsp:spPr>
        <a:xfrm>
          <a:off x="4757144" y="262794"/>
          <a:ext cx="1458510" cy="1458510"/>
        </a:xfrm>
        <a:prstGeom prst="ellipse">
          <a:avLst/>
        </a:prstGeom>
        <a:blipFill dpi="0" rotWithShape="1">
          <a:blip xmlns:r="http://schemas.openxmlformats.org/officeDocument/2006/relationships" r:embed="rId2"/>
          <a:srcRect/>
          <a:stretch>
            <a:fillRect t="15833" b="15833"/>
          </a:stretch>
        </a:blip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C92247-A809-4EBA-8FA0-FF596EFB5E20}">
      <dsp:nvSpPr>
        <dsp:cNvPr id="0" name=""/>
        <dsp:cNvSpPr/>
      </dsp:nvSpPr>
      <dsp:spPr>
        <a:xfrm>
          <a:off x="7386119" y="0"/>
          <a:ext cx="3584376" cy="437991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t" anchorCtr="1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100" b="0" i="0" kern="1200" noProof="0" dirty="0"/>
            <a:t>White Hat</a:t>
          </a:r>
          <a:endParaRPr lang="da-DK" sz="2100" b="0" kern="1200" noProof="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600" b="0" i="0" kern="1200" noProof="0" dirty="0"/>
            <a:t>Lovlig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600" b="0" i="0" kern="1200" noProof="0" dirty="0"/>
            <a:t>Professionel sikkerhedstester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600" b="0" i="0" kern="1200" noProof="0" dirty="0"/>
            <a:t>Arbejder med kontrakt og rapport</a:t>
          </a:r>
        </a:p>
      </dsp:txBody>
      <dsp:txXfrm>
        <a:off x="7386119" y="1751964"/>
        <a:ext cx="3584376" cy="1751964"/>
      </dsp:txXfrm>
    </dsp:sp>
    <dsp:sp modelId="{2710182E-5945-4B84-8ADB-176F2A9B5875}">
      <dsp:nvSpPr>
        <dsp:cNvPr id="0" name=""/>
        <dsp:cNvSpPr/>
      </dsp:nvSpPr>
      <dsp:spPr>
        <a:xfrm>
          <a:off x="8449052" y="262794"/>
          <a:ext cx="1458510" cy="1458510"/>
        </a:xfrm>
        <a:prstGeom prst="ellipse">
          <a:avLst/>
        </a:prstGeom>
        <a:blipFill dpi="0" rotWithShape="1">
          <a:blip xmlns:r="http://schemas.openxmlformats.org/officeDocument/2006/relationships" r:embed="rId3"/>
          <a:srcRect/>
          <a:stretch>
            <a:fillRect t="16614" b="16614"/>
          </a:stretch>
        </a:blip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86FCB9-01B4-48D1-B42E-6447B0EAA628}">
      <dsp:nvSpPr>
        <dsp:cNvPr id="0" name=""/>
        <dsp:cNvSpPr/>
      </dsp:nvSpPr>
      <dsp:spPr>
        <a:xfrm>
          <a:off x="438912" y="3503929"/>
          <a:ext cx="10094976" cy="656986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6C91C-8042-49B3-BD79-2A9D0E9715A5}">
      <dsp:nvSpPr>
        <dsp:cNvPr id="0" name=""/>
        <dsp:cNvSpPr/>
      </dsp:nvSpPr>
      <dsp:spPr>
        <a:xfrm>
          <a:off x="920720" y="268659"/>
          <a:ext cx="3645789" cy="3645789"/>
        </a:xfrm>
        <a:prstGeom prst="pie">
          <a:avLst>
            <a:gd name="adj1" fmla="val 16200000"/>
            <a:gd name="adj2" fmla="val 2052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b="0" i="0" kern="1200" noProof="0" dirty="0"/>
            <a:t>Rekognoscering af målet</a:t>
          </a:r>
          <a:endParaRPr lang="da-DK" sz="1400" kern="1200" noProof="0" dirty="0"/>
        </a:p>
      </dsp:txBody>
      <dsp:txXfrm>
        <a:off x="2822606" y="881499"/>
        <a:ext cx="1171860" cy="781240"/>
      </dsp:txXfrm>
    </dsp:sp>
    <dsp:sp modelId="{B73ED907-0260-43FB-9825-311554C16E62}">
      <dsp:nvSpPr>
        <dsp:cNvPr id="0" name=""/>
        <dsp:cNvSpPr/>
      </dsp:nvSpPr>
      <dsp:spPr>
        <a:xfrm>
          <a:off x="951969" y="365880"/>
          <a:ext cx="3645789" cy="3645789"/>
        </a:xfrm>
        <a:prstGeom prst="pie">
          <a:avLst>
            <a:gd name="adj1" fmla="val 20520000"/>
            <a:gd name="adj2" fmla="val 324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kern="1200" dirty="0"/>
            <a:t>Analyse af angrebsfladen</a:t>
          </a:r>
          <a:endParaRPr lang="da-DK" sz="1400" kern="1200" noProof="0" dirty="0"/>
        </a:p>
      </dsp:txBody>
      <dsp:txXfrm>
        <a:off x="3300031" y="2031659"/>
        <a:ext cx="1085056" cy="868045"/>
      </dsp:txXfrm>
    </dsp:sp>
    <dsp:sp modelId="{7D89920C-F590-47EE-A0A4-719180EDB1A6}">
      <dsp:nvSpPr>
        <dsp:cNvPr id="0" name=""/>
        <dsp:cNvSpPr/>
      </dsp:nvSpPr>
      <dsp:spPr>
        <a:xfrm>
          <a:off x="869505" y="425776"/>
          <a:ext cx="3645789" cy="3645789"/>
        </a:xfrm>
        <a:prstGeom prst="pie">
          <a:avLst>
            <a:gd name="adj1" fmla="val 3240000"/>
            <a:gd name="adj2" fmla="val 756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b="0" i="0" kern="1200" noProof="0" dirty="0"/>
            <a:t>Udnyttelse af sårbarheder</a:t>
          </a:r>
          <a:endParaRPr lang="da-DK" sz="1400" kern="1200" noProof="0" dirty="0"/>
        </a:p>
      </dsp:txBody>
      <dsp:txXfrm>
        <a:off x="2171573" y="2986508"/>
        <a:ext cx="1041654" cy="954849"/>
      </dsp:txXfrm>
    </dsp:sp>
    <dsp:sp modelId="{193BF793-DED6-4B1D-915D-EB5123513B56}">
      <dsp:nvSpPr>
        <dsp:cNvPr id="0" name=""/>
        <dsp:cNvSpPr/>
      </dsp:nvSpPr>
      <dsp:spPr>
        <a:xfrm>
          <a:off x="787041" y="365880"/>
          <a:ext cx="3645789" cy="3645789"/>
        </a:xfrm>
        <a:prstGeom prst="pie">
          <a:avLst>
            <a:gd name="adj1" fmla="val 7560000"/>
            <a:gd name="adj2" fmla="val 1188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b="0" i="0" kern="1200" noProof="0" dirty="0"/>
            <a:t>Analyse</a:t>
          </a:r>
          <a:endParaRPr lang="da-DK" sz="1400" kern="1200" noProof="0" dirty="0"/>
        </a:p>
      </dsp:txBody>
      <dsp:txXfrm>
        <a:off x="999712" y="2031659"/>
        <a:ext cx="1085056" cy="868045"/>
      </dsp:txXfrm>
    </dsp:sp>
    <dsp:sp modelId="{44E8D947-69D9-4329-A04F-6907D497E730}">
      <dsp:nvSpPr>
        <dsp:cNvPr id="0" name=""/>
        <dsp:cNvSpPr/>
      </dsp:nvSpPr>
      <dsp:spPr>
        <a:xfrm>
          <a:off x="818290" y="268659"/>
          <a:ext cx="3645789" cy="3645789"/>
        </a:xfrm>
        <a:prstGeom prst="pie">
          <a:avLst>
            <a:gd name="adj1" fmla="val 11880000"/>
            <a:gd name="adj2" fmla="val 162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b="0" i="0" kern="1200" noProof="0"/>
            <a:t>Rapportering</a:t>
          </a:r>
          <a:endParaRPr lang="da-DK" sz="1400" kern="1200" noProof="0" dirty="0"/>
        </a:p>
      </dsp:txBody>
      <dsp:txXfrm>
        <a:off x="1390332" y="881499"/>
        <a:ext cx="1171860" cy="781240"/>
      </dsp:txXfrm>
    </dsp:sp>
    <dsp:sp modelId="{9BA5E8F1-E896-4BB2-A6C2-90E53DCB9424}">
      <dsp:nvSpPr>
        <dsp:cNvPr id="0" name=""/>
        <dsp:cNvSpPr/>
      </dsp:nvSpPr>
      <dsp:spPr>
        <a:xfrm>
          <a:off x="694856" y="42968"/>
          <a:ext cx="4097172" cy="4097172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4EB07F-381D-4F9B-81B5-CB2717E53D15}">
      <dsp:nvSpPr>
        <dsp:cNvPr id="0" name=""/>
        <dsp:cNvSpPr/>
      </dsp:nvSpPr>
      <dsp:spPr>
        <a:xfrm>
          <a:off x="726530" y="140157"/>
          <a:ext cx="4097172" cy="4097172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8A1455-645B-48A8-BB07-22CE3CA230AA}">
      <dsp:nvSpPr>
        <dsp:cNvPr id="0" name=""/>
        <dsp:cNvSpPr/>
      </dsp:nvSpPr>
      <dsp:spPr>
        <a:xfrm>
          <a:off x="643813" y="200235"/>
          <a:ext cx="4097172" cy="4097172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26BA94-07C9-42FB-8E4D-65BC8294F99C}">
      <dsp:nvSpPr>
        <dsp:cNvPr id="0" name=""/>
        <dsp:cNvSpPr/>
      </dsp:nvSpPr>
      <dsp:spPr>
        <a:xfrm>
          <a:off x="561097" y="140157"/>
          <a:ext cx="4097172" cy="4097172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B54DD5-F752-4239-901A-C38BB2DEF274}">
      <dsp:nvSpPr>
        <dsp:cNvPr id="0" name=""/>
        <dsp:cNvSpPr/>
      </dsp:nvSpPr>
      <dsp:spPr>
        <a:xfrm>
          <a:off x="592770" y="42968"/>
          <a:ext cx="4097172" cy="4097172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522C3F-B4BE-4C7F-BBC9-CEF775148193}">
      <dsp:nvSpPr>
        <dsp:cNvPr id="0" name=""/>
        <dsp:cNvSpPr/>
      </dsp:nvSpPr>
      <dsp:spPr>
        <a:xfrm>
          <a:off x="0" y="0"/>
          <a:ext cx="53848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0CDDA9-99A2-4BF6-BAE9-DAE8BBDF7BA2}">
      <dsp:nvSpPr>
        <dsp:cNvPr id="0" name=""/>
        <dsp:cNvSpPr/>
      </dsp:nvSpPr>
      <dsp:spPr>
        <a:xfrm>
          <a:off x="0" y="0"/>
          <a:ext cx="5384800" cy="1085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400" b="0" i="0" kern="1200" dirty="0"/>
            <a:t>Sårbarhed</a:t>
          </a:r>
          <a:endParaRPr lang="da-DK" sz="4400" kern="1200" dirty="0"/>
        </a:p>
      </dsp:txBody>
      <dsp:txXfrm>
        <a:off x="0" y="0"/>
        <a:ext cx="5384800" cy="1085056"/>
      </dsp:txXfrm>
    </dsp:sp>
    <dsp:sp modelId="{548A4900-1475-445E-B46F-F141C177D8C6}">
      <dsp:nvSpPr>
        <dsp:cNvPr id="0" name=""/>
        <dsp:cNvSpPr/>
      </dsp:nvSpPr>
      <dsp:spPr>
        <a:xfrm>
          <a:off x="0" y="1085056"/>
          <a:ext cx="53848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4542EA-FB53-490B-909C-1E7C01FD1C28}">
      <dsp:nvSpPr>
        <dsp:cNvPr id="0" name=""/>
        <dsp:cNvSpPr/>
      </dsp:nvSpPr>
      <dsp:spPr>
        <a:xfrm>
          <a:off x="0" y="1085056"/>
          <a:ext cx="5384800" cy="1085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400" b="0" i="0" kern="1200"/>
            <a:t>Risiko</a:t>
          </a:r>
          <a:endParaRPr lang="da-DK" sz="4400" kern="1200"/>
        </a:p>
      </dsp:txBody>
      <dsp:txXfrm>
        <a:off x="0" y="1085056"/>
        <a:ext cx="5384800" cy="1085056"/>
      </dsp:txXfrm>
    </dsp:sp>
    <dsp:sp modelId="{ED7A2B42-4396-4D46-86D3-C801ED9E0663}">
      <dsp:nvSpPr>
        <dsp:cNvPr id="0" name=""/>
        <dsp:cNvSpPr/>
      </dsp:nvSpPr>
      <dsp:spPr>
        <a:xfrm>
          <a:off x="0" y="2170112"/>
          <a:ext cx="53848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C347F5-3618-4084-AF62-00113F585C8D}">
      <dsp:nvSpPr>
        <dsp:cNvPr id="0" name=""/>
        <dsp:cNvSpPr/>
      </dsp:nvSpPr>
      <dsp:spPr>
        <a:xfrm>
          <a:off x="0" y="2170112"/>
          <a:ext cx="5384800" cy="1085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400" b="0" i="0" kern="1200"/>
            <a:t>Konsekvens</a:t>
          </a:r>
          <a:endParaRPr lang="da-DK" sz="4400" kern="1200"/>
        </a:p>
      </dsp:txBody>
      <dsp:txXfrm>
        <a:off x="0" y="2170112"/>
        <a:ext cx="5384800" cy="1085056"/>
      </dsp:txXfrm>
    </dsp:sp>
    <dsp:sp modelId="{6204963B-3CF8-41CA-B822-021C63E02247}">
      <dsp:nvSpPr>
        <dsp:cNvPr id="0" name=""/>
        <dsp:cNvSpPr/>
      </dsp:nvSpPr>
      <dsp:spPr>
        <a:xfrm>
          <a:off x="0" y="3255168"/>
          <a:ext cx="53848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939324-16DB-4AEC-A3C8-9E067EF8AAD0}">
      <dsp:nvSpPr>
        <dsp:cNvPr id="0" name=""/>
        <dsp:cNvSpPr/>
      </dsp:nvSpPr>
      <dsp:spPr>
        <a:xfrm>
          <a:off x="0" y="3255168"/>
          <a:ext cx="5384800" cy="1085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400" b="0" i="0" kern="1200"/>
            <a:t>Anbefalet afhjælpning</a:t>
          </a:r>
          <a:endParaRPr lang="da-DK" sz="4400" kern="1200"/>
        </a:p>
      </dsp:txBody>
      <dsp:txXfrm>
        <a:off x="0" y="3255168"/>
        <a:ext cx="5384800" cy="108505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09C9E3-C701-4A52-987C-5CC54D0AF8CF}">
      <dsp:nvSpPr>
        <dsp:cNvPr id="0" name=""/>
        <dsp:cNvSpPr/>
      </dsp:nvSpPr>
      <dsp:spPr>
        <a:xfrm>
          <a:off x="0" y="0"/>
          <a:ext cx="4577080" cy="130206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b="0" i="0" kern="1200" dirty="0"/>
            <a:t>Analyse:</a:t>
          </a:r>
          <a:endParaRPr lang="da-DK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500" b="0" i="0" kern="1200" dirty="0"/>
            <a:t>Risiko for </a:t>
          </a:r>
          <a:r>
            <a:rPr lang="da-DK" sz="1500" b="0" i="0" kern="1200" dirty="0" err="1"/>
            <a:t>brute</a:t>
          </a:r>
          <a:r>
            <a:rPr lang="da-DK" sz="1500" b="0" i="0" kern="1200" dirty="0"/>
            <a:t> force</a:t>
          </a:r>
        </a:p>
      </dsp:txBody>
      <dsp:txXfrm>
        <a:off x="38136" y="38136"/>
        <a:ext cx="3172048" cy="1225795"/>
      </dsp:txXfrm>
    </dsp:sp>
    <dsp:sp modelId="{93F64864-111B-47CA-9518-B8F02C794305}">
      <dsp:nvSpPr>
        <dsp:cNvPr id="0" name=""/>
        <dsp:cNvSpPr/>
      </dsp:nvSpPr>
      <dsp:spPr>
        <a:xfrm>
          <a:off x="403859" y="1519078"/>
          <a:ext cx="4577080" cy="130206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b="0" i="0" kern="1200" dirty="0"/>
            <a:t>Designprincip brudt: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500" b="0" i="0" kern="1200" dirty="0"/>
            <a:t>Secure defaults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500" b="0" i="0" kern="1200" dirty="0" err="1"/>
            <a:t>Defense</a:t>
          </a:r>
          <a:r>
            <a:rPr lang="da-DK" sz="1500" b="0" i="0" kern="1200" dirty="0"/>
            <a:t> in </a:t>
          </a:r>
          <a:r>
            <a:rPr lang="da-DK" sz="1500" b="0" i="0" kern="1200" dirty="0" err="1"/>
            <a:t>depth</a:t>
          </a:r>
          <a:endParaRPr lang="da-DK" sz="1500" b="0" i="0" kern="1200" dirty="0"/>
        </a:p>
      </dsp:txBody>
      <dsp:txXfrm>
        <a:off x="441995" y="1557214"/>
        <a:ext cx="3250604" cy="1225795"/>
      </dsp:txXfrm>
    </dsp:sp>
    <dsp:sp modelId="{82FA2881-730D-4A55-AD6B-14192CEB264E}">
      <dsp:nvSpPr>
        <dsp:cNvPr id="0" name=""/>
        <dsp:cNvSpPr/>
      </dsp:nvSpPr>
      <dsp:spPr>
        <a:xfrm>
          <a:off x="807719" y="3038157"/>
          <a:ext cx="4577080" cy="130206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b="0" i="0" kern="1200" dirty="0"/>
            <a:t>Afhjælpning: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500" b="0" i="0" kern="1200" dirty="0"/>
            <a:t>Rate </a:t>
          </a:r>
          <a:r>
            <a:rPr lang="da-DK" sz="1500" b="0" i="0" kern="1200" dirty="0" err="1"/>
            <a:t>limiting</a:t>
          </a:r>
          <a:endParaRPr lang="da-DK" sz="1500" b="0" i="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500" b="0" i="0" kern="1200" dirty="0"/>
            <a:t>Konto‑lockout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500" b="0" i="0" kern="1200" dirty="0" err="1"/>
            <a:t>Logging</a:t>
          </a:r>
          <a:endParaRPr lang="da-DK" sz="1500" b="0" i="0" kern="1200" dirty="0"/>
        </a:p>
      </dsp:txBody>
      <dsp:txXfrm>
        <a:off x="845855" y="3076293"/>
        <a:ext cx="3250604" cy="1225795"/>
      </dsp:txXfrm>
    </dsp:sp>
    <dsp:sp modelId="{595994DA-8A68-4639-A22E-748FA02F5726}">
      <dsp:nvSpPr>
        <dsp:cNvPr id="0" name=""/>
        <dsp:cNvSpPr/>
      </dsp:nvSpPr>
      <dsp:spPr>
        <a:xfrm>
          <a:off x="3730736" y="987401"/>
          <a:ext cx="846343" cy="846343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3600" kern="1200"/>
        </a:p>
      </dsp:txBody>
      <dsp:txXfrm>
        <a:off x="3921163" y="987401"/>
        <a:ext cx="465489" cy="636873"/>
      </dsp:txXfrm>
    </dsp:sp>
    <dsp:sp modelId="{4137A673-4F38-49D6-882A-294E1F939744}">
      <dsp:nvSpPr>
        <dsp:cNvPr id="0" name=""/>
        <dsp:cNvSpPr/>
      </dsp:nvSpPr>
      <dsp:spPr>
        <a:xfrm>
          <a:off x="4134596" y="2497799"/>
          <a:ext cx="846343" cy="846343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3600" kern="1200"/>
        </a:p>
      </dsp:txBody>
      <dsp:txXfrm>
        <a:off x="4325023" y="2497799"/>
        <a:ext cx="465489" cy="6368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PlusandMinus">
  <dgm:title val=""/>
  <dgm:desc val=""/>
  <dgm:catLst>
    <dgm:cat type="relationship" pri="36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2"/>
      <dgm:chPref val="2"/>
      <dgm:dir/>
      <dgm:animOne/>
      <dgm:resizeHandles val="exact"/>
    </dgm:varLst>
    <dgm:alg type="composite">
      <dgm:param type="ar" val="1.8238"/>
    </dgm:alg>
    <dgm:shape xmlns:r="http://schemas.openxmlformats.org/officeDocument/2006/relationships" r:blip="">
      <dgm:adjLst/>
    </dgm:shape>
    <dgm:choose name="Name1">
      <dgm:if name="Name2" func="var" arg="dir" op="equ" val="norm">
        <dgm:constrLst>
          <dgm:constr type="primFontSz" for="des" ptType="node" op="equ" val="65"/>
          <dgm:constr type="l" for="ch" forName="Background" refType="w" fact="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l" for="ch" forName="ParentText1" refType="w" fact="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l" for="ch" forName="ParentText2" refType="w" fact="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l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l" for="ch" forName="Minus" refType="w" fact="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l" for="ch" forName="Divider" refType="w" fact="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if>
      <dgm:else name="Name3">
        <dgm:constrLst>
          <dgm:constr type="primFontSz" for="des" ptType="node" op="equ" val="65"/>
          <dgm:constr type="r" for="ch" forName="Background" refType="w" fact="-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r" for="ch" forName="ParentText1" refType="w" fact="-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r" for="ch" forName="ParentText2" refType="w" fact="-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r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r" for="ch" forName="Minus" refType="w" fact="-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r" for="ch" forName="Divider" refType="w" fact="-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else>
    </dgm:choose>
    <dgm:layoutNode name="Background" styleLbl="bgImgPlace1">
      <dgm:alg type="sp"/>
      <dgm:shape xmlns:r="http://schemas.openxmlformats.org/officeDocument/2006/relationships" type="rect" r:blip="">
        <dgm:adjLst/>
      </dgm:shape>
      <dgm:presOf/>
    </dgm:layoutNode>
    <dgm:layoutNode name="ParentText1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1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arentText2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2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lus" styleLbl="alignNode1">
      <dgm:alg type="sp"/>
      <dgm:shape xmlns:r="http://schemas.openxmlformats.org/officeDocument/2006/relationships" type="plus" r:blip="">
        <dgm:adjLst>
          <dgm:adj idx="1" val="0.3281"/>
        </dgm:adjLst>
      </dgm:shape>
      <dgm:presOf/>
    </dgm:layoutNode>
    <dgm:layoutNode name="Minus" styleLbl="alignNode1">
      <dgm:alg type="sp"/>
      <dgm:shape xmlns:r="http://schemas.openxmlformats.org/officeDocument/2006/relationships" type="rect" r:blip="">
        <dgm:adjLst/>
      </dgm:shape>
      <dgm:presOf/>
    </dgm:layoutNode>
    <dgm:layoutNode name="Divider" styleLbl="parChTrans1D1">
      <dgm:alg type="sp"/>
      <dgm:shape xmlns:r="http://schemas.openxmlformats.org/officeDocument/2006/relationships" type="line" r:blip="">
        <dgm:adjLst/>
      </dgm:shape>
      <dgm:presOf/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E2BC5-0C4B-4A2D-9324-9C7F3C92864C}" type="datetimeFigureOut">
              <a:rPr lang="da-DK" smtClean="0"/>
              <a:t>01-05-2026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EFC3-19E6-4CC4-A44F-FC69B4DCB28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66904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385194"/>
            <a:ext cx="10959008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140968"/>
            <a:ext cx="10959008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59545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12346E-1A1C-4416-8010-61924EA46B4C}" type="datetime1">
              <a:rPr lang="en-US" altLang="da-DK"/>
              <a:pPr/>
              <a:t>5/1/2026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7072AD-8243-490B-B121-36F8F866EBA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7433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3200"/>
            <a:ext cx="10972800" cy="731838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44F98D-CA61-44A6-BF8A-D6621EFC00D7}" type="datetime1">
              <a:rPr lang="en-US" altLang="da-DK"/>
              <a:pPr/>
              <a:t>5/1/2026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2C0804-67E0-4984-B5FD-088FF50E4C6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89337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9545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B70E6B-B7B9-486F-98D1-A733143BB538}" type="datetime1">
              <a:rPr lang="en-US" altLang="da-DK"/>
              <a:pPr/>
              <a:t>5/1/2026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72B3F5-E868-4B02-9079-85E249432FF6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83366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5/1/2026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5123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5200"/>
            <a:ext cx="5386917" cy="639762"/>
          </a:xfrm>
        </p:spPr>
        <p:txBody>
          <a:bodyPr anchor="ctr" anchorCtr="0"/>
          <a:lstStyle>
            <a:lvl1pPr marL="0" indent="0">
              <a:buNone/>
              <a:defRPr sz="2400" b="1">
                <a:solidFill>
                  <a:srgbClr val="59545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76873"/>
            <a:ext cx="5386917" cy="348925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465200"/>
            <a:ext cx="5389033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76872"/>
            <a:ext cx="5389033" cy="34892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0027D8-26C7-453C-8D91-34EC54F67A36}" type="datetime1">
              <a:rPr lang="en-US" altLang="da-DK"/>
              <a:pPr/>
              <a:t>5/1/2026</a:t>
            </a:fld>
            <a:endParaRPr lang="en-US" altLang="da-DK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1459F-21AF-488F-8735-88D8EE8D7DEA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5433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CA076B-0EC1-4397-A9A7-21D7FBAB7B8A}" type="datetime1">
              <a:rPr lang="en-US" altLang="da-DK"/>
              <a:pPr/>
              <a:t>5/1/2026</a:t>
            </a:fld>
            <a:endParaRPr lang="en-US" alt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4AD2B7-7BEE-4699-B9F8-B2392B799A90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08245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BBE59B-B411-48DF-96D5-96A65B493BDE}" type="datetime1">
              <a:rPr lang="en-US" altLang="da-DK"/>
              <a:pPr/>
              <a:t>5/1/2026</a:t>
            </a:fld>
            <a:endParaRPr lang="en-US" altLang="da-DK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7F44F-7B5A-42A1-99E4-B4BEA490C0F2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272185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03200"/>
            <a:ext cx="4011084" cy="720080"/>
          </a:xfrm>
        </p:spPr>
        <p:txBody>
          <a:bodyPr anchor="t" anchorCtr="0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03201"/>
            <a:ext cx="6815667" cy="5618089"/>
          </a:xfrm>
        </p:spPr>
        <p:txBody>
          <a:bodyPr/>
          <a:lstStyle>
            <a:lvl1pPr>
              <a:defRPr sz="3200">
                <a:solidFill>
                  <a:srgbClr val="595451"/>
                </a:solidFill>
              </a:defRPr>
            </a:lvl1pPr>
            <a:lvl2pPr>
              <a:defRPr sz="2800">
                <a:solidFill>
                  <a:srgbClr val="595451"/>
                </a:solidFill>
              </a:defRPr>
            </a:lvl2pPr>
            <a:lvl3pPr>
              <a:defRPr sz="2400">
                <a:solidFill>
                  <a:srgbClr val="595451"/>
                </a:solidFill>
              </a:defRPr>
            </a:lvl3pPr>
            <a:lvl4pPr>
              <a:defRPr sz="2000">
                <a:solidFill>
                  <a:srgbClr val="595451"/>
                </a:solidFill>
              </a:defRPr>
            </a:lvl4pPr>
            <a:lvl5pPr>
              <a:defRPr sz="2000">
                <a:solidFill>
                  <a:srgbClr val="59545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268760"/>
            <a:ext cx="4011084" cy="475252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7CD1C2-5BC4-4F6E-8FEE-82B39784CFB4}" type="datetime1">
              <a:rPr lang="en-US" altLang="da-DK"/>
              <a:pPr/>
              <a:t>5/1/2026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65377B-5B52-4C9C-B29E-CBAD097C66C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2252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48106"/>
            <a:ext cx="1095900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403201"/>
            <a:ext cx="10959008" cy="381885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a-DK" noProof="0"/>
              <a:t>Klik på ikonet for at tilføje et billede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4914844"/>
            <a:ext cx="10972800" cy="96242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0AD4B9-8127-47DA-A6B8-A2944AC073AE}" type="datetime1">
              <a:rPr lang="en-US" altLang="da-DK"/>
              <a:pPr/>
              <a:t>5/1/2026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9A3DB-564B-4F36-995A-AC9C1F804CA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954033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0F2D61-0917-47B0-98CF-3F32BC9F448C}" type="datetime1">
              <a:rPr lang="en-US" altLang="da-DK"/>
              <a:pPr/>
              <a:t>5/1/2026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094B27-1D44-4568-9A5F-6D38F41EEFC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19252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403200"/>
            <a:ext cx="2743200" cy="5402064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03200"/>
            <a:ext cx="8026400" cy="5402064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CB5A19-1091-4F2F-B01B-02236E4E742E}" type="datetime1">
              <a:rPr lang="en-US" altLang="da-DK" smtClean="0"/>
              <a:pPr/>
              <a:t>5/1/2026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3B540-D54D-4CA3-B5BB-7EF780364F63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843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5/1/2026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083382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6190067"/>
            <a:ext cx="12192000" cy="66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29" name="Google Shape;29;p4" descr="{&quot;templafy&quot;:{&quot;id&quot;:&quot;43ceaf7c-c121-410b-a8f1-4905349c9834&quot;}}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0567" y="6403467"/>
            <a:ext cx="994035" cy="2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374833" y="767933"/>
            <a:ext cx="112544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1169229" y="2127700"/>
            <a:ext cx="10473200" cy="4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da-DK" smtClean="0"/>
              <a:pPr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69796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451">
            <a:alpha val="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9pPr>
          </a:lstStyle>
          <a:p>
            <a:pPr algn="ctr"/>
            <a:endParaRPr lang="da-DK" altLang="da-DK">
              <a:solidFill>
                <a:srgbClr val="595451"/>
              </a:solidFill>
            </a:endParaRP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5E80E16F-F1D6-D74D-8844-3F97B78E4FC2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926609" y="6339542"/>
            <a:ext cx="1655791" cy="345232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404664"/>
            <a:ext cx="109728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  <a:endParaRPr lang="en-US" altLang="da-DK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465200"/>
            <a:ext cx="10972800" cy="4379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</a:p>
          <a:p>
            <a:pPr lvl="1"/>
            <a:r>
              <a:rPr lang="da-DK" altLang="da-DK"/>
              <a:t>Andet niveau</a:t>
            </a:r>
          </a:p>
          <a:p>
            <a:pPr lvl="2"/>
            <a:r>
              <a:rPr lang="da-DK" altLang="da-DK"/>
              <a:t>Tredje niveau</a:t>
            </a:r>
          </a:p>
          <a:p>
            <a:pPr lvl="3"/>
            <a:r>
              <a:rPr lang="da-DK" altLang="da-DK"/>
              <a:t>Fjerde niveau</a:t>
            </a:r>
          </a:p>
          <a:p>
            <a:pPr lvl="4"/>
            <a:r>
              <a:rPr lang="da-DK" altLang="da-DK"/>
              <a:t>Femte niveau</a:t>
            </a:r>
            <a:endParaRPr lang="en-US" alt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4D64152E-547A-410C-8CFD-1316C18627F6}" type="datetime1">
              <a:rPr lang="en-US" altLang="da-DK" smtClean="0"/>
              <a:pPr/>
              <a:t>5/1/2026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5792" y="6376244"/>
            <a:ext cx="38608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22784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F380D6A7-79C7-45E1-8DF8-62E1E0787E7B}" type="slidenum">
              <a:rPr lang="en-US" altLang="da-DK" smtClean="0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106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63" r:id="rId12"/>
    <p:sldLayoutId id="2147483683" r:id="rId13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b="1" i="0" kern="1200">
          <a:solidFill>
            <a:srgbClr val="F49800"/>
          </a:solidFill>
          <a:latin typeface="Arial" panose="020B0604020202020204" pitchFamily="34" charset="0"/>
          <a:ea typeface="ヒラギノ角ゴ Pro W3" charset="-128"/>
          <a:cs typeface="Arial" panose="020B0604020202020204" pitchFamily="34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B77BAC9-828B-36E5-4F33-D2E13FC34A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noProof="0" dirty="0"/>
              <a:t>Penetration </a:t>
            </a:r>
            <a:r>
              <a:rPr lang="da-DK" noProof="0" dirty="0" err="1"/>
              <a:t>testing</a:t>
            </a:r>
            <a:endParaRPr lang="da-DK" noProof="0" dirty="0"/>
          </a:p>
        </p:txBody>
      </p:sp>
      <p:sp>
        <p:nvSpPr>
          <p:cNvPr id="5" name="Undertitel 4">
            <a:extLst>
              <a:ext uri="{FF2B5EF4-FFF2-40B4-BE49-F238E27FC236}">
                <a16:creationId xmlns:a16="http://schemas.microsoft.com/office/drawing/2014/main" id="{31E9D6C8-BBEF-A22D-0408-B011726DC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noProof="0" dirty="0"/>
              <a:t>Pedersen og Vandrup kapitel 7</a:t>
            </a:r>
          </a:p>
        </p:txBody>
      </p:sp>
    </p:spTree>
    <p:extLst>
      <p:ext uri="{BB962C8B-B14F-4D97-AF65-F5344CB8AC3E}">
        <p14:creationId xmlns:p14="http://schemas.microsoft.com/office/powerpoint/2010/main" val="882084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E93A64-568C-A220-49E5-BA097714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Læringsmål og indhold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50507BF-C325-FC12-DCA5-792B06C9B6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noProof="0" dirty="0"/>
              <a:t>Studieordningen:</a:t>
            </a:r>
          </a:p>
          <a:p>
            <a:r>
              <a:rPr lang="da-DK" i="1" noProof="0" dirty="0"/>
              <a:t>evaluere et systems sikkerhed</a:t>
            </a:r>
          </a:p>
          <a:p>
            <a:r>
              <a:rPr lang="da-DK" i="1" noProof="0" dirty="0"/>
              <a:t>teste sikkerheden i systemer</a:t>
            </a:r>
          </a:p>
        </p:txBody>
      </p:sp>
      <p:graphicFrame>
        <p:nvGraphicFramePr>
          <p:cNvPr id="5" name="Pladsholder til indhold 4">
            <a:extLst>
              <a:ext uri="{FF2B5EF4-FFF2-40B4-BE49-F238E27FC236}">
                <a16:creationId xmlns:a16="http://schemas.microsoft.com/office/drawing/2014/main" id="{01E36D2A-78A2-EC5D-6ED0-63FC77DDBEE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42580837"/>
              </p:ext>
            </p:extLst>
          </p:nvPr>
        </p:nvGraphicFramePr>
        <p:xfrm>
          <a:off x="6197600" y="1465263"/>
          <a:ext cx="5384800" cy="4340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4675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7792E1-64B4-E991-7869-69DA00A0F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Hvad er penetration </a:t>
            </a:r>
            <a:r>
              <a:rPr lang="da-DK" noProof="0" dirty="0" err="1"/>
              <a:t>testing</a:t>
            </a:r>
            <a:r>
              <a:rPr lang="da-DK" noProof="0" dirty="0"/>
              <a:t> (</a:t>
            </a:r>
            <a:r>
              <a:rPr lang="da-DK" noProof="0" dirty="0" err="1"/>
              <a:t>pentest</a:t>
            </a:r>
            <a:r>
              <a:rPr lang="da-DK" noProof="0" dirty="0"/>
              <a:t>)?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DED33931-1EC6-75DA-FA73-589A5D628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noProof="0" dirty="0"/>
              <a:t>Indhold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846CD5B6-FA1D-11FA-260F-1BDF1D0253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a-DK" noProof="0" dirty="0"/>
              <a:t>En kontrolleret, lovlig og tidsafgrænset sikkerhedstest</a:t>
            </a:r>
          </a:p>
          <a:p>
            <a:r>
              <a:rPr lang="da-DK" noProof="0" dirty="0"/>
              <a:t>Udført med ejers eller kundens tilladelse</a:t>
            </a:r>
          </a:p>
          <a:p>
            <a:r>
              <a:rPr lang="da-DK" noProof="0" dirty="0"/>
              <a:t>Fokus er forståelse og forbedring, ikke ødelæggelse.</a:t>
            </a:r>
          </a:p>
        </p:txBody>
      </p:sp>
      <p:sp>
        <p:nvSpPr>
          <p:cNvPr id="7" name="Pladsholder til tekst 6">
            <a:extLst>
              <a:ext uri="{FF2B5EF4-FFF2-40B4-BE49-F238E27FC236}">
                <a16:creationId xmlns:a16="http://schemas.microsoft.com/office/drawing/2014/main" id="{9C4F0B14-D407-AFFB-689A-A429512267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a-DK" noProof="0" dirty="0"/>
              <a:t>Formål </a:t>
            </a:r>
          </a:p>
        </p:txBody>
      </p:sp>
      <p:sp>
        <p:nvSpPr>
          <p:cNvPr id="11" name="Pladsholder til indhold 10">
            <a:extLst>
              <a:ext uri="{FF2B5EF4-FFF2-40B4-BE49-F238E27FC236}">
                <a16:creationId xmlns:a16="http://schemas.microsoft.com/office/drawing/2014/main" id="{A0C991E2-8FB9-61DE-C2F3-795ED531303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a-DK" noProof="0" dirty="0"/>
              <a:t>Identificere sårbarheder</a:t>
            </a:r>
          </a:p>
          <a:p>
            <a:r>
              <a:rPr lang="da-DK" noProof="0" dirty="0"/>
              <a:t>Demonstrere konsekvenser</a:t>
            </a:r>
          </a:p>
          <a:p>
            <a:r>
              <a:rPr lang="da-DK" noProof="0" dirty="0"/>
              <a:t>Forbedre design og arkitektur</a:t>
            </a:r>
          </a:p>
        </p:txBody>
      </p:sp>
    </p:spTree>
    <p:extLst>
      <p:ext uri="{BB962C8B-B14F-4D97-AF65-F5344CB8AC3E}">
        <p14:creationId xmlns:p14="http://schemas.microsoft.com/office/powerpoint/2010/main" val="1130452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57639A70-1CCF-3592-3103-3C39FF554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Hvornår er det hacking?</a:t>
            </a:r>
          </a:p>
        </p:txBody>
      </p:sp>
      <p:graphicFrame>
        <p:nvGraphicFramePr>
          <p:cNvPr id="9" name="Pladsholder til indhold 8">
            <a:extLst>
              <a:ext uri="{FF2B5EF4-FFF2-40B4-BE49-F238E27FC236}">
                <a16:creationId xmlns:a16="http://schemas.microsoft.com/office/drawing/2014/main" id="{245BF4B0-8D69-7B9A-129A-6059064D0B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4130918"/>
              </p:ext>
            </p:extLst>
          </p:nvPr>
        </p:nvGraphicFramePr>
        <p:xfrm>
          <a:off x="609600" y="1465263"/>
          <a:ext cx="10972800" cy="437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kstfelt 9">
            <a:extLst>
              <a:ext uri="{FF2B5EF4-FFF2-40B4-BE49-F238E27FC236}">
                <a16:creationId xmlns:a16="http://schemas.microsoft.com/office/drawing/2014/main" id="{6D7F7E48-CB39-F684-C65B-FBC56DA05D71}"/>
              </a:ext>
            </a:extLst>
          </p:cNvPr>
          <p:cNvSpPr txBox="1"/>
          <p:nvPr/>
        </p:nvSpPr>
        <p:spPr>
          <a:xfrm>
            <a:off x="4674990" y="1306148"/>
            <a:ext cx="3301288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a-DK" noProof="0" dirty="0"/>
              <a:t>I undervisningen: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noProof="0" dirty="0"/>
              <a:t>Kun bevidst sårbare systemer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noProof="0" dirty="0"/>
              <a:t>Isolerede testmiljøer (</a:t>
            </a:r>
            <a:r>
              <a:rPr lang="da-DK" noProof="0" dirty="0" err="1"/>
              <a:t>VM’er</a:t>
            </a:r>
            <a:r>
              <a:rPr lang="da-DK" noProof="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noProof="0" dirty="0"/>
              <a:t>Fokus på læring – ikke “</a:t>
            </a:r>
            <a:r>
              <a:rPr lang="da-DK" noProof="0" dirty="0" err="1"/>
              <a:t>hacks</a:t>
            </a:r>
            <a:r>
              <a:rPr lang="da-DK" noProof="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610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853189-886E-CD05-15E1-662FCFE14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Hackertyper</a:t>
            </a:r>
          </a:p>
        </p:txBody>
      </p:sp>
      <p:graphicFrame>
        <p:nvGraphicFramePr>
          <p:cNvPr id="7" name="Pladsholder til indhold 6">
            <a:extLst>
              <a:ext uri="{FF2B5EF4-FFF2-40B4-BE49-F238E27FC236}">
                <a16:creationId xmlns:a16="http://schemas.microsoft.com/office/drawing/2014/main" id="{4098659C-A471-0B17-6391-68922CC416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1767551"/>
              </p:ext>
            </p:extLst>
          </p:nvPr>
        </p:nvGraphicFramePr>
        <p:xfrm>
          <a:off x="609600" y="1465263"/>
          <a:ext cx="10972800" cy="437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kstfelt 7">
            <a:extLst>
              <a:ext uri="{FF2B5EF4-FFF2-40B4-BE49-F238E27FC236}">
                <a16:creationId xmlns:a16="http://schemas.microsoft.com/office/drawing/2014/main" id="{3684AF49-8DC9-7A0A-C449-B4711EBACAF1}"/>
              </a:ext>
            </a:extLst>
          </p:cNvPr>
          <p:cNvSpPr txBox="1"/>
          <p:nvPr/>
        </p:nvSpPr>
        <p:spPr>
          <a:xfrm>
            <a:off x="754139" y="1615962"/>
            <a:ext cx="3293209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a-DK" sz="1400" noProof="0" dirty="0"/>
              <a:t>Stjæler data via SQL‑</a:t>
            </a:r>
            <a:r>
              <a:rPr lang="da-DK" sz="1400" noProof="0" dirty="0" err="1"/>
              <a:t>injection</a:t>
            </a:r>
            <a:r>
              <a:rPr lang="da-DK" sz="1400" noProof="0" dirty="0"/>
              <a:t> i et login‑felt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32597A8D-F30D-3FDC-3CEC-3C793CD5C6C8}"/>
              </a:ext>
            </a:extLst>
          </p:cNvPr>
          <p:cNvSpPr txBox="1"/>
          <p:nvPr/>
        </p:nvSpPr>
        <p:spPr>
          <a:xfrm>
            <a:off x="4514798" y="1615962"/>
            <a:ext cx="3162404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a-DK" sz="1400" noProof="0" dirty="0"/>
              <a:t>Informerer uopfordret virksomheden om</a:t>
            </a:r>
          </a:p>
          <a:p>
            <a:r>
              <a:rPr lang="da-DK" sz="1400" noProof="0" dirty="0"/>
              <a:t>SQL‑</a:t>
            </a:r>
            <a:r>
              <a:rPr lang="da-DK" sz="1400" noProof="0" dirty="0" err="1"/>
              <a:t>injection</a:t>
            </a:r>
            <a:r>
              <a:rPr lang="da-DK" sz="1400" noProof="0" dirty="0"/>
              <a:t> i et login‑felt</a:t>
            </a:r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776DFF02-2D1B-995E-F36E-CB88636D3ECD}"/>
              </a:ext>
            </a:extLst>
          </p:cNvPr>
          <p:cNvSpPr txBox="1"/>
          <p:nvPr/>
        </p:nvSpPr>
        <p:spPr>
          <a:xfrm>
            <a:off x="8275457" y="1615962"/>
            <a:ext cx="2938177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a-DK" sz="1400" noProof="0" dirty="0"/>
              <a:t>Dokumenterer efter aftale med </a:t>
            </a:r>
          </a:p>
          <a:p>
            <a:r>
              <a:rPr lang="da-DK" sz="1400" noProof="0" dirty="0"/>
              <a:t>virksomheden fundet af SQL‑</a:t>
            </a:r>
            <a:r>
              <a:rPr lang="da-DK" sz="1400" noProof="0" dirty="0" err="1"/>
              <a:t>injection</a:t>
            </a:r>
            <a:endParaRPr lang="da-DK" sz="1400" noProof="0" dirty="0"/>
          </a:p>
        </p:txBody>
      </p:sp>
    </p:spTree>
    <p:extLst>
      <p:ext uri="{BB962C8B-B14F-4D97-AF65-F5344CB8AC3E}">
        <p14:creationId xmlns:p14="http://schemas.microsoft.com/office/powerpoint/2010/main" val="427994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C02901-15EA-7EF8-B64E-18FC35473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 err="1"/>
              <a:t>Pentest</a:t>
            </a:r>
            <a:r>
              <a:rPr lang="da-DK" noProof="0" dirty="0"/>
              <a:t>-cirklen (overblik)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98A0ABFD-C9C5-7C18-D57C-638C1E3B69E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18803766"/>
              </p:ext>
            </p:extLst>
          </p:nvPr>
        </p:nvGraphicFramePr>
        <p:xfrm>
          <a:off x="609600" y="1465263"/>
          <a:ext cx="5384800" cy="4340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1858184-F970-BBE0-6F34-B0D5A25804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a-DK" dirty="0"/>
              <a:t>Kali Linux understøtter disse faser af penetration </a:t>
            </a:r>
            <a:r>
              <a:rPr lang="da-DK" dirty="0" err="1"/>
              <a:t>testing</a:t>
            </a:r>
            <a:r>
              <a:rPr lang="da-DK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7218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EC981F-58A2-D5DB-D834-5AADDF0E5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1: Rekognoscering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1E98AEC-FDCC-0E1B-2C9B-E61095198F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Formål: At forstå systemets angrebsflade</a:t>
            </a:r>
          </a:p>
          <a:p>
            <a:pPr marL="0" indent="0">
              <a:buNone/>
            </a:pPr>
            <a:r>
              <a:rPr lang="da-DK" dirty="0"/>
              <a:t>Indsamling af:</a:t>
            </a:r>
          </a:p>
          <a:p>
            <a:r>
              <a:rPr lang="da-DK" dirty="0"/>
              <a:t>IP‑adresser</a:t>
            </a:r>
          </a:p>
          <a:p>
            <a:r>
              <a:rPr lang="da-DK" dirty="0"/>
              <a:t>Domæner</a:t>
            </a:r>
          </a:p>
          <a:p>
            <a:r>
              <a:rPr lang="da-DK" dirty="0"/>
              <a:t>Services</a:t>
            </a:r>
          </a:p>
          <a:p>
            <a:r>
              <a:rPr lang="da-DK" dirty="0"/>
              <a:t>Offentligt tilgængelig information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933B28B7-8009-B31D-2252-4897D52FDB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Rekognoscering kan være:</a:t>
            </a:r>
          </a:p>
          <a:p>
            <a:r>
              <a:rPr lang="da-DK" i="1" dirty="0"/>
              <a:t>Passiv</a:t>
            </a:r>
            <a:r>
              <a:rPr lang="da-DK" dirty="0"/>
              <a:t>: Søge information uden at komme i kontakt med målet</a:t>
            </a:r>
          </a:p>
          <a:p>
            <a:r>
              <a:rPr lang="da-DK" i="1" dirty="0"/>
              <a:t>Aktiv</a:t>
            </a:r>
            <a:r>
              <a:rPr lang="da-DK" dirty="0"/>
              <a:t>: Interaktion med målet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Designperspektiv:</a:t>
            </a:r>
          </a:p>
          <a:p>
            <a:r>
              <a:rPr lang="da-DK" dirty="0"/>
              <a:t>Hvad er eksponeret?</a:t>
            </a:r>
          </a:p>
          <a:p>
            <a:r>
              <a:rPr lang="da-DK" dirty="0"/>
              <a:t>Hvad burde ikke være synligt?</a:t>
            </a:r>
          </a:p>
        </p:txBody>
      </p:sp>
    </p:spTree>
    <p:extLst>
      <p:ext uri="{BB962C8B-B14F-4D97-AF65-F5344CB8AC3E}">
        <p14:creationId xmlns:p14="http://schemas.microsoft.com/office/powerpoint/2010/main" val="714202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82649F-C065-6557-2B03-CDBFCB4AA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2: Analyse af angrebsfladen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4946397-810D-E7E5-8EE8-FDAC059D7F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Formål: At vurdere risiko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Man analyserer:</a:t>
            </a:r>
          </a:p>
          <a:p>
            <a:r>
              <a:rPr lang="da-DK" dirty="0"/>
              <a:t>Versionsnumre</a:t>
            </a:r>
          </a:p>
          <a:p>
            <a:r>
              <a:rPr lang="da-DK" dirty="0"/>
              <a:t>Ubeskyttede services</a:t>
            </a:r>
          </a:p>
          <a:p>
            <a:r>
              <a:rPr lang="da-DK" dirty="0"/>
              <a:t>Standardkonfigurationer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4A5AFA2C-5553-F191-D92B-7D13A77617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Eksempel:</a:t>
            </a:r>
          </a:p>
          <a:p>
            <a:pPr marL="0" indent="0">
              <a:buNone/>
            </a:pPr>
            <a:r>
              <a:rPr lang="da-DK" i="1" dirty="0"/>
              <a:t>Hvorfor er en databaseport åbent tilgængelig?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Designfejl, ikke teknisk uheld</a:t>
            </a:r>
          </a:p>
        </p:txBody>
      </p:sp>
    </p:spTree>
    <p:extLst>
      <p:ext uri="{BB962C8B-B14F-4D97-AF65-F5344CB8AC3E}">
        <p14:creationId xmlns:p14="http://schemas.microsoft.com/office/powerpoint/2010/main" val="812589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969610-24DD-7070-1B00-C097CF950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3: Udnyttelse af sårbarheder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84C980B-431A-83C0-BBEE-623055B9CC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Formål: At bekræfte sårbarheden</a:t>
            </a:r>
          </a:p>
          <a:p>
            <a:r>
              <a:rPr lang="da-DK" dirty="0"/>
              <a:t>Ikke “kom så langt som muligt”</a:t>
            </a:r>
          </a:p>
          <a:p>
            <a:r>
              <a:rPr lang="da-DK" dirty="0"/>
              <a:t>Kun nødvendigt bevis</a:t>
            </a:r>
          </a:p>
          <a:p>
            <a:r>
              <a:rPr lang="da-DK" dirty="0"/>
              <a:t>Ingen datatyveri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B01E3E20-D979-6464-ABE8-A45B93923D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Eksempler: </a:t>
            </a:r>
          </a:p>
          <a:p>
            <a:r>
              <a:rPr lang="da-DK" dirty="0"/>
              <a:t>Kan man omgå et login?</a:t>
            </a:r>
          </a:p>
          <a:p>
            <a:r>
              <a:rPr lang="da-DK" dirty="0"/>
              <a:t>Kan man læse data uden rettighed?</a:t>
            </a:r>
          </a:p>
        </p:txBody>
      </p:sp>
    </p:spTree>
    <p:extLst>
      <p:ext uri="{BB962C8B-B14F-4D97-AF65-F5344CB8AC3E}">
        <p14:creationId xmlns:p14="http://schemas.microsoft.com/office/powerpoint/2010/main" val="1504797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CEB201-79F5-5545-1936-A89009B51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4: Analyse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91A9B08-63DA-86D7-CA6F-C7467EBAC3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Formål: At forstå konsekvensen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Spørgsmål:</a:t>
            </a:r>
          </a:p>
          <a:p>
            <a:r>
              <a:rPr lang="da-DK" dirty="0"/>
              <a:t>Hvilke rettigheder opnås?</a:t>
            </a:r>
          </a:p>
          <a:p>
            <a:r>
              <a:rPr lang="da-DK" dirty="0"/>
              <a:t>Hvilke data er i risiko?</a:t>
            </a:r>
          </a:p>
          <a:p>
            <a:r>
              <a:rPr lang="da-DK" dirty="0"/>
              <a:t>Kan angrebet eskaleres?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9476E02-71D4-8758-B4D9-959D75C267E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Designperspektiv:</a:t>
            </a:r>
          </a:p>
          <a:p>
            <a:r>
              <a:rPr lang="da-DK" dirty="0"/>
              <a:t>Manglende </a:t>
            </a:r>
            <a:r>
              <a:rPr lang="da-DK" dirty="0" err="1"/>
              <a:t>least</a:t>
            </a:r>
            <a:r>
              <a:rPr lang="da-DK" dirty="0"/>
              <a:t> </a:t>
            </a:r>
            <a:r>
              <a:rPr lang="da-DK" dirty="0" err="1"/>
              <a:t>privilege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47243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0E2DBE-A173-9E58-4133-9CBA1A746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5: Rapportering</a:t>
            </a:r>
          </a:p>
        </p:txBody>
      </p:sp>
      <p:graphicFrame>
        <p:nvGraphicFramePr>
          <p:cNvPr id="5" name="Pladsholder til indhold 4">
            <a:extLst>
              <a:ext uri="{FF2B5EF4-FFF2-40B4-BE49-F238E27FC236}">
                <a16:creationId xmlns:a16="http://schemas.microsoft.com/office/drawing/2014/main" id="{FF0BAD36-8C0A-AD14-937D-8006CDA0BCA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56991960"/>
              </p:ext>
            </p:extLst>
          </p:nvPr>
        </p:nvGraphicFramePr>
        <p:xfrm>
          <a:off x="609600" y="1465263"/>
          <a:ext cx="5384800" cy="4340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3857B285-9EF5-26B7-EB6D-C333CAA0A43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Uden rapport er der ingen læring.</a:t>
            </a:r>
          </a:p>
        </p:txBody>
      </p:sp>
    </p:spTree>
    <p:extLst>
      <p:ext uri="{BB962C8B-B14F-4D97-AF65-F5344CB8AC3E}">
        <p14:creationId xmlns:p14="http://schemas.microsoft.com/office/powerpoint/2010/main" val="771072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A816F6-2AC9-FEA2-DF76-D0B91EA22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Penetration </a:t>
            </a:r>
            <a:r>
              <a:rPr lang="da-DK" dirty="0" err="1"/>
              <a:t>testing</a:t>
            </a:r>
            <a:r>
              <a:rPr lang="da-DK" dirty="0"/>
              <a:t> med Kali Linux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9E33187-040E-384E-56A4-04B6C7A23F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Kali Linux er et værktøj – ikke løsningen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Indeholder:</a:t>
            </a:r>
          </a:p>
          <a:p>
            <a:r>
              <a:rPr lang="da-DK" dirty="0"/>
              <a:t>Netværksværktøjer</a:t>
            </a:r>
          </a:p>
          <a:p>
            <a:r>
              <a:rPr lang="da-DK" dirty="0"/>
              <a:t>Webtestværktøjer</a:t>
            </a:r>
          </a:p>
          <a:p>
            <a:r>
              <a:rPr lang="da-DK" dirty="0"/>
              <a:t>Analyseværktøjer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53DD9A9-2C48-7A90-FA0C-AAD0FC5BB91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a-DK" dirty="0"/>
              <a:t>Men værktøjer erstatter ikke forståelse.</a:t>
            </a:r>
          </a:p>
          <a:p>
            <a:r>
              <a:rPr lang="da-DK" dirty="0"/>
              <a:t>Brug kritisk tænkning.</a:t>
            </a:r>
          </a:p>
        </p:txBody>
      </p:sp>
    </p:spTree>
    <p:extLst>
      <p:ext uri="{BB962C8B-B14F-4D97-AF65-F5344CB8AC3E}">
        <p14:creationId xmlns:p14="http://schemas.microsoft.com/office/powerpoint/2010/main" val="208136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3BC5A0-C750-6BE0-06B5-CF3633491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664"/>
            <a:ext cx="10972800" cy="731838"/>
          </a:xfrm>
        </p:spPr>
        <p:txBody>
          <a:bodyPr wrap="square" anchor="ctr">
            <a:normAutofit/>
          </a:bodyPr>
          <a:lstStyle/>
          <a:p>
            <a:r>
              <a:rPr lang="da-DK" dirty="0"/>
              <a:t>Eksempel: fra fund til designprincip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6D4E64E-5D6B-5433-B830-81C994FC4F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Fund: Login tillader ubegrænsede forsøg</a:t>
            </a:r>
            <a:endParaRPr lang="en-US" dirty="0"/>
          </a:p>
        </p:txBody>
      </p:sp>
      <p:graphicFrame>
        <p:nvGraphicFramePr>
          <p:cNvPr id="6" name="Pladsholder til indhold 5">
            <a:extLst>
              <a:ext uri="{FF2B5EF4-FFF2-40B4-BE49-F238E27FC236}">
                <a16:creationId xmlns:a16="http://schemas.microsoft.com/office/drawing/2014/main" id="{1E72D66A-3A56-93DB-EBE2-1B8D77E9719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51208478"/>
              </p:ext>
            </p:extLst>
          </p:nvPr>
        </p:nvGraphicFramePr>
        <p:xfrm>
          <a:off x="6197600" y="1465201"/>
          <a:ext cx="5384800" cy="4340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7741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4D2E3AD-C975-CD2C-F919-5854518AA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Øvelser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65C4BA5C-BEC6-0A76-512E-015017BC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SIK-13-Øvelser i penetration test med Kali Linux</a:t>
            </a:r>
          </a:p>
        </p:txBody>
      </p:sp>
    </p:spTree>
    <p:extLst>
      <p:ext uri="{BB962C8B-B14F-4D97-AF65-F5344CB8AC3E}">
        <p14:creationId xmlns:p14="http://schemas.microsoft.com/office/powerpoint/2010/main" val="3768785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EAMV">
      <a:dk1>
        <a:srgbClr val="595451"/>
      </a:dk1>
      <a:lt1>
        <a:srgbClr val="FFFFFF"/>
      </a:lt1>
      <a:dk2>
        <a:srgbClr val="595451"/>
      </a:dk2>
      <a:lt2>
        <a:srgbClr val="E5DFDD"/>
      </a:lt2>
      <a:accent1>
        <a:srgbClr val="F39800"/>
      </a:accent1>
      <a:accent2>
        <a:srgbClr val="000000"/>
      </a:accent2>
      <a:accent3>
        <a:srgbClr val="595451"/>
      </a:accent3>
      <a:accent4>
        <a:srgbClr val="8B8683"/>
      </a:accent4>
      <a:accent5>
        <a:srgbClr val="BDB8B5"/>
      </a:accent5>
      <a:accent6>
        <a:srgbClr val="EFEAE7"/>
      </a:accent6>
      <a:hlink>
        <a:srgbClr val="F39800"/>
      </a:hlink>
      <a:folHlink>
        <a:srgbClr val="F398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60A705C2DE254E8F78A837884E50C0" ma:contentTypeVersion="3" ma:contentTypeDescription="Opret et nyt dokument." ma:contentTypeScope="" ma:versionID="28048fa65363810c9c8bdff36c571e34">
  <xsd:schema xmlns:xsd="http://www.w3.org/2001/XMLSchema" xmlns:xs="http://www.w3.org/2001/XMLSchema" xmlns:p="http://schemas.microsoft.com/office/2006/metadata/properties" xmlns:ns2="c55bf11f-999e-4e03-b8a8-f54705c8f293" targetNamespace="http://schemas.microsoft.com/office/2006/metadata/properties" ma:root="true" ma:fieldsID="8dcfc624f52679de30ad9e22f048067b" ns2:_="">
    <xsd:import namespace="c55bf11f-999e-4e03-b8a8-f54705c8f2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bf11f-999e-4e03-b8a8-f54705c8f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46EDB1B-5D5D-41C5-B677-1820B4C121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bf11f-999e-4e03-b8a8-f54705c8f2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7D6D31F-FDC6-4929-B92D-52EEE710D2A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FB617EB-268A-4020-AD01-543EA9B1DDC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1544</TotalTime>
  <Words>463</Words>
  <Application>Microsoft Office PowerPoint</Application>
  <PresentationFormat>Widescreen</PresentationFormat>
  <Paragraphs>126</Paragraphs>
  <Slides>14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Office-tema</vt:lpstr>
      <vt:lpstr>Penetration testing</vt:lpstr>
      <vt:lpstr>Læringsmål og indhold</vt:lpstr>
      <vt:lpstr>Hvad er penetration testing (pentest)?</vt:lpstr>
      <vt:lpstr>Hvornår er det hacking?</vt:lpstr>
      <vt:lpstr>Hackertyper</vt:lpstr>
      <vt:lpstr>Pentest-cirklen (overblik)</vt:lpstr>
      <vt:lpstr>Trin 1: Rekognoscering</vt:lpstr>
      <vt:lpstr>Trin 2: Analyse af angrebsfladen</vt:lpstr>
      <vt:lpstr>Trin 3: Udnyttelse af sårbarheder</vt:lpstr>
      <vt:lpstr>Trin 4: Analyse</vt:lpstr>
      <vt:lpstr>Trin 5: Rapportering</vt:lpstr>
      <vt:lpstr>Penetration testing med Kali Linux</vt:lpstr>
      <vt:lpstr>Eksempel: fra fund til designprincip</vt:lpstr>
      <vt:lpstr>Øvelser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Jesper Buch Poignée</dc:creator>
  <cp:keywords/>
  <dc:description>generated using python-pptx</dc:description>
  <cp:lastModifiedBy>Jesper Buch Poignée</cp:lastModifiedBy>
  <cp:revision>1</cp:revision>
  <dcterms:created xsi:type="dcterms:W3CDTF">2013-01-27T09:14:16Z</dcterms:created>
  <dcterms:modified xsi:type="dcterms:W3CDTF">2026-05-01T07:06:58Z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0x010100F960A705C2DE254E8F78A837884E50C0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</Properties>
</file>