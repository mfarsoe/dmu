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notesMasterIdLst>
    <p:notesMasterId r:id="rId23"/>
  </p:notesMasterIdLst>
  <p:sldIdLst>
    <p:sldId id="280" r:id="rId5"/>
    <p:sldId id="312" r:id="rId6"/>
    <p:sldId id="295" r:id="rId7"/>
    <p:sldId id="316" r:id="rId8"/>
    <p:sldId id="318" r:id="rId9"/>
    <p:sldId id="317" r:id="rId10"/>
    <p:sldId id="301" r:id="rId11"/>
    <p:sldId id="311" r:id="rId12"/>
    <p:sldId id="296" r:id="rId13"/>
    <p:sldId id="302" r:id="rId14"/>
    <p:sldId id="303" r:id="rId15"/>
    <p:sldId id="304" r:id="rId16"/>
    <p:sldId id="313" r:id="rId17"/>
    <p:sldId id="314" r:id="rId18"/>
    <p:sldId id="319" r:id="rId19"/>
    <p:sldId id="320" r:id="rId20"/>
    <p:sldId id="315" r:id="rId21"/>
    <p:sldId id="30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6C0ED7-1765-4DE0-BA7F-CE5B6F6EB243}" v="112" dt="2026-05-07T06:50:13.233"/>
    <p1510:client id="{EBCB7C96-98A4-4D74-9264-A50048C4FFCA}" v="1" dt="2026-05-07T08:52:35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 addSection delSection">
      <pc:chgData name="Jesper Buch Poignée" userId="e9c179cb-b07f-48e2-8bc5-99357f35e469" providerId="ADAL" clId="{0FA08CF4-302B-405B-A75E-5DF504EDE4A1}" dt="2026-05-07T08:52:35.392" v="22914"/>
      <pc:docMkLst>
        <pc:docMk/>
      </pc:docMkLst>
      <pc:sldChg chg="addSp modSp add mod ord">
        <pc:chgData name="Jesper Buch Poignée" userId="e9c179cb-b07f-48e2-8bc5-99357f35e469" providerId="ADAL" clId="{0FA08CF4-302B-405B-A75E-5DF504EDE4A1}" dt="2026-05-06T12:18:11.772" v="22686" actId="790"/>
        <pc:sldMkLst>
          <pc:docMk/>
          <pc:sldMk cId="4060648164" sldId="280"/>
        </pc:sldMkLst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4060648164" sldId="280"/>
            <ac:spMk id="2" creationId="{DA9E691A-7678-B135-1F00-B721DC90E632}"/>
          </ac:spMkLst>
        </pc:spChg>
        <pc:spChg chg="add 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4060648164" sldId="280"/>
            <ac:spMk id="3" creationId="{B4717C50-A4AB-A97C-2B10-F7DB959B5CD2}"/>
          </ac:spMkLst>
        </pc:spChg>
        <pc:graphicFrameChg chg="modGraphic">
          <ac:chgData name="Jesper Buch Poignée" userId="e9c179cb-b07f-48e2-8bc5-99357f35e469" providerId="ADAL" clId="{0FA08CF4-302B-405B-A75E-5DF504EDE4A1}" dt="2026-05-06T12:18:11.772" v="22686" actId="790"/>
          <ac:graphicFrameMkLst>
            <pc:docMk/>
            <pc:sldMk cId="4060648164" sldId="280"/>
            <ac:graphicFrameMk id="4" creationId="{93E087D4-9B93-5397-1B3B-201AA66A5C47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5-06T12:18:11.772" v="22686" actId="790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882084974" sldId="295"/>
            <ac:spMk id="4" creationId="{8B77BAC9-828B-36E5-4F33-D2E13FC34AD7}"/>
          </ac:spMkLst>
        </pc:spChg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882084974" sldId="295"/>
            <ac:spMk id="5" creationId="{31E9D6C8-BBEF-A22D-0408-B011726DCB5A}"/>
          </ac:spMkLst>
        </pc:spChg>
      </pc:sldChg>
      <pc:sldChg chg="addSp modSp add mod">
        <pc:chgData name="Jesper Buch Poignée" userId="e9c179cb-b07f-48e2-8bc5-99357f35e469" providerId="ADAL" clId="{0FA08CF4-302B-405B-A75E-5DF504EDE4A1}" dt="2026-05-06T12:18:11.772" v="22686" actId="790"/>
        <pc:sldMkLst>
          <pc:docMk/>
          <pc:sldMk cId="1792258424" sldId="296"/>
        </pc:sldMkLst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1792258424" sldId="296"/>
            <ac:spMk id="2" creationId="{E6107AE8-515D-252D-6CF1-FA8B018BE214}"/>
          </ac:spMkLst>
        </pc:spChg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1792258424" sldId="296"/>
            <ac:spMk id="3" creationId="{E79F3217-7BDB-E727-8468-D6A9EADC0C9A}"/>
          </ac:spMkLst>
        </pc:spChg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1792258424" sldId="296"/>
            <ac:spMk id="4" creationId="{1BB4886F-7611-8B0A-C578-C26183A6C4B2}"/>
          </ac:spMkLst>
        </pc:spChg>
        <pc:spChg chg="add 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1792258424" sldId="296"/>
            <ac:spMk id="5" creationId="{7868B6D5-8DC2-5488-BCD9-F783B8174CE4}"/>
          </ac:spMkLst>
        </pc:spChg>
      </pc:sldChg>
      <pc:sldChg chg="addSp delSp modSp new mod ord modClrScheme chgLayout">
        <pc:chgData name="Jesper Buch Poignée" userId="e9c179cb-b07f-48e2-8bc5-99357f35e469" providerId="ADAL" clId="{0FA08CF4-302B-405B-A75E-5DF504EDE4A1}" dt="2026-05-07T06:51:07.397" v="22913" actId="20577"/>
        <pc:sldMkLst>
          <pc:docMk/>
          <pc:sldMk cId="1317218462" sldId="301"/>
        </pc:sldMkLst>
        <pc:spChg chg="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1317218462" sldId="301"/>
            <ac:spMk id="2" creationId="{31C02901-15EA-7EF8-B64E-18FC35473ACC}"/>
          </ac:spMkLst>
        </pc:spChg>
        <pc:spChg chg="add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1317218462" sldId="301"/>
            <ac:spMk id="3" creationId="{D1858184-F970-BBE0-6F34-B0D5A25804B6}"/>
          </ac:spMkLst>
        </pc:spChg>
        <pc:graphicFrameChg chg="add mod ord modGraphic">
          <ac:chgData name="Jesper Buch Poignée" userId="e9c179cb-b07f-48e2-8bc5-99357f35e469" providerId="ADAL" clId="{0FA08CF4-302B-405B-A75E-5DF504EDE4A1}" dt="2026-05-07T06:51:07.397" v="22913" actId="20577"/>
          <ac:graphicFrameMkLst>
            <pc:docMk/>
            <pc:sldMk cId="1317218462" sldId="301"/>
            <ac:graphicFrameMk id="4" creationId="{98A0ABFD-C9C5-7C18-D57C-638C1E3B69E6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5-06T12:18:11.772" v="22686" actId="790"/>
        <pc:sldMkLst>
          <pc:docMk/>
          <pc:sldMk cId="714202932" sldId="302"/>
        </pc:sldMkLst>
        <pc:spChg chg="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714202932" sldId="302"/>
            <ac:spMk id="2" creationId="{F5EC981F-58A2-D5DB-D834-5AADDF0E5284}"/>
          </ac:spMkLst>
        </pc:spChg>
        <pc:spChg chg="add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714202932" sldId="302"/>
            <ac:spMk id="4" creationId="{01E98AEC-FDCC-0E1B-2C9B-E61095198F95}"/>
          </ac:spMkLst>
        </pc:spChg>
        <pc:spChg chg="add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714202932" sldId="302"/>
            <ac:spMk id="5" creationId="{933B28B7-8009-B31D-2252-4897D52FDB85}"/>
          </ac:spMkLst>
        </pc:spChg>
      </pc:sldChg>
      <pc:sldChg chg="modSp new mod">
        <pc:chgData name="Jesper Buch Poignée" userId="e9c179cb-b07f-48e2-8bc5-99357f35e469" providerId="ADAL" clId="{0FA08CF4-302B-405B-A75E-5DF504EDE4A1}" dt="2026-05-06T12:18:11.772" v="22686" actId="790"/>
        <pc:sldMkLst>
          <pc:docMk/>
          <pc:sldMk cId="812589264" sldId="303"/>
        </pc:sldMkLst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812589264" sldId="303"/>
            <ac:spMk id="2" creationId="{9382649F-C065-6557-2B03-CDBFCB4AAADA}"/>
          </ac:spMkLst>
        </pc:spChg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812589264" sldId="303"/>
            <ac:spMk id="3" creationId="{64946397-810D-E7E5-8EE8-FDAC059D7F21}"/>
          </ac:spMkLst>
        </pc:spChg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812589264" sldId="303"/>
            <ac:spMk id="4" creationId="{4A5AFA2C-5553-F191-D92B-7D13A7761796}"/>
          </ac:spMkLst>
        </pc:spChg>
      </pc:sldChg>
      <pc:sldChg chg="addSp modSp new mod">
        <pc:chgData name="Jesper Buch Poignée" userId="e9c179cb-b07f-48e2-8bc5-99357f35e469" providerId="ADAL" clId="{0FA08CF4-302B-405B-A75E-5DF504EDE4A1}" dt="2026-05-06T12:18:11.772" v="22686" actId="790"/>
        <pc:sldMkLst>
          <pc:docMk/>
          <pc:sldMk cId="1504797385" sldId="304"/>
        </pc:sldMkLst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1504797385" sldId="304"/>
            <ac:spMk id="2" creationId="{BD969610-24DD-7070-1B00-C097CF950836}"/>
          </ac:spMkLst>
        </pc:spChg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1504797385" sldId="304"/>
            <ac:spMk id="3" creationId="{484C980B-431A-83C0-BBEE-623055B9CCA7}"/>
          </ac:spMkLst>
        </pc:spChg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1504797385" sldId="304"/>
            <ac:spMk id="4" creationId="{B01E3E20-D979-6464-ABE8-A45B93923DDB}"/>
          </ac:spMkLst>
        </pc:spChg>
        <pc:graphicFrameChg chg="add mod">
          <ac:chgData name="Jesper Buch Poignée" userId="e9c179cb-b07f-48e2-8bc5-99357f35e469" providerId="ADAL" clId="{0FA08CF4-302B-405B-A75E-5DF504EDE4A1}" dt="2026-05-06T08:41:33.028" v="22335"/>
          <ac:graphicFrameMkLst>
            <pc:docMk/>
            <pc:sldMk cId="1504797385" sldId="304"/>
            <ac:graphicFrameMk id="5" creationId="{F5BDFF8D-B5D6-85C8-0E6E-02F2E49A8CAF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5-06T12:18:11.772" v="22686" actId="790"/>
        <pc:sldMkLst>
          <pc:docMk/>
          <pc:sldMk cId="3768785757" sldId="309"/>
        </pc:sldMkLst>
        <pc:spChg chg="add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3768785757" sldId="309"/>
            <ac:spMk id="5" creationId="{A4D2E3AD-C975-CD2C-F919-5854518AA298}"/>
          </ac:spMkLst>
        </pc:spChg>
        <pc:spChg chg="add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3768785757" sldId="309"/>
            <ac:spMk id="6" creationId="{65C4BA5C-BEC6-0A76-512E-015017BC5C83}"/>
          </ac:spMkLst>
        </pc:spChg>
      </pc:sldChg>
      <pc:sldChg chg="addSp modSp add mod">
        <pc:chgData name="Jesper Buch Poignée" userId="e9c179cb-b07f-48e2-8bc5-99357f35e469" providerId="ADAL" clId="{0FA08CF4-302B-405B-A75E-5DF504EDE4A1}" dt="2026-05-06T12:18:11.772" v="22686" actId="790"/>
        <pc:sldMkLst>
          <pc:docMk/>
          <pc:sldMk cId="2922894774" sldId="311"/>
        </pc:sldMkLst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2922894774" sldId="311"/>
            <ac:spMk id="2" creationId="{B2C28A47-1F3F-2638-6A8A-E9B845D0741E}"/>
          </ac:spMkLst>
        </pc:spChg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2922894774" sldId="311"/>
            <ac:spMk id="3" creationId="{9D6096F6-2978-F034-7C04-98C632C02404}"/>
          </ac:spMkLst>
        </pc:spChg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2922894774" sldId="311"/>
            <ac:spMk id="4" creationId="{69AE2EBE-067E-A03D-4A1C-773B227F5ACE}"/>
          </ac:spMkLst>
        </pc:spChg>
        <pc:spChg chg="add 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2922894774" sldId="311"/>
            <ac:spMk id="5" creationId="{EC0DD1BC-EDFF-935B-572D-75A807DB7914}"/>
          </ac:spMkLst>
        </pc:spChg>
      </pc:sldChg>
      <pc:sldChg chg="addSp delSp modSp new mod ord modClrScheme chgLayout">
        <pc:chgData name="Jesper Buch Poignée" userId="e9c179cb-b07f-48e2-8bc5-99357f35e469" providerId="ADAL" clId="{0FA08CF4-302B-405B-A75E-5DF504EDE4A1}" dt="2026-05-07T06:48:14.634" v="22850" actId="170"/>
        <pc:sldMkLst>
          <pc:docMk/>
          <pc:sldMk cId="1112517839" sldId="312"/>
        </pc:sldMkLst>
        <pc:spChg chg="add del mod">
          <ac:chgData name="Jesper Buch Poignée" userId="e9c179cb-b07f-48e2-8bc5-99357f35e469" providerId="ADAL" clId="{0FA08CF4-302B-405B-A75E-5DF504EDE4A1}" dt="2026-05-06T08:34:11.082" v="22225" actId="26606"/>
          <ac:spMkLst>
            <pc:docMk/>
            <pc:sldMk cId="1112517839" sldId="312"/>
            <ac:spMk id="2" creationId="{2DA78BCA-65B1-7CB0-AA0F-5D835829D3D8}"/>
          </ac:spMkLst>
        </pc:spChg>
        <pc:spChg chg="add del">
          <ac:chgData name="Jesper Buch Poignée" userId="e9c179cb-b07f-48e2-8bc5-99357f35e469" providerId="ADAL" clId="{0FA08CF4-302B-405B-A75E-5DF504EDE4A1}" dt="2026-05-06T08:33:44.299" v="22210" actId="26606"/>
          <ac:spMkLst>
            <pc:docMk/>
            <pc:sldMk cId="1112517839" sldId="312"/>
            <ac:spMk id="2" creationId="{3FED9DDE-4F56-A020-4266-3186B1124341}"/>
          </ac:spMkLst>
        </pc:spChg>
        <pc:spChg chg="add del">
          <ac:chgData name="Jesper Buch Poignée" userId="e9c179cb-b07f-48e2-8bc5-99357f35e469" providerId="ADAL" clId="{0FA08CF4-302B-405B-A75E-5DF504EDE4A1}" dt="2026-05-06T08:33:50.218" v="22213" actId="26606"/>
          <ac:spMkLst>
            <pc:docMk/>
            <pc:sldMk cId="1112517839" sldId="312"/>
            <ac:spMk id="2" creationId="{4AD898C1-DFC4-9075-E52D-1469E1F6B2B0}"/>
          </ac:spMkLst>
        </pc:spChg>
        <pc:spChg chg="add del">
          <ac:chgData name="Jesper Buch Poignée" userId="e9c179cb-b07f-48e2-8bc5-99357f35e469" providerId="ADAL" clId="{0FA08CF4-302B-405B-A75E-5DF504EDE4A1}" dt="2026-05-06T08:33:56.804" v="22219" actId="26606"/>
          <ac:spMkLst>
            <pc:docMk/>
            <pc:sldMk cId="1112517839" sldId="312"/>
            <ac:spMk id="2" creationId="{BA0AFFFB-3823-DC50-D9EA-0A3916FED201}"/>
          </ac:spMkLst>
        </pc:spChg>
        <pc:spChg chg="add del mod ord replI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1112517839" sldId="312"/>
            <ac:spMk id="2" creationId="{CEAC17FE-0A31-F734-E07C-B0F43FF71EF0}"/>
          </ac:spMkLst>
        </pc:spChg>
        <pc:spChg chg="add del mod">
          <ac:chgData name="Jesper Buch Poignée" userId="e9c179cb-b07f-48e2-8bc5-99357f35e469" providerId="ADAL" clId="{0FA08CF4-302B-405B-A75E-5DF504EDE4A1}" dt="2026-05-06T08:33:54.043" v="22216" actId="26606"/>
          <ac:spMkLst>
            <pc:docMk/>
            <pc:sldMk cId="1112517839" sldId="312"/>
            <ac:spMk id="2" creationId="{E35713B2-511B-9D12-25E7-9B4F9EA114CF}"/>
          </ac:spMkLst>
        </pc:spChg>
        <pc:spChg chg="add del">
          <ac:chgData name="Jesper Buch Poignée" userId="e9c179cb-b07f-48e2-8bc5-99357f35e469" providerId="ADAL" clId="{0FA08CF4-302B-405B-A75E-5DF504EDE4A1}" dt="2026-05-06T08:33:59.663" v="22222" actId="26606"/>
          <ac:spMkLst>
            <pc:docMk/>
            <pc:sldMk cId="1112517839" sldId="312"/>
            <ac:spMk id="2" creationId="{E7569AEF-C187-243D-D3CE-6D29C57ECFDA}"/>
          </ac:spMkLst>
        </pc:spChg>
        <pc:spChg chg="add del mod ord">
          <ac:chgData name="Jesper Buch Poignée" userId="e9c179cb-b07f-48e2-8bc5-99357f35e469" providerId="ADAL" clId="{0FA08CF4-302B-405B-A75E-5DF504EDE4A1}" dt="2026-05-06T11:26:08.543" v="22514" actId="700"/>
          <ac:spMkLst>
            <pc:docMk/>
            <pc:sldMk cId="1112517839" sldId="312"/>
            <ac:spMk id="3" creationId="{DFC86386-9EE2-8C3C-EE38-AC8AEECB491B}"/>
          </ac:spMkLst>
        </pc:spChg>
        <pc:spChg chg="add del mod">
          <ac:chgData name="Jesper Buch Poignée" userId="e9c179cb-b07f-48e2-8bc5-99357f35e469" providerId="ADAL" clId="{0FA08CF4-302B-405B-A75E-5DF504EDE4A1}" dt="2026-05-07T06:41:16.582" v="22844" actId="478"/>
          <ac:spMkLst>
            <pc:docMk/>
            <pc:sldMk cId="1112517839" sldId="312"/>
            <ac:spMk id="5" creationId="{649CCAF8-6BBD-3D0E-BF80-9263864770AF}"/>
          </ac:spMkLst>
        </pc:spChg>
        <pc:spChg chg="add del mod">
          <ac:chgData name="Jesper Buch Poignée" userId="e9c179cb-b07f-48e2-8bc5-99357f35e469" providerId="ADAL" clId="{0FA08CF4-302B-405B-A75E-5DF504EDE4A1}" dt="2026-05-07T06:47:57.649" v="22847" actId="478"/>
          <ac:spMkLst>
            <pc:docMk/>
            <pc:sldMk cId="1112517839" sldId="312"/>
            <ac:spMk id="6" creationId="{9435039B-AED7-0FF8-56A9-25127B87E7F4}"/>
          </ac:spMkLst>
        </pc:spChg>
        <pc:spChg chg="add del mod">
          <ac:chgData name="Jesper Buch Poignée" userId="e9c179cb-b07f-48e2-8bc5-99357f35e469" providerId="ADAL" clId="{0FA08CF4-302B-405B-A75E-5DF504EDE4A1}" dt="2026-05-06T08:33:54.043" v="22216" actId="26606"/>
          <ac:spMkLst>
            <pc:docMk/>
            <pc:sldMk cId="1112517839" sldId="312"/>
            <ac:spMk id="8" creationId="{2935D5A9-D96F-6FA7-2E57-46C9B13AC95B}"/>
          </ac:spMkLst>
        </pc:spChg>
        <pc:spChg chg="add del mod">
          <ac:chgData name="Jesper Buch Poignée" userId="e9c179cb-b07f-48e2-8bc5-99357f35e469" providerId="ADAL" clId="{0FA08CF4-302B-405B-A75E-5DF504EDE4A1}" dt="2026-05-06T08:33:54.043" v="22216" actId="26606"/>
          <ac:spMkLst>
            <pc:docMk/>
            <pc:sldMk cId="1112517839" sldId="312"/>
            <ac:spMk id="9" creationId="{E3E9ACA1-5FB1-1DD0-721E-59815E031B3B}"/>
          </ac:spMkLst>
        </pc:spChg>
        <pc:spChg chg="add del mod ord">
          <ac:chgData name="Jesper Buch Poignée" userId="e9c179cb-b07f-48e2-8bc5-99357f35e469" providerId="ADAL" clId="{0FA08CF4-302B-405B-A75E-5DF504EDE4A1}" dt="2026-05-07T06:47:54.516" v="22846" actId="478"/>
          <ac:spMkLst>
            <pc:docMk/>
            <pc:sldMk cId="1112517839" sldId="312"/>
            <ac:spMk id="12" creationId="{C75236D4-62DD-E2F2-82B7-6ED31588BC73}"/>
          </ac:spMkLst>
        </pc:spChg>
        <pc:spChg chg="add del mod ord">
          <ac:chgData name="Jesper Buch Poignée" userId="e9c179cb-b07f-48e2-8bc5-99357f35e469" providerId="ADAL" clId="{0FA08CF4-302B-405B-A75E-5DF504EDE4A1}" dt="2026-05-07T06:41:13.970" v="22843" actId="478"/>
          <ac:spMkLst>
            <pc:docMk/>
            <pc:sldMk cId="1112517839" sldId="312"/>
            <ac:spMk id="13" creationId="{0C3961F3-F280-71FA-5ECA-F6A192374EC0}"/>
          </ac:spMkLst>
        </pc:spChg>
        <pc:graphicFrameChg chg="add del">
          <ac:chgData name="Jesper Buch Poignée" userId="e9c179cb-b07f-48e2-8bc5-99357f35e469" providerId="ADAL" clId="{0FA08CF4-302B-405B-A75E-5DF504EDE4A1}" dt="2026-05-06T08:33:44.299" v="22210" actId="26606"/>
          <ac:graphicFrameMkLst>
            <pc:docMk/>
            <pc:sldMk cId="1112517839" sldId="312"/>
            <ac:graphicFrameMk id="4" creationId="{8B847618-5279-4D94-8A05-5A836569EA34}"/>
          </ac:graphicFrameMkLst>
        </pc:graphicFrameChg>
        <pc:graphicFrameChg chg="add del">
          <ac:chgData name="Jesper Buch Poignée" userId="e9c179cb-b07f-48e2-8bc5-99357f35e469" providerId="ADAL" clId="{0FA08CF4-302B-405B-A75E-5DF504EDE4A1}" dt="2026-05-06T08:33:56.804" v="22219" actId="26606"/>
          <ac:graphicFrameMkLst>
            <pc:docMk/>
            <pc:sldMk cId="1112517839" sldId="312"/>
            <ac:graphicFrameMk id="5" creationId="{CF3CB2D2-7129-47A2-B0B1-73DB0D3D8658}"/>
          </ac:graphicFrameMkLst>
        </pc:graphicFrameChg>
        <pc:graphicFrameChg chg="add del">
          <ac:chgData name="Jesper Buch Poignée" userId="e9c179cb-b07f-48e2-8bc5-99357f35e469" providerId="ADAL" clId="{0FA08CF4-302B-405B-A75E-5DF504EDE4A1}" dt="2026-05-06T08:33:50.218" v="22213" actId="26606"/>
          <ac:graphicFrameMkLst>
            <pc:docMk/>
            <pc:sldMk cId="1112517839" sldId="312"/>
            <ac:graphicFrameMk id="6" creationId="{62711F3B-F85E-4910-A7B0-37D971F0DEE0}"/>
          </ac:graphicFrameMkLst>
        </pc:graphicFrameChg>
        <pc:graphicFrameChg chg="add del">
          <ac:chgData name="Jesper Buch Poignée" userId="e9c179cb-b07f-48e2-8bc5-99357f35e469" providerId="ADAL" clId="{0FA08CF4-302B-405B-A75E-5DF504EDE4A1}" dt="2026-05-06T08:33:59.663" v="22222" actId="26606"/>
          <ac:graphicFrameMkLst>
            <pc:docMk/>
            <pc:sldMk cId="1112517839" sldId="312"/>
            <ac:graphicFrameMk id="7" creationId="{9181F272-3FC6-4D52-A3E8-0D34C756BF95}"/>
          </ac:graphicFrameMkLst>
        </pc:graphicFrameChg>
        <pc:graphicFrameChg chg="add del">
          <ac:chgData name="Jesper Buch Poignée" userId="e9c179cb-b07f-48e2-8bc5-99357f35e469" providerId="ADAL" clId="{0FA08CF4-302B-405B-A75E-5DF504EDE4A1}" dt="2026-05-06T08:34:11.082" v="22225" actId="26606"/>
          <ac:graphicFrameMkLst>
            <pc:docMk/>
            <pc:sldMk cId="1112517839" sldId="312"/>
            <ac:graphicFrameMk id="10" creationId="{40DEB892-8916-96E6-E430-50DE0CFDAF09}"/>
          </ac:graphicFrameMkLst>
        </pc:graphicFrameChg>
        <pc:picChg chg="add mod">
          <ac:chgData name="Jesper Buch Poignée" userId="e9c179cb-b07f-48e2-8bc5-99357f35e469" providerId="ADAL" clId="{0FA08CF4-302B-405B-A75E-5DF504EDE4A1}" dt="2026-05-07T06:48:03.051" v="22848" actId="1076"/>
          <ac:picMkLst>
            <pc:docMk/>
            <pc:sldMk cId="1112517839" sldId="312"/>
            <ac:picMk id="4" creationId="{B01C4CA9-8E49-053F-6BAC-8CA5F532FB35}"/>
          </ac:picMkLst>
        </pc:picChg>
        <pc:picChg chg="add del">
          <ac:chgData name="Jesper Buch Poignée" userId="e9c179cb-b07f-48e2-8bc5-99357f35e469" providerId="ADAL" clId="{0FA08CF4-302B-405B-A75E-5DF504EDE4A1}" dt="2026-05-06T08:35:14.206" v="22257" actId="22"/>
          <ac:picMkLst>
            <pc:docMk/>
            <pc:sldMk cId="1112517839" sldId="312"/>
            <ac:picMk id="11" creationId="{F344452C-505D-730C-9A7B-30C0AF32D2F5}"/>
          </ac:picMkLst>
        </pc:picChg>
        <pc:picChg chg="add mod ord">
          <ac:chgData name="Jesper Buch Poignée" userId="e9c179cb-b07f-48e2-8bc5-99357f35e469" providerId="ADAL" clId="{0FA08CF4-302B-405B-A75E-5DF504EDE4A1}" dt="2026-05-07T06:48:14.634" v="22850" actId="170"/>
          <ac:picMkLst>
            <pc:docMk/>
            <pc:sldMk cId="1112517839" sldId="312"/>
            <ac:picMk id="15" creationId="{466720D3-14F9-7BF3-DA2A-55ADA8A326CC}"/>
          </ac:picMkLst>
        </pc:picChg>
      </pc:sldChg>
      <pc:sldChg chg="addSp delSp modSp new mod modClrScheme modAnim chgLayout">
        <pc:chgData name="Jesper Buch Poignée" userId="e9c179cb-b07f-48e2-8bc5-99357f35e469" providerId="ADAL" clId="{0FA08CF4-302B-405B-A75E-5DF504EDE4A1}" dt="2026-05-07T08:52:35.392" v="22914"/>
        <pc:sldMkLst>
          <pc:docMk/>
          <pc:sldMk cId="3496080367" sldId="313"/>
        </pc:sldMkLst>
        <pc:spChg chg="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3496080367" sldId="313"/>
            <ac:spMk id="2" creationId="{04419F48-5841-EB0C-054D-BB3234FA1855}"/>
          </ac:spMkLst>
        </pc:spChg>
        <pc:spChg chg="del mod ord">
          <ac:chgData name="Jesper Buch Poignée" userId="e9c179cb-b07f-48e2-8bc5-99357f35e469" providerId="ADAL" clId="{0FA08CF4-302B-405B-A75E-5DF504EDE4A1}" dt="2026-05-06T08:43:15.201" v="22373" actId="700"/>
          <ac:spMkLst>
            <pc:docMk/>
            <pc:sldMk cId="3496080367" sldId="313"/>
            <ac:spMk id="3" creationId="{914A2D2A-6812-7431-4BC1-4C3D1FCEE44B}"/>
          </ac:spMkLst>
        </pc:spChg>
        <pc:spChg chg="del">
          <ac:chgData name="Jesper Buch Poignée" userId="e9c179cb-b07f-48e2-8bc5-99357f35e469" providerId="ADAL" clId="{0FA08CF4-302B-405B-A75E-5DF504EDE4A1}" dt="2026-05-06T08:43:15.201" v="22373" actId="700"/>
          <ac:spMkLst>
            <pc:docMk/>
            <pc:sldMk cId="3496080367" sldId="313"/>
            <ac:spMk id="4" creationId="{67BEA8B0-0C83-AFD5-6098-9992DA995D42}"/>
          </ac:spMkLst>
        </pc:spChg>
        <pc:spChg chg="add del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3496080367" sldId="313"/>
            <ac:spMk id="5" creationId="{FBCF8DCF-8536-F772-70B0-0A9B4527C54E}"/>
          </ac:spMkLst>
        </pc:spChg>
        <pc:graphicFrameChg chg="add mod">
          <ac:chgData name="Jesper Buch Poignée" userId="e9c179cb-b07f-48e2-8bc5-99357f35e469" providerId="ADAL" clId="{0FA08CF4-302B-405B-A75E-5DF504EDE4A1}" dt="2026-05-06T08:43:29.781" v="22377"/>
          <ac:graphicFrameMkLst>
            <pc:docMk/>
            <pc:sldMk cId="3496080367" sldId="313"/>
            <ac:graphicFrameMk id="6" creationId="{00E48D1F-80CA-C3AF-99C3-14698066D91B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5-06T08:43:40.786" v="22381"/>
          <ac:graphicFrameMkLst>
            <pc:docMk/>
            <pc:sldMk cId="3496080367" sldId="313"/>
            <ac:graphicFrameMk id="7" creationId="{2465B9AA-78D5-48AA-3225-E1A7BEA5AE73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5-06T12:46:04.903" v="22825" actId="404"/>
        <pc:sldMkLst>
          <pc:docMk/>
          <pc:sldMk cId="3900706237" sldId="314"/>
        </pc:sldMkLst>
        <pc:spChg chg="mod ord">
          <ac:chgData name="Jesper Buch Poignée" userId="e9c179cb-b07f-48e2-8bc5-99357f35e469" providerId="ADAL" clId="{0FA08CF4-302B-405B-A75E-5DF504EDE4A1}" dt="2026-05-06T12:44:05.263" v="22786" actId="20577"/>
          <ac:spMkLst>
            <pc:docMk/>
            <pc:sldMk cId="3900706237" sldId="314"/>
            <ac:spMk id="2" creationId="{C1F4997E-87E3-A5FA-C34C-C24CD2F928E6}"/>
          </ac:spMkLst>
        </pc:spChg>
        <pc:spChg chg="del mod ord">
          <ac:chgData name="Jesper Buch Poignée" userId="e9c179cb-b07f-48e2-8bc5-99357f35e469" providerId="ADAL" clId="{0FA08CF4-302B-405B-A75E-5DF504EDE4A1}" dt="2026-05-06T12:42:57.060" v="22756" actId="700"/>
          <ac:spMkLst>
            <pc:docMk/>
            <pc:sldMk cId="3900706237" sldId="314"/>
            <ac:spMk id="3" creationId="{F9EDD0A9-47EA-7E5B-0AFB-8FE8408211FD}"/>
          </ac:spMkLst>
        </pc:spChg>
        <pc:spChg chg="add del mod ord">
          <ac:chgData name="Jesper Buch Poignée" userId="e9c179cb-b07f-48e2-8bc5-99357f35e469" providerId="ADAL" clId="{0FA08CF4-302B-405B-A75E-5DF504EDE4A1}" dt="2026-05-06T12:43:06.170" v="22757" actId="700"/>
          <ac:spMkLst>
            <pc:docMk/>
            <pc:sldMk cId="3900706237" sldId="314"/>
            <ac:spMk id="4" creationId="{C77AEFEC-70B0-56F8-4BF8-6CC0EA0C748C}"/>
          </ac:spMkLst>
        </pc:spChg>
        <pc:spChg chg="add del mod ord">
          <ac:chgData name="Jesper Buch Poignée" userId="e9c179cb-b07f-48e2-8bc5-99357f35e469" providerId="ADAL" clId="{0FA08CF4-302B-405B-A75E-5DF504EDE4A1}" dt="2026-05-06T12:43:06.170" v="22757" actId="700"/>
          <ac:spMkLst>
            <pc:docMk/>
            <pc:sldMk cId="3900706237" sldId="314"/>
            <ac:spMk id="5" creationId="{64CA298D-79C6-7129-537D-DD4F51E91FB2}"/>
          </ac:spMkLst>
        </pc:spChg>
        <pc:spChg chg="add mod ord">
          <ac:chgData name="Jesper Buch Poignée" userId="e9c179cb-b07f-48e2-8bc5-99357f35e469" providerId="ADAL" clId="{0FA08CF4-302B-405B-A75E-5DF504EDE4A1}" dt="2026-05-06T12:43:12.051" v="22758"/>
          <ac:spMkLst>
            <pc:docMk/>
            <pc:sldMk cId="3900706237" sldId="314"/>
            <ac:spMk id="6" creationId="{31EFB11E-98ED-8ECE-A619-6F8CEC84AF32}"/>
          </ac:spMkLst>
        </pc:spChg>
        <pc:spChg chg="add del mod ord">
          <ac:chgData name="Jesper Buch Poignée" userId="e9c179cb-b07f-48e2-8bc5-99357f35e469" providerId="ADAL" clId="{0FA08CF4-302B-405B-A75E-5DF504EDE4A1}" dt="2026-05-06T12:46:00.198" v="22824" actId="27636"/>
          <ac:spMkLst>
            <pc:docMk/>
            <pc:sldMk cId="3900706237" sldId="314"/>
            <ac:spMk id="7" creationId="{FAD61E98-0CA3-A408-0430-ED81FD99B867}"/>
          </ac:spMkLst>
        </pc:spChg>
        <pc:spChg chg="add mod ord">
          <ac:chgData name="Jesper Buch Poignée" userId="e9c179cb-b07f-48e2-8bc5-99357f35e469" providerId="ADAL" clId="{0FA08CF4-302B-405B-A75E-5DF504EDE4A1}" dt="2026-05-06T12:44:00.232" v="22775"/>
          <ac:spMkLst>
            <pc:docMk/>
            <pc:sldMk cId="3900706237" sldId="314"/>
            <ac:spMk id="8" creationId="{8998E1A7-49F4-841C-AFCA-E057B1E8A9B1}"/>
          </ac:spMkLst>
        </pc:spChg>
        <pc:spChg chg="add del mod ord">
          <ac:chgData name="Jesper Buch Poignée" userId="e9c179cb-b07f-48e2-8bc5-99357f35e469" providerId="ADAL" clId="{0FA08CF4-302B-405B-A75E-5DF504EDE4A1}" dt="2026-05-06T12:46:04.903" v="22825" actId="404"/>
          <ac:spMkLst>
            <pc:docMk/>
            <pc:sldMk cId="3900706237" sldId="314"/>
            <ac:spMk id="9" creationId="{8E1DCA18-C579-2DB3-768C-F20EB590B303}"/>
          </ac:spMkLst>
        </pc:spChg>
        <pc:graphicFrameChg chg="add mod">
          <ac:chgData name="Jesper Buch Poignée" userId="e9c179cb-b07f-48e2-8bc5-99357f35e469" providerId="ADAL" clId="{0FA08CF4-302B-405B-A75E-5DF504EDE4A1}" dt="2026-05-06T12:43:22.296" v="22765"/>
          <ac:graphicFrameMkLst>
            <pc:docMk/>
            <pc:sldMk cId="3900706237" sldId="314"/>
            <ac:graphicFrameMk id="10" creationId="{E0942B9C-AE69-B4E3-597D-60EBEFB9C2EA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5-06T12:44:00.230" v="22774"/>
          <ac:graphicFrameMkLst>
            <pc:docMk/>
            <pc:sldMk cId="3900706237" sldId="314"/>
            <ac:graphicFrameMk id="11" creationId="{612F5A2C-4A86-BFB9-3994-1EA62111D018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5-06T12:44:14.601" v="22793"/>
          <ac:graphicFrameMkLst>
            <pc:docMk/>
            <pc:sldMk cId="3900706237" sldId="314"/>
            <ac:graphicFrameMk id="12" creationId="{799711B5-D0FF-ED5C-DECA-4C5321BD4FE3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5-06T12:47:24.252" v="22838" actId="20577"/>
        <pc:sldMkLst>
          <pc:docMk/>
          <pc:sldMk cId="3247449688" sldId="315"/>
        </pc:sldMkLst>
        <pc:spChg chg="del">
          <ac:chgData name="Jesper Buch Poignée" userId="e9c179cb-b07f-48e2-8bc5-99357f35e469" providerId="ADAL" clId="{0FA08CF4-302B-405B-A75E-5DF504EDE4A1}" dt="2026-05-06T10:16:22.513" v="22392" actId="26606"/>
          <ac:spMkLst>
            <pc:docMk/>
            <pc:sldMk cId="3247449688" sldId="315"/>
            <ac:spMk id="2" creationId="{1158BEBE-6F58-396B-8F08-92D6FD653654}"/>
          </ac:spMkLst>
        </pc:spChg>
        <pc:spChg chg="del">
          <ac:chgData name="Jesper Buch Poignée" userId="e9c179cb-b07f-48e2-8bc5-99357f35e469" providerId="ADAL" clId="{0FA08CF4-302B-405B-A75E-5DF504EDE4A1}" dt="2026-05-06T10:16:22.513" v="22392" actId="26606"/>
          <ac:spMkLst>
            <pc:docMk/>
            <pc:sldMk cId="3247449688" sldId="315"/>
            <ac:spMk id="3" creationId="{2892E50A-8A48-12B4-474F-30350C838B62}"/>
          </ac:spMkLst>
        </pc:spChg>
        <pc:spChg chg="add 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3247449688" sldId="315"/>
            <ac:spMk id="10" creationId="{89AF5381-E948-EBC3-7DB7-50807AA356CF}"/>
          </ac:spMkLst>
        </pc:spChg>
        <pc:spChg chg="add mod">
          <ac:chgData name="Jesper Buch Poignée" userId="e9c179cb-b07f-48e2-8bc5-99357f35e469" providerId="ADAL" clId="{0FA08CF4-302B-405B-A75E-5DF504EDE4A1}" dt="2026-05-06T12:47:24.252" v="22838" actId="20577"/>
          <ac:spMkLst>
            <pc:docMk/>
            <pc:sldMk cId="3247449688" sldId="315"/>
            <ac:spMk id="15" creationId="{DBDA6FFE-FDEA-67D0-BF5A-4FAD358DC0F2}"/>
          </ac:spMkLst>
        </pc:spChg>
        <pc:picChg chg="add mod">
          <ac:chgData name="Jesper Buch Poignée" userId="e9c179cb-b07f-48e2-8bc5-99357f35e469" providerId="ADAL" clId="{0FA08CF4-302B-405B-A75E-5DF504EDE4A1}" dt="2026-05-06T10:18:10.832" v="22413" actId="1440"/>
          <ac:picMkLst>
            <pc:docMk/>
            <pc:sldMk cId="3247449688" sldId="315"/>
            <ac:picMk id="5" creationId="{962FBAEA-C517-FCF8-7BDE-9AFEAD70E76D}"/>
          </ac:picMkLst>
        </pc:picChg>
      </pc:sldChg>
      <pc:sldChg chg="addSp delSp modSp new mod ord modClrScheme chgLayout">
        <pc:chgData name="Jesper Buch Poignée" userId="e9c179cb-b07f-48e2-8bc5-99357f35e469" providerId="ADAL" clId="{0FA08CF4-302B-405B-A75E-5DF504EDE4A1}" dt="2026-05-06T12:18:11.772" v="22686" actId="790"/>
        <pc:sldMkLst>
          <pc:docMk/>
          <pc:sldMk cId="606805527" sldId="316"/>
        </pc:sldMkLst>
        <pc:spChg chg="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606805527" sldId="316"/>
            <ac:spMk id="2" creationId="{760FBF2A-9B32-F456-D5DC-E1FA015AA74F}"/>
          </ac:spMkLst>
        </pc:spChg>
        <pc:spChg chg="add del mod ord">
          <ac:chgData name="Jesper Buch Poignée" userId="e9c179cb-b07f-48e2-8bc5-99357f35e469" providerId="ADAL" clId="{0FA08CF4-302B-405B-A75E-5DF504EDE4A1}" dt="2026-05-06T12:10:46.778" v="22558" actId="700"/>
          <ac:spMkLst>
            <pc:docMk/>
            <pc:sldMk cId="606805527" sldId="316"/>
            <ac:spMk id="3" creationId="{CD6C8BD7-8656-8307-06A3-36A527AC5AE5}"/>
          </ac:spMkLst>
        </pc:spChg>
        <pc:spChg chg="del mod ord">
          <ac:chgData name="Jesper Buch Poignée" userId="e9c179cb-b07f-48e2-8bc5-99357f35e469" providerId="ADAL" clId="{0FA08CF4-302B-405B-A75E-5DF504EDE4A1}" dt="2026-05-06T12:10:46.778" v="22558" actId="700"/>
          <ac:spMkLst>
            <pc:docMk/>
            <pc:sldMk cId="606805527" sldId="316"/>
            <ac:spMk id="4" creationId="{530C6D29-89D0-0D4B-BD1F-B5CCD9E3B6ED}"/>
          </ac:spMkLst>
        </pc:spChg>
        <pc:spChg chg="add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606805527" sldId="316"/>
            <ac:spMk id="6" creationId="{E6B9FF5B-B330-CC24-F21B-5ABFC9393B2B}"/>
          </ac:spMkLst>
        </pc:spChg>
        <pc:spChg chg="add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606805527" sldId="316"/>
            <ac:spMk id="7" creationId="{698CECA4-FA35-B98E-0AF9-0425B12F4CB5}"/>
          </ac:spMkLst>
        </pc:spChg>
        <pc:spChg chg="add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606805527" sldId="316"/>
            <ac:spMk id="8" creationId="{467F992C-5680-CCC7-791A-4019DB0101F2}"/>
          </ac:spMkLst>
        </pc:spChg>
        <pc:spChg chg="add mod or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606805527" sldId="316"/>
            <ac:spMk id="9" creationId="{A2033456-1154-F4F3-BF20-3A3BAEC50D4F}"/>
          </ac:spMkLst>
        </pc:spChg>
        <pc:graphicFrameChg chg="add mod">
          <ac:chgData name="Jesper Buch Poignée" userId="e9c179cb-b07f-48e2-8bc5-99357f35e469" providerId="ADAL" clId="{0FA08CF4-302B-405B-A75E-5DF504EDE4A1}" dt="2026-05-06T12:09:43.144" v="22552"/>
          <ac:graphicFrameMkLst>
            <pc:docMk/>
            <pc:sldMk cId="606805527" sldId="316"/>
            <ac:graphicFrameMk id="5" creationId="{9643C922-43B0-AAE8-03B7-ECAD0A8F112E}"/>
          </ac:graphicFrameMkLst>
        </pc:graphicFrameChg>
      </pc:sldChg>
      <pc:sldChg chg="addSp delSp modSp new mod modAnim">
        <pc:chgData name="Jesper Buch Poignée" userId="e9c179cb-b07f-48e2-8bc5-99357f35e469" providerId="ADAL" clId="{0FA08CF4-302B-405B-A75E-5DF504EDE4A1}" dt="2026-05-07T06:50:37.843" v="22898" actId="6549"/>
        <pc:sldMkLst>
          <pc:docMk/>
          <pc:sldMk cId="861192722" sldId="317"/>
        </pc:sldMkLst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861192722" sldId="317"/>
            <ac:spMk id="2" creationId="{C1E1F024-592E-932E-59DF-A9DABEF81342}"/>
          </ac:spMkLst>
        </pc:spChg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861192722" sldId="317"/>
            <ac:spMk id="3" creationId="{482657E9-E2DE-D760-E8FE-6732B964DEF0}"/>
          </ac:spMkLst>
        </pc:spChg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861192722" sldId="317"/>
            <ac:spMk id="4" creationId="{43B15F11-24DD-7C4B-7C0F-64E09B9D1B12}"/>
          </ac:spMkLst>
        </pc:spChg>
        <pc:spChg chg="mod">
          <ac:chgData name="Jesper Buch Poignée" userId="e9c179cb-b07f-48e2-8bc5-99357f35e469" providerId="ADAL" clId="{0FA08CF4-302B-405B-A75E-5DF504EDE4A1}" dt="2026-05-06T12:18:11.772" v="22686" actId="790"/>
          <ac:spMkLst>
            <pc:docMk/>
            <pc:sldMk cId="861192722" sldId="317"/>
            <ac:spMk id="5" creationId="{F70E5A60-5F0C-3BF0-21C5-D06333C06B78}"/>
          </ac:spMkLst>
        </pc:spChg>
        <pc:spChg chg="add del mod">
          <ac:chgData name="Jesper Buch Poignée" userId="e9c179cb-b07f-48e2-8bc5-99357f35e469" providerId="ADAL" clId="{0FA08CF4-302B-405B-A75E-5DF504EDE4A1}" dt="2026-05-07T06:50:37.843" v="22898" actId="6549"/>
          <ac:spMkLst>
            <pc:docMk/>
            <pc:sldMk cId="861192722" sldId="317"/>
            <ac:spMk id="6" creationId="{236C2BC1-C89A-D05D-26F4-F31CE2B6499A}"/>
          </ac:spMkLst>
        </pc:spChg>
        <pc:graphicFrameChg chg="add mod">
          <ac:chgData name="Jesper Buch Poignée" userId="e9c179cb-b07f-48e2-8bc5-99357f35e469" providerId="ADAL" clId="{0FA08CF4-302B-405B-A75E-5DF504EDE4A1}" dt="2026-05-06T12:13:09.267" v="22610"/>
          <ac:graphicFrameMkLst>
            <pc:docMk/>
            <pc:sldMk cId="861192722" sldId="317"/>
            <ac:graphicFrameMk id="7" creationId="{C2AD773E-5D07-A42A-8C91-830C78A7E999}"/>
          </ac:graphicFrameMkLst>
        </pc:graphicFrameChg>
      </pc:sldChg>
      <pc:sldChg chg="addSp delSp modSp new mod ord modClrScheme chgLayout">
        <pc:chgData name="Jesper Buch Poignée" userId="e9c179cb-b07f-48e2-8bc5-99357f35e469" providerId="ADAL" clId="{0FA08CF4-302B-405B-A75E-5DF504EDE4A1}" dt="2026-05-07T06:50:22.667" v="22897" actId="20577"/>
        <pc:sldMkLst>
          <pc:docMk/>
          <pc:sldMk cId="735217941" sldId="318"/>
        </pc:sldMkLst>
        <pc:spChg chg="mod ord">
          <ac:chgData name="Jesper Buch Poignée" userId="e9c179cb-b07f-48e2-8bc5-99357f35e469" providerId="ADAL" clId="{0FA08CF4-302B-405B-A75E-5DF504EDE4A1}" dt="2026-05-06T12:18:16.715" v="22687" actId="700"/>
          <ac:spMkLst>
            <pc:docMk/>
            <pc:sldMk cId="735217941" sldId="318"/>
            <ac:spMk id="2" creationId="{D9AE1A09-2A13-58A1-AE97-32C50D98837E}"/>
          </ac:spMkLst>
        </pc:spChg>
        <pc:spChg chg="del mod">
          <ac:chgData name="Jesper Buch Poignée" userId="e9c179cb-b07f-48e2-8bc5-99357f35e469" providerId="ADAL" clId="{0FA08CF4-302B-405B-A75E-5DF504EDE4A1}" dt="2026-05-06T12:18:16.715" v="22687" actId="700"/>
          <ac:spMkLst>
            <pc:docMk/>
            <pc:sldMk cId="735217941" sldId="318"/>
            <ac:spMk id="3" creationId="{23F2ED45-702F-C18F-B598-B3D1179C3D65}"/>
          </ac:spMkLst>
        </pc:spChg>
        <pc:spChg chg="del mod ord">
          <ac:chgData name="Jesper Buch Poignée" userId="e9c179cb-b07f-48e2-8bc5-99357f35e469" providerId="ADAL" clId="{0FA08CF4-302B-405B-A75E-5DF504EDE4A1}" dt="2026-05-06T12:18:16.715" v="22687" actId="700"/>
          <ac:spMkLst>
            <pc:docMk/>
            <pc:sldMk cId="735217941" sldId="318"/>
            <ac:spMk id="4" creationId="{251F28CE-9273-F85E-18FD-F0E80AD3B776}"/>
          </ac:spMkLst>
        </pc:spChg>
        <pc:spChg chg="del mod">
          <ac:chgData name="Jesper Buch Poignée" userId="e9c179cb-b07f-48e2-8bc5-99357f35e469" providerId="ADAL" clId="{0FA08CF4-302B-405B-A75E-5DF504EDE4A1}" dt="2026-05-06T12:18:16.715" v="22687" actId="700"/>
          <ac:spMkLst>
            <pc:docMk/>
            <pc:sldMk cId="735217941" sldId="318"/>
            <ac:spMk id="5" creationId="{B5096AC5-F18C-D186-E632-815AA418460A}"/>
          </ac:spMkLst>
        </pc:spChg>
        <pc:spChg chg="del mod">
          <ac:chgData name="Jesper Buch Poignée" userId="e9c179cb-b07f-48e2-8bc5-99357f35e469" providerId="ADAL" clId="{0FA08CF4-302B-405B-A75E-5DF504EDE4A1}" dt="2026-05-06T12:18:16.715" v="22687" actId="700"/>
          <ac:spMkLst>
            <pc:docMk/>
            <pc:sldMk cId="735217941" sldId="318"/>
            <ac:spMk id="6" creationId="{C94C150C-EB61-F918-D48B-2A8D2990D6DC}"/>
          </ac:spMkLst>
        </pc:spChg>
        <pc:spChg chg="add del mod ord">
          <ac:chgData name="Jesper Buch Poignée" userId="e9c179cb-b07f-48e2-8bc5-99357f35e469" providerId="ADAL" clId="{0FA08CF4-302B-405B-A75E-5DF504EDE4A1}" dt="2026-05-06T12:18:21.341" v="22688" actId="1032"/>
          <ac:spMkLst>
            <pc:docMk/>
            <pc:sldMk cId="735217941" sldId="318"/>
            <ac:spMk id="7" creationId="{83AAAAE4-7B42-4054-CA7B-3510D2EDEFF9}"/>
          </ac:spMkLst>
        </pc:spChg>
        <pc:graphicFrameChg chg="add mod modGraphic">
          <ac:chgData name="Jesper Buch Poignée" userId="e9c179cb-b07f-48e2-8bc5-99357f35e469" providerId="ADAL" clId="{0FA08CF4-302B-405B-A75E-5DF504EDE4A1}" dt="2026-05-07T06:50:22.667" v="22897" actId="20577"/>
          <ac:graphicFrameMkLst>
            <pc:docMk/>
            <pc:sldMk cId="735217941" sldId="318"/>
            <ac:graphicFrameMk id="8" creationId="{3380A9DF-290B-3FD4-C118-7A5E9C476BBA}"/>
          </ac:graphicFrameMkLst>
        </pc:graphicFrameChg>
      </pc:sldChg>
      <pc:sldChg chg="addSp delSp modSp add mod">
        <pc:chgData name="Jesper Buch Poignée" userId="e9c179cb-b07f-48e2-8bc5-99357f35e469" providerId="ADAL" clId="{0FA08CF4-302B-405B-A75E-5DF504EDE4A1}" dt="2026-05-06T12:45:51.871" v="22822" actId="27636"/>
        <pc:sldMkLst>
          <pc:docMk/>
          <pc:sldMk cId="2328873821" sldId="319"/>
        </pc:sldMkLst>
        <pc:spChg chg="mod">
          <ac:chgData name="Jesper Buch Poignée" userId="e9c179cb-b07f-48e2-8bc5-99357f35e469" providerId="ADAL" clId="{0FA08CF4-302B-405B-A75E-5DF504EDE4A1}" dt="2026-05-06T12:44:50.337" v="22800"/>
          <ac:spMkLst>
            <pc:docMk/>
            <pc:sldMk cId="2328873821" sldId="319"/>
            <ac:spMk id="6" creationId="{C69538DE-9CEE-81D3-FEEC-5479D5E03D5C}"/>
          </ac:spMkLst>
        </pc:spChg>
        <pc:spChg chg="add del mod">
          <ac:chgData name="Jesper Buch Poignée" userId="e9c179cb-b07f-48e2-8bc5-99357f35e469" providerId="ADAL" clId="{0FA08CF4-302B-405B-A75E-5DF504EDE4A1}" dt="2026-05-06T12:45:51.871" v="22822" actId="27636"/>
          <ac:spMkLst>
            <pc:docMk/>
            <pc:sldMk cId="2328873821" sldId="319"/>
            <ac:spMk id="7" creationId="{8A44491C-328E-CE6E-222D-10D9A3325189}"/>
          </ac:spMkLst>
        </pc:spChg>
        <pc:spChg chg="mod">
          <ac:chgData name="Jesper Buch Poignée" userId="e9c179cb-b07f-48e2-8bc5-99357f35e469" providerId="ADAL" clId="{0FA08CF4-302B-405B-A75E-5DF504EDE4A1}" dt="2026-05-06T12:45:28.122" v="22811"/>
          <ac:spMkLst>
            <pc:docMk/>
            <pc:sldMk cId="2328873821" sldId="319"/>
            <ac:spMk id="8" creationId="{316A3E35-78DC-8CC7-67A0-49ADC9792DF3}"/>
          </ac:spMkLst>
        </pc:spChg>
        <pc:spChg chg="add del mod">
          <ac:chgData name="Jesper Buch Poignée" userId="e9c179cb-b07f-48e2-8bc5-99357f35e469" providerId="ADAL" clId="{0FA08CF4-302B-405B-A75E-5DF504EDE4A1}" dt="2026-05-06T12:45:48.936" v="22820" actId="114"/>
          <ac:spMkLst>
            <pc:docMk/>
            <pc:sldMk cId="2328873821" sldId="319"/>
            <ac:spMk id="9" creationId="{DC4C6A77-29CF-8F30-2A7C-FB822F8AE151}"/>
          </ac:spMkLst>
        </pc:spChg>
        <pc:graphicFrameChg chg="add mod">
          <ac:chgData name="Jesper Buch Poignée" userId="e9c179cb-b07f-48e2-8bc5-99357f35e469" providerId="ADAL" clId="{0FA08CF4-302B-405B-A75E-5DF504EDE4A1}" dt="2026-05-06T12:44:48.271" v="22799"/>
          <ac:graphicFrameMkLst>
            <pc:docMk/>
            <pc:sldMk cId="2328873821" sldId="319"/>
            <ac:graphicFrameMk id="3" creationId="{F0487A20-2441-B482-6BA4-E971060151E7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5-06T12:45:09.067" v="22808"/>
          <ac:graphicFrameMkLst>
            <pc:docMk/>
            <pc:sldMk cId="2328873821" sldId="319"/>
            <ac:graphicFrameMk id="4" creationId="{3C712912-F56D-D1A8-571B-711418FFC886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5-06T12:45:37.001" v="22817"/>
          <ac:graphicFrameMkLst>
            <pc:docMk/>
            <pc:sldMk cId="2328873821" sldId="319"/>
            <ac:graphicFrameMk id="5" creationId="{769BDD6C-6206-8A8D-808E-FCB30D893609}"/>
          </ac:graphicFrameMkLst>
        </pc:graphicFrameChg>
      </pc:sldChg>
      <pc:sldChg chg="addSp delSp modSp add mod">
        <pc:chgData name="Jesper Buch Poignée" userId="e9c179cb-b07f-48e2-8bc5-99357f35e469" providerId="ADAL" clId="{0FA08CF4-302B-405B-A75E-5DF504EDE4A1}" dt="2026-05-06T12:46:51.770" v="22837"/>
        <pc:sldMkLst>
          <pc:docMk/>
          <pc:sldMk cId="2097483372" sldId="320"/>
        </pc:sldMkLst>
        <pc:spChg chg="mod">
          <ac:chgData name="Jesper Buch Poignée" userId="e9c179cb-b07f-48e2-8bc5-99357f35e469" providerId="ADAL" clId="{0FA08CF4-302B-405B-A75E-5DF504EDE4A1}" dt="2026-05-06T12:46:29.075" v="22828"/>
          <ac:spMkLst>
            <pc:docMk/>
            <pc:sldMk cId="2097483372" sldId="320"/>
            <ac:spMk id="6" creationId="{C7D29048-7201-C03C-9E82-90E85FD19364}"/>
          </ac:spMkLst>
        </pc:spChg>
        <pc:spChg chg="add del mod">
          <ac:chgData name="Jesper Buch Poignée" userId="e9c179cb-b07f-48e2-8bc5-99357f35e469" providerId="ADAL" clId="{0FA08CF4-302B-405B-A75E-5DF504EDE4A1}" dt="2026-05-06T12:46:37.438" v="22834"/>
          <ac:spMkLst>
            <pc:docMk/>
            <pc:sldMk cId="2097483372" sldId="320"/>
            <ac:spMk id="7" creationId="{E87EF467-075B-24AA-F889-C5CA05686011}"/>
          </ac:spMkLst>
        </pc:spChg>
        <pc:spChg chg="mod">
          <ac:chgData name="Jesper Buch Poignée" userId="e9c179cb-b07f-48e2-8bc5-99357f35e469" providerId="ADAL" clId="{0FA08CF4-302B-405B-A75E-5DF504EDE4A1}" dt="2026-05-06T12:46:43.919" v="22836"/>
          <ac:spMkLst>
            <pc:docMk/>
            <pc:sldMk cId="2097483372" sldId="320"/>
            <ac:spMk id="8" creationId="{9A8AC17C-ADC7-739E-D4E1-19E1219A65D5}"/>
          </ac:spMkLst>
        </pc:spChg>
        <pc:spChg chg="mod">
          <ac:chgData name="Jesper Buch Poignée" userId="e9c179cb-b07f-48e2-8bc5-99357f35e469" providerId="ADAL" clId="{0FA08CF4-302B-405B-A75E-5DF504EDE4A1}" dt="2026-05-06T12:46:51.770" v="22837"/>
          <ac:spMkLst>
            <pc:docMk/>
            <pc:sldMk cId="2097483372" sldId="320"/>
            <ac:spMk id="9" creationId="{20A12BB2-CF6B-E60D-EFE6-6688D83EF5D0}"/>
          </ac:spMkLst>
        </pc:spChg>
        <pc:graphicFrameChg chg="add mod">
          <ac:chgData name="Jesper Buch Poignée" userId="e9c179cb-b07f-48e2-8bc5-99357f35e469" providerId="ADAL" clId="{0FA08CF4-302B-405B-A75E-5DF504EDE4A1}" dt="2026-05-06T12:46:27.754" v="22827"/>
          <ac:graphicFrameMkLst>
            <pc:docMk/>
            <pc:sldMk cId="2097483372" sldId="320"/>
            <ac:graphicFrameMk id="3" creationId="{9159493A-6469-577F-E3BD-86D31DE0FF5D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5-06T12:46:37.432" v="22833"/>
          <ac:graphicFrameMkLst>
            <pc:docMk/>
            <pc:sldMk cId="2097483372" sldId="320"/>
            <ac:graphicFrameMk id="4" creationId="{B8604088-C23A-DF02-4F07-01A17F6A1CDE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5-06T12:46:42.798" v="22835"/>
          <ac:graphicFrameMkLst>
            <pc:docMk/>
            <pc:sldMk cId="2097483372" sldId="320"/>
            <ac:graphicFrameMk id="5" creationId="{63FBCF0D-3A9B-EC1D-5613-5B1E6992A47B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422CA9-B1E8-48CA-A58F-42CBFDF79463}" type="doc">
      <dgm:prSet loTypeId="urn:microsoft.com/office/officeart/2005/8/layout/hProcess9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da-DK"/>
        </a:p>
      </dgm:t>
    </dgm:pt>
    <dgm:pt modelId="{35BF1CC6-3E3E-4463-9D28-B96BC47BF52E}">
      <dgm:prSet/>
      <dgm:spPr/>
      <dgm:t>
        <a:bodyPr/>
        <a:lstStyle/>
        <a:p>
          <a:pPr>
            <a:buNone/>
          </a:pPr>
          <a:r>
            <a:rPr lang="da-DK" noProof="0" dirty="0"/>
            <a:t>Grundlæggende it-sikkerhed</a:t>
          </a:r>
        </a:p>
      </dgm:t>
    </dgm:pt>
    <dgm:pt modelId="{F33EBABC-79C9-4B56-A85D-88AFE4CF6886}" type="parTrans" cxnId="{FB98B24B-D62E-4210-AFCD-A03709130058}">
      <dgm:prSet/>
      <dgm:spPr/>
      <dgm:t>
        <a:bodyPr/>
        <a:lstStyle/>
        <a:p>
          <a:endParaRPr lang="da-DK"/>
        </a:p>
      </dgm:t>
    </dgm:pt>
    <dgm:pt modelId="{2AB304FD-DBC8-4979-BE98-2CA8B6A3374F}" type="sibTrans" cxnId="{FB98B24B-D62E-4210-AFCD-A03709130058}">
      <dgm:prSet/>
      <dgm:spPr/>
      <dgm:t>
        <a:bodyPr/>
        <a:lstStyle/>
        <a:p>
          <a:endParaRPr lang="da-DK"/>
        </a:p>
      </dgm:t>
    </dgm:pt>
    <dgm:pt modelId="{69744024-0780-4C9A-AD36-2C661BCA5162}">
      <dgm:prSet/>
      <dgm:spPr/>
      <dgm:t>
        <a:bodyPr/>
        <a:lstStyle/>
        <a:p>
          <a:pPr>
            <a:buNone/>
          </a:pPr>
          <a:r>
            <a:rPr lang="da-DK" noProof="0" dirty="0"/>
            <a:t>Sikker systemudvikling</a:t>
          </a:r>
        </a:p>
      </dgm:t>
    </dgm:pt>
    <dgm:pt modelId="{FAEE7D6E-28F0-4763-AD29-AC0F0F8EA652}" type="parTrans" cxnId="{7C211B4F-8C33-4854-AFBA-92A84CC79D54}">
      <dgm:prSet/>
      <dgm:spPr/>
      <dgm:t>
        <a:bodyPr/>
        <a:lstStyle/>
        <a:p>
          <a:endParaRPr lang="da-DK"/>
        </a:p>
      </dgm:t>
    </dgm:pt>
    <dgm:pt modelId="{E33A2C95-D4D7-4B50-932E-B8B0E91EB145}" type="sibTrans" cxnId="{7C211B4F-8C33-4854-AFBA-92A84CC79D54}">
      <dgm:prSet/>
      <dgm:spPr/>
      <dgm:t>
        <a:bodyPr/>
        <a:lstStyle/>
        <a:p>
          <a:endParaRPr lang="da-DK"/>
        </a:p>
      </dgm:t>
    </dgm:pt>
    <dgm:pt modelId="{F29D6C87-C706-45D1-BDC3-9603F48AAC44}">
      <dgm:prSet/>
      <dgm:spPr/>
      <dgm:t>
        <a:bodyPr/>
        <a:lstStyle/>
        <a:p>
          <a:pPr>
            <a:buNone/>
          </a:pPr>
          <a:r>
            <a:rPr lang="da-DK" noProof="0" dirty="0"/>
            <a:t>Tekniske aspekter af it-sikkerhed</a:t>
          </a:r>
        </a:p>
      </dgm:t>
    </dgm:pt>
    <dgm:pt modelId="{DBA71462-7405-429D-9E22-1B5A3A7586CF}" type="parTrans" cxnId="{45E13AEE-693A-4158-B3D6-7628A01E8024}">
      <dgm:prSet/>
      <dgm:spPr/>
      <dgm:t>
        <a:bodyPr/>
        <a:lstStyle/>
        <a:p>
          <a:endParaRPr lang="da-DK"/>
        </a:p>
      </dgm:t>
    </dgm:pt>
    <dgm:pt modelId="{A7F0387E-1808-4DFC-8A6C-B33A9CF8FF8A}" type="sibTrans" cxnId="{45E13AEE-693A-4158-B3D6-7628A01E8024}">
      <dgm:prSet/>
      <dgm:spPr/>
      <dgm:t>
        <a:bodyPr/>
        <a:lstStyle/>
        <a:p>
          <a:endParaRPr lang="da-DK"/>
        </a:p>
      </dgm:t>
    </dgm:pt>
    <dgm:pt modelId="{EBC34D9E-8A56-4660-98B2-CC111BD23E57}">
      <dgm:prSet/>
      <dgm:spPr/>
      <dgm:t>
        <a:bodyPr/>
        <a:lstStyle/>
        <a:p>
          <a:pPr>
            <a:buNone/>
          </a:pPr>
          <a:r>
            <a:rPr lang="da-DK" noProof="0" dirty="0"/>
            <a:t>Privatliv, etik og GDPR</a:t>
          </a:r>
        </a:p>
      </dgm:t>
    </dgm:pt>
    <dgm:pt modelId="{1B939FF2-02C2-457F-B1BE-A0FA96DCC6EF}" type="parTrans" cxnId="{C2639530-CEBC-4FAA-9546-0EBC7C0F4F0E}">
      <dgm:prSet/>
      <dgm:spPr/>
      <dgm:t>
        <a:bodyPr/>
        <a:lstStyle/>
        <a:p>
          <a:endParaRPr lang="da-DK"/>
        </a:p>
      </dgm:t>
    </dgm:pt>
    <dgm:pt modelId="{3B352351-19DB-418E-9BEF-8875C94624B0}" type="sibTrans" cxnId="{C2639530-CEBC-4FAA-9546-0EBC7C0F4F0E}">
      <dgm:prSet/>
      <dgm:spPr/>
      <dgm:t>
        <a:bodyPr/>
        <a:lstStyle/>
        <a:p>
          <a:endParaRPr lang="da-DK"/>
        </a:p>
      </dgm:t>
    </dgm:pt>
    <dgm:pt modelId="{48142702-5DBD-4578-B758-51F946075D58}">
      <dgm:prSet/>
      <dgm:spPr/>
      <dgm:t>
        <a:bodyPr/>
        <a:lstStyle/>
        <a:p>
          <a:pPr>
            <a:buNone/>
          </a:pPr>
          <a:r>
            <a:rPr lang="da-DK" noProof="0" dirty="0"/>
            <a:t>Kvalitetssikring og sikkerhed</a:t>
          </a:r>
        </a:p>
      </dgm:t>
    </dgm:pt>
    <dgm:pt modelId="{48616A69-53B0-4E67-9771-C508AFE3453C}" type="parTrans" cxnId="{EE9F6EDF-37A7-4B5C-8B32-B117A2ADB4CD}">
      <dgm:prSet/>
      <dgm:spPr/>
      <dgm:t>
        <a:bodyPr/>
        <a:lstStyle/>
        <a:p>
          <a:endParaRPr lang="da-DK"/>
        </a:p>
      </dgm:t>
    </dgm:pt>
    <dgm:pt modelId="{91DCB4D1-F420-49D7-ABBD-894D2CCCBED4}" type="sibTrans" cxnId="{EE9F6EDF-37A7-4B5C-8B32-B117A2ADB4CD}">
      <dgm:prSet/>
      <dgm:spPr/>
      <dgm:t>
        <a:bodyPr/>
        <a:lstStyle/>
        <a:p>
          <a:endParaRPr lang="da-DK"/>
        </a:p>
      </dgm:t>
    </dgm:pt>
    <dgm:pt modelId="{AAD006C0-3584-4904-97C5-7DDDA3392A15}">
      <dgm:prSet/>
      <dgm:spPr/>
      <dgm:t>
        <a:bodyPr/>
        <a:lstStyle/>
        <a:p>
          <a:pPr>
            <a:buNone/>
          </a:pPr>
          <a:r>
            <a:rPr lang="da-DK" b="1" noProof="0" dirty="0"/>
            <a:t>Uge 10-11, 13</a:t>
          </a:r>
        </a:p>
      </dgm:t>
    </dgm:pt>
    <dgm:pt modelId="{56EB1C8E-CBA3-4557-AC25-8D254AC884B0}" type="parTrans" cxnId="{8B53E856-B64F-469E-BEE7-0FCB9582B7B2}">
      <dgm:prSet/>
      <dgm:spPr/>
      <dgm:t>
        <a:bodyPr/>
        <a:lstStyle/>
        <a:p>
          <a:endParaRPr lang="da-DK"/>
        </a:p>
      </dgm:t>
    </dgm:pt>
    <dgm:pt modelId="{04460B3C-6BC7-443A-85D9-47CF8DB404F1}" type="sibTrans" cxnId="{8B53E856-B64F-469E-BEE7-0FCB9582B7B2}">
      <dgm:prSet/>
      <dgm:spPr/>
      <dgm:t>
        <a:bodyPr/>
        <a:lstStyle/>
        <a:p>
          <a:endParaRPr lang="da-DK"/>
        </a:p>
      </dgm:t>
    </dgm:pt>
    <dgm:pt modelId="{4384AEDB-FC14-4524-A093-CF7C7B68DAE8}">
      <dgm:prSet/>
      <dgm:spPr/>
      <dgm:t>
        <a:bodyPr/>
        <a:lstStyle/>
        <a:p>
          <a:pPr>
            <a:buNone/>
          </a:pPr>
          <a:r>
            <a:rPr lang="da-DK" b="1" noProof="0" dirty="0"/>
            <a:t>Uge 12, 15-17</a:t>
          </a:r>
        </a:p>
      </dgm:t>
    </dgm:pt>
    <dgm:pt modelId="{8C67F1C2-2D3D-427A-B50E-E5E29D5E0404}" type="parTrans" cxnId="{401DEA39-9466-480B-AFC1-A1ADC00DFB2F}">
      <dgm:prSet/>
      <dgm:spPr/>
      <dgm:t>
        <a:bodyPr/>
        <a:lstStyle/>
        <a:p>
          <a:endParaRPr lang="da-DK"/>
        </a:p>
      </dgm:t>
    </dgm:pt>
    <dgm:pt modelId="{9DE258FA-70FD-4AB2-B307-8FDC31C812B0}" type="sibTrans" cxnId="{401DEA39-9466-480B-AFC1-A1ADC00DFB2F}">
      <dgm:prSet/>
      <dgm:spPr/>
      <dgm:t>
        <a:bodyPr/>
        <a:lstStyle/>
        <a:p>
          <a:endParaRPr lang="da-DK"/>
        </a:p>
      </dgm:t>
    </dgm:pt>
    <dgm:pt modelId="{A914966C-E8B0-4AB4-B8E8-ACEBD2CE2436}">
      <dgm:prSet/>
      <dgm:spPr/>
      <dgm:t>
        <a:bodyPr/>
        <a:lstStyle/>
        <a:p>
          <a:pPr>
            <a:buNone/>
          </a:pPr>
          <a:r>
            <a:rPr lang="da-DK" b="1" noProof="0" dirty="0"/>
            <a:t>Uge 18-19</a:t>
          </a:r>
        </a:p>
      </dgm:t>
    </dgm:pt>
    <dgm:pt modelId="{18D35B37-49D0-4B0A-A643-094AF080EB46}" type="parTrans" cxnId="{92F25D57-6C1A-47FA-B380-65BF9F5FBC8E}">
      <dgm:prSet/>
      <dgm:spPr/>
      <dgm:t>
        <a:bodyPr/>
        <a:lstStyle/>
        <a:p>
          <a:endParaRPr lang="da-DK"/>
        </a:p>
      </dgm:t>
    </dgm:pt>
    <dgm:pt modelId="{C8060613-0B59-4AC0-BFD0-2264664440C2}" type="sibTrans" cxnId="{92F25D57-6C1A-47FA-B380-65BF9F5FBC8E}">
      <dgm:prSet/>
      <dgm:spPr/>
      <dgm:t>
        <a:bodyPr/>
        <a:lstStyle/>
        <a:p>
          <a:endParaRPr lang="da-DK"/>
        </a:p>
      </dgm:t>
    </dgm:pt>
    <dgm:pt modelId="{487B3172-17C9-4F4C-8C74-33A96AEB56F1}">
      <dgm:prSet/>
      <dgm:spPr/>
      <dgm:t>
        <a:bodyPr/>
        <a:lstStyle/>
        <a:p>
          <a:pPr>
            <a:buNone/>
          </a:pPr>
          <a:r>
            <a:rPr lang="da-DK" b="1" noProof="0" dirty="0"/>
            <a:t>Uge 21-22</a:t>
          </a:r>
        </a:p>
      </dgm:t>
    </dgm:pt>
    <dgm:pt modelId="{8D350663-2CC6-4702-ADE6-187F7DFAC4E7}" type="parTrans" cxnId="{455BABB2-C880-4F6A-B6F6-549EC9C2C41F}">
      <dgm:prSet/>
      <dgm:spPr/>
      <dgm:t>
        <a:bodyPr/>
        <a:lstStyle/>
        <a:p>
          <a:endParaRPr lang="da-DK"/>
        </a:p>
      </dgm:t>
    </dgm:pt>
    <dgm:pt modelId="{C9F59A6D-ABB6-406E-8376-7FFDC8580B3A}" type="sibTrans" cxnId="{455BABB2-C880-4F6A-B6F6-549EC9C2C41F}">
      <dgm:prSet/>
      <dgm:spPr/>
      <dgm:t>
        <a:bodyPr/>
        <a:lstStyle/>
        <a:p>
          <a:endParaRPr lang="da-DK"/>
        </a:p>
      </dgm:t>
    </dgm:pt>
    <dgm:pt modelId="{54B5D7A2-AC77-41AB-9DE2-C6073593B89A}">
      <dgm:prSet/>
      <dgm:spPr/>
      <dgm:t>
        <a:bodyPr/>
        <a:lstStyle/>
        <a:p>
          <a:r>
            <a:rPr lang="da-DK" noProof="0" dirty="0"/>
            <a:t>Trusler</a:t>
          </a:r>
        </a:p>
      </dgm:t>
    </dgm:pt>
    <dgm:pt modelId="{25CA4AF0-6430-4842-A24F-83235E4FB007}" type="parTrans" cxnId="{61CB9358-1682-4D45-AA40-4DB393141A29}">
      <dgm:prSet/>
      <dgm:spPr/>
      <dgm:t>
        <a:bodyPr/>
        <a:lstStyle/>
        <a:p>
          <a:endParaRPr lang="da-DK"/>
        </a:p>
      </dgm:t>
    </dgm:pt>
    <dgm:pt modelId="{100FC6CB-EDF8-455C-81AB-985F572021B8}" type="sibTrans" cxnId="{61CB9358-1682-4D45-AA40-4DB393141A29}">
      <dgm:prSet/>
      <dgm:spPr/>
      <dgm:t>
        <a:bodyPr/>
        <a:lstStyle/>
        <a:p>
          <a:endParaRPr lang="da-DK"/>
        </a:p>
      </dgm:t>
    </dgm:pt>
    <dgm:pt modelId="{F0440220-40FF-4D30-8B8B-4E9B9E6CC59B}">
      <dgm:prSet/>
      <dgm:spPr/>
      <dgm:t>
        <a:bodyPr/>
        <a:lstStyle/>
        <a:p>
          <a:r>
            <a:rPr lang="da-DK" noProof="0" dirty="0"/>
            <a:t>Sårbarheder</a:t>
          </a:r>
        </a:p>
      </dgm:t>
    </dgm:pt>
    <dgm:pt modelId="{E5FDC3C8-5400-4C8F-8975-B4DA56912A30}" type="parTrans" cxnId="{BF101258-7E39-41ED-A275-84B25370571D}">
      <dgm:prSet/>
      <dgm:spPr/>
      <dgm:t>
        <a:bodyPr/>
        <a:lstStyle/>
        <a:p>
          <a:endParaRPr lang="da-DK"/>
        </a:p>
      </dgm:t>
    </dgm:pt>
    <dgm:pt modelId="{D85762D6-9FA0-4A99-895D-6393912FAA82}" type="sibTrans" cxnId="{BF101258-7E39-41ED-A275-84B25370571D}">
      <dgm:prSet/>
      <dgm:spPr/>
      <dgm:t>
        <a:bodyPr/>
        <a:lstStyle/>
        <a:p>
          <a:endParaRPr lang="da-DK"/>
        </a:p>
      </dgm:t>
    </dgm:pt>
    <dgm:pt modelId="{39A9B8C4-9ABB-4A4D-A244-C188091BACFC}">
      <dgm:prSet/>
      <dgm:spPr/>
      <dgm:t>
        <a:bodyPr/>
        <a:lstStyle/>
        <a:p>
          <a:r>
            <a:rPr lang="da-DK" noProof="0" dirty="0"/>
            <a:t>Adgangskontrol</a:t>
          </a:r>
        </a:p>
      </dgm:t>
    </dgm:pt>
    <dgm:pt modelId="{1E9434D7-383E-42D0-BC8D-0E7E294D7685}" type="parTrans" cxnId="{0AAD4FBE-80FE-46F2-9F34-CF65D16419E9}">
      <dgm:prSet/>
      <dgm:spPr/>
      <dgm:t>
        <a:bodyPr/>
        <a:lstStyle/>
        <a:p>
          <a:endParaRPr lang="da-DK"/>
        </a:p>
      </dgm:t>
    </dgm:pt>
    <dgm:pt modelId="{325EA55A-48F7-4235-9550-E0A718E1B237}" type="sibTrans" cxnId="{0AAD4FBE-80FE-46F2-9F34-CF65D16419E9}">
      <dgm:prSet/>
      <dgm:spPr/>
      <dgm:t>
        <a:bodyPr/>
        <a:lstStyle/>
        <a:p>
          <a:endParaRPr lang="da-DK"/>
        </a:p>
      </dgm:t>
    </dgm:pt>
    <dgm:pt modelId="{C9C17F51-1E4E-47D8-9E09-1AAD8A89C75B}">
      <dgm:prSet/>
      <dgm:spPr/>
      <dgm:t>
        <a:bodyPr/>
        <a:lstStyle/>
        <a:p>
          <a:r>
            <a:rPr lang="da-DK" noProof="0" dirty="0"/>
            <a:t>Kryptografi</a:t>
          </a:r>
        </a:p>
      </dgm:t>
    </dgm:pt>
    <dgm:pt modelId="{72D986E6-9DA8-48D0-BAA6-FDD86CD482CC}" type="parTrans" cxnId="{D5CB769B-6D4B-4BA7-AC87-8972D6C314FA}">
      <dgm:prSet/>
      <dgm:spPr/>
      <dgm:t>
        <a:bodyPr/>
        <a:lstStyle/>
        <a:p>
          <a:endParaRPr lang="da-DK"/>
        </a:p>
      </dgm:t>
    </dgm:pt>
    <dgm:pt modelId="{F59E51EC-C601-464A-A5A3-5FD19C96A82E}" type="sibTrans" cxnId="{D5CB769B-6D4B-4BA7-AC87-8972D6C314FA}">
      <dgm:prSet/>
      <dgm:spPr/>
      <dgm:t>
        <a:bodyPr/>
        <a:lstStyle/>
        <a:p>
          <a:endParaRPr lang="da-DK"/>
        </a:p>
      </dgm:t>
    </dgm:pt>
    <dgm:pt modelId="{D25DB855-B299-46A6-836F-61718F9C2F3C}">
      <dgm:prSet/>
      <dgm:spPr/>
      <dgm:t>
        <a:bodyPr/>
        <a:lstStyle/>
        <a:p>
          <a:r>
            <a:rPr lang="da-DK" noProof="0" dirty="0"/>
            <a:t>Netværkssikkerhed</a:t>
          </a:r>
        </a:p>
      </dgm:t>
    </dgm:pt>
    <dgm:pt modelId="{56ABE9EE-84DC-451E-98E0-C1D74A95144F}" type="parTrans" cxnId="{020891D1-5E2C-4039-8DE2-26C159B8A763}">
      <dgm:prSet/>
      <dgm:spPr/>
      <dgm:t>
        <a:bodyPr/>
        <a:lstStyle/>
        <a:p>
          <a:endParaRPr lang="da-DK"/>
        </a:p>
      </dgm:t>
    </dgm:pt>
    <dgm:pt modelId="{FEC8F41C-F3A1-401F-89F8-C99268D4A0CD}" type="sibTrans" cxnId="{020891D1-5E2C-4039-8DE2-26C159B8A763}">
      <dgm:prSet/>
      <dgm:spPr/>
      <dgm:t>
        <a:bodyPr/>
        <a:lstStyle/>
        <a:p>
          <a:endParaRPr lang="da-DK"/>
        </a:p>
      </dgm:t>
    </dgm:pt>
    <dgm:pt modelId="{1D95A77C-4044-4052-9921-63B6D5B2C245}">
      <dgm:prSet/>
      <dgm:spPr/>
      <dgm:t>
        <a:bodyPr/>
        <a:lstStyle/>
        <a:p>
          <a:r>
            <a:rPr lang="da-DK" noProof="0" dirty="0"/>
            <a:t>Krav og design </a:t>
          </a:r>
        </a:p>
      </dgm:t>
    </dgm:pt>
    <dgm:pt modelId="{AF84A43C-5DEB-4CA8-8402-66FD95765E21}" type="parTrans" cxnId="{6DD6C4EB-4886-444C-91A5-30C780F190A6}">
      <dgm:prSet/>
      <dgm:spPr/>
      <dgm:t>
        <a:bodyPr/>
        <a:lstStyle/>
        <a:p>
          <a:endParaRPr lang="da-DK"/>
        </a:p>
      </dgm:t>
    </dgm:pt>
    <dgm:pt modelId="{7A47F158-5D61-4A7F-8E6A-A374A387A57E}" type="sibTrans" cxnId="{6DD6C4EB-4886-444C-91A5-30C780F190A6}">
      <dgm:prSet/>
      <dgm:spPr/>
      <dgm:t>
        <a:bodyPr/>
        <a:lstStyle/>
        <a:p>
          <a:endParaRPr lang="da-DK"/>
        </a:p>
      </dgm:t>
    </dgm:pt>
    <dgm:pt modelId="{05CCFE5F-5B8F-4388-9A01-0E78CAB91176}">
      <dgm:prSet/>
      <dgm:spPr/>
      <dgm:t>
        <a:bodyPr/>
        <a:lstStyle/>
        <a:p>
          <a:r>
            <a:rPr lang="da-DK" noProof="0" dirty="0"/>
            <a:t>Brugere og sikkerhed</a:t>
          </a:r>
        </a:p>
      </dgm:t>
    </dgm:pt>
    <dgm:pt modelId="{3CD8E0EA-F025-486E-8E05-4872A89550F3}" type="parTrans" cxnId="{D541394F-FE62-429E-8A54-F4BB253A555F}">
      <dgm:prSet/>
      <dgm:spPr/>
      <dgm:t>
        <a:bodyPr/>
        <a:lstStyle/>
        <a:p>
          <a:endParaRPr lang="da-DK"/>
        </a:p>
      </dgm:t>
    </dgm:pt>
    <dgm:pt modelId="{215E26B3-C457-4DFF-889A-A74ADFF74B96}" type="sibTrans" cxnId="{D541394F-FE62-429E-8A54-F4BB253A555F}">
      <dgm:prSet/>
      <dgm:spPr/>
      <dgm:t>
        <a:bodyPr/>
        <a:lstStyle/>
        <a:p>
          <a:endParaRPr lang="da-DK"/>
        </a:p>
      </dgm:t>
    </dgm:pt>
    <dgm:pt modelId="{6B672CD3-1817-48EE-AA28-DB8ED003D0C8}">
      <dgm:prSet/>
      <dgm:spPr/>
      <dgm:t>
        <a:bodyPr/>
        <a:lstStyle/>
        <a:p>
          <a:r>
            <a:rPr lang="da-DK" noProof="0" dirty="0"/>
            <a:t>Evaluering</a:t>
          </a:r>
        </a:p>
      </dgm:t>
    </dgm:pt>
    <dgm:pt modelId="{6984B49C-6DE9-438E-88F6-71FDD70E8438}" type="parTrans" cxnId="{7F4E97AD-6E07-4F3C-AE8C-7519FC1B49E5}">
      <dgm:prSet/>
      <dgm:spPr/>
      <dgm:t>
        <a:bodyPr/>
        <a:lstStyle/>
        <a:p>
          <a:endParaRPr lang="da-DK"/>
        </a:p>
      </dgm:t>
    </dgm:pt>
    <dgm:pt modelId="{33BA619B-7588-4200-BF0D-C6026B26CF7D}" type="sibTrans" cxnId="{7F4E97AD-6E07-4F3C-AE8C-7519FC1B49E5}">
      <dgm:prSet/>
      <dgm:spPr/>
      <dgm:t>
        <a:bodyPr/>
        <a:lstStyle/>
        <a:p>
          <a:endParaRPr lang="da-DK"/>
        </a:p>
      </dgm:t>
    </dgm:pt>
    <dgm:pt modelId="{BAE824A2-B348-4E74-ADAA-A6B5262E535A}">
      <dgm:prSet/>
      <dgm:spPr/>
      <dgm:t>
        <a:bodyPr/>
        <a:lstStyle/>
        <a:p>
          <a:r>
            <a:rPr lang="da-DK" noProof="0" dirty="0"/>
            <a:t>Test</a:t>
          </a:r>
        </a:p>
      </dgm:t>
    </dgm:pt>
    <dgm:pt modelId="{7B14EBA1-0E54-4C2B-8D05-FC91F1F3582E}" type="parTrans" cxnId="{8AB6DF77-04B2-4EBD-BDFC-C33392083C0F}">
      <dgm:prSet/>
      <dgm:spPr/>
      <dgm:t>
        <a:bodyPr/>
        <a:lstStyle/>
        <a:p>
          <a:endParaRPr lang="da-DK"/>
        </a:p>
      </dgm:t>
    </dgm:pt>
    <dgm:pt modelId="{3A9552E9-902A-498F-B791-6C506594E9AD}" type="sibTrans" cxnId="{8AB6DF77-04B2-4EBD-BDFC-C33392083C0F}">
      <dgm:prSet/>
      <dgm:spPr/>
      <dgm:t>
        <a:bodyPr/>
        <a:lstStyle/>
        <a:p>
          <a:endParaRPr lang="da-DK"/>
        </a:p>
      </dgm:t>
    </dgm:pt>
    <dgm:pt modelId="{42729FE9-7A2B-4FE4-913E-1C6BF93BEE27}">
      <dgm:prSet/>
      <dgm:spPr/>
      <dgm:t>
        <a:bodyPr/>
        <a:lstStyle/>
        <a:p>
          <a:r>
            <a:rPr lang="da-DK" noProof="0" dirty="0"/>
            <a:t>Etik </a:t>
          </a:r>
        </a:p>
      </dgm:t>
    </dgm:pt>
    <dgm:pt modelId="{F16A83EA-B7C9-4344-A5FE-34FC11899943}" type="parTrans" cxnId="{C9C993C8-0A20-4511-8677-04DCF4627D46}">
      <dgm:prSet/>
      <dgm:spPr/>
      <dgm:t>
        <a:bodyPr/>
        <a:lstStyle/>
        <a:p>
          <a:endParaRPr lang="da-DK"/>
        </a:p>
      </dgm:t>
    </dgm:pt>
    <dgm:pt modelId="{FFE5D162-C202-49EA-9C82-57F08054E340}" type="sibTrans" cxnId="{C9C993C8-0A20-4511-8677-04DCF4627D46}">
      <dgm:prSet/>
      <dgm:spPr/>
      <dgm:t>
        <a:bodyPr/>
        <a:lstStyle/>
        <a:p>
          <a:endParaRPr lang="da-DK"/>
        </a:p>
      </dgm:t>
    </dgm:pt>
    <dgm:pt modelId="{5CB12892-2937-4DD8-AA75-FE5ED170030C}">
      <dgm:prSet/>
      <dgm:spPr/>
      <dgm:t>
        <a:bodyPr/>
        <a:lstStyle/>
        <a:p>
          <a:r>
            <a:rPr lang="da-DK" noProof="0" dirty="0"/>
            <a:t>Lovgivning</a:t>
          </a:r>
        </a:p>
      </dgm:t>
    </dgm:pt>
    <dgm:pt modelId="{BEFFBCA0-7AF3-4DFF-A26E-B8EB6A38FF1C}" type="parTrans" cxnId="{7C30049B-79DE-43C4-B40F-2968C116D477}">
      <dgm:prSet/>
      <dgm:spPr/>
      <dgm:t>
        <a:bodyPr/>
        <a:lstStyle/>
        <a:p>
          <a:endParaRPr lang="da-DK"/>
        </a:p>
      </dgm:t>
    </dgm:pt>
    <dgm:pt modelId="{1ED6A341-AD98-4608-85B1-E4EDB9E5750F}" type="sibTrans" cxnId="{7C30049B-79DE-43C4-B40F-2968C116D477}">
      <dgm:prSet/>
      <dgm:spPr/>
      <dgm:t>
        <a:bodyPr/>
        <a:lstStyle/>
        <a:p>
          <a:endParaRPr lang="da-DK"/>
        </a:p>
      </dgm:t>
    </dgm:pt>
    <dgm:pt modelId="{D7088105-574B-41EE-A670-1F87E1F71AEA}">
      <dgm:prSet/>
      <dgm:spPr/>
      <dgm:t>
        <a:bodyPr/>
        <a:lstStyle/>
        <a:p>
          <a:r>
            <a:rPr lang="da-DK" noProof="0" dirty="0"/>
            <a:t>Ansvar </a:t>
          </a:r>
        </a:p>
      </dgm:t>
    </dgm:pt>
    <dgm:pt modelId="{353245A7-0BEF-46FF-B611-3E86140C4E78}" type="parTrans" cxnId="{4D03786B-E227-41C0-9459-36E767F4139A}">
      <dgm:prSet/>
      <dgm:spPr/>
      <dgm:t>
        <a:bodyPr/>
        <a:lstStyle/>
        <a:p>
          <a:endParaRPr lang="da-DK"/>
        </a:p>
      </dgm:t>
    </dgm:pt>
    <dgm:pt modelId="{D47A24E5-2DD2-45B0-8B39-323998D84C36}" type="sibTrans" cxnId="{4D03786B-E227-41C0-9459-36E767F4139A}">
      <dgm:prSet/>
      <dgm:spPr/>
      <dgm:t>
        <a:bodyPr/>
        <a:lstStyle/>
        <a:p>
          <a:endParaRPr lang="da-DK"/>
        </a:p>
      </dgm:t>
    </dgm:pt>
    <dgm:pt modelId="{77860F2F-2B88-4CEB-BC95-2541D37A70F4}">
      <dgm:prSet/>
      <dgm:spPr/>
      <dgm:t>
        <a:bodyPr/>
        <a:lstStyle/>
        <a:p>
          <a:pPr>
            <a:buNone/>
          </a:pPr>
          <a:r>
            <a:rPr lang="da-DK" b="1" noProof="0" dirty="0"/>
            <a:t>Uge 5-9</a:t>
          </a:r>
        </a:p>
      </dgm:t>
    </dgm:pt>
    <dgm:pt modelId="{79551F1E-CD43-45EF-A8EC-81273146C57B}" type="parTrans" cxnId="{27AB12CD-06A7-4423-9D77-D1BB5CCE1435}">
      <dgm:prSet/>
      <dgm:spPr/>
      <dgm:t>
        <a:bodyPr/>
        <a:lstStyle/>
        <a:p>
          <a:endParaRPr lang="da-DK"/>
        </a:p>
      </dgm:t>
    </dgm:pt>
    <dgm:pt modelId="{FFDB1388-E667-4F4C-ADB7-0938B3914F46}" type="sibTrans" cxnId="{27AB12CD-06A7-4423-9D77-D1BB5CCE1435}">
      <dgm:prSet/>
      <dgm:spPr/>
      <dgm:t>
        <a:bodyPr/>
        <a:lstStyle/>
        <a:p>
          <a:endParaRPr lang="da-DK"/>
        </a:p>
      </dgm:t>
    </dgm:pt>
    <dgm:pt modelId="{898BCF5E-EF95-4AB7-B3D5-D082632C3995}">
      <dgm:prSet/>
      <dgm:spPr/>
      <dgm:t>
        <a:bodyPr/>
        <a:lstStyle/>
        <a:p>
          <a:r>
            <a:rPr lang="da-DK" noProof="0" dirty="0"/>
            <a:t>Mini-projekt</a:t>
          </a:r>
        </a:p>
      </dgm:t>
    </dgm:pt>
    <dgm:pt modelId="{7C4A8357-5908-4E90-A48E-30D2B8098828}" type="parTrans" cxnId="{AF97D29F-1FFA-4357-9339-1A913DEC9248}">
      <dgm:prSet/>
      <dgm:spPr/>
      <dgm:t>
        <a:bodyPr/>
        <a:lstStyle/>
        <a:p>
          <a:endParaRPr lang="da-DK"/>
        </a:p>
      </dgm:t>
    </dgm:pt>
    <dgm:pt modelId="{E0C3878F-8DB3-4AA6-BEB0-777FA2046B83}" type="sibTrans" cxnId="{AF97D29F-1FFA-4357-9339-1A913DEC9248}">
      <dgm:prSet/>
      <dgm:spPr/>
      <dgm:t>
        <a:bodyPr/>
        <a:lstStyle/>
        <a:p>
          <a:endParaRPr lang="da-DK"/>
        </a:p>
      </dgm:t>
    </dgm:pt>
    <dgm:pt modelId="{988B384C-BE59-48CC-AB51-A10BDF204BB2}" type="pres">
      <dgm:prSet presAssocID="{9D422CA9-B1E8-48CA-A58F-42CBFDF79463}" presName="CompostProcess" presStyleCnt="0">
        <dgm:presLayoutVars>
          <dgm:dir/>
          <dgm:resizeHandles val="exact"/>
        </dgm:presLayoutVars>
      </dgm:prSet>
      <dgm:spPr/>
    </dgm:pt>
    <dgm:pt modelId="{E12795BC-5AEE-4765-96F1-8F064854B43F}" type="pres">
      <dgm:prSet presAssocID="{9D422CA9-B1E8-48CA-A58F-42CBFDF79463}" presName="arrow" presStyleLbl="bgShp" presStyleIdx="0" presStyleCnt="1"/>
      <dgm:spPr/>
    </dgm:pt>
    <dgm:pt modelId="{366E8FAE-A54C-4FC4-A50A-B107E1BB8A95}" type="pres">
      <dgm:prSet presAssocID="{9D422CA9-B1E8-48CA-A58F-42CBFDF79463}" presName="linearProcess" presStyleCnt="0"/>
      <dgm:spPr/>
    </dgm:pt>
    <dgm:pt modelId="{2F99CAD8-5237-4B68-936F-1D4C80CF644A}" type="pres">
      <dgm:prSet presAssocID="{35BF1CC6-3E3E-4463-9D28-B96BC47BF52E}" presName="textNode" presStyleLbl="node1" presStyleIdx="0" presStyleCnt="5">
        <dgm:presLayoutVars>
          <dgm:bulletEnabled val="1"/>
        </dgm:presLayoutVars>
      </dgm:prSet>
      <dgm:spPr/>
    </dgm:pt>
    <dgm:pt modelId="{EAE384B0-EAE6-440C-8E2E-E8BF0CE17ED8}" type="pres">
      <dgm:prSet presAssocID="{2AB304FD-DBC8-4979-BE98-2CA8B6A3374F}" presName="sibTrans" presStyleCnt="0"/>
      <dgm:spPr/>
    </dgm:pt>
    <dgm:pt modelId="{A6045007-CE6D-4AC4-A22C-5A0BD8A0932D}" type="pres">
      <dgm:prSet presAssocID="{F29D6C87-C706-45D1-BDC3-9603F48AAC44}" presName="textNode" presStyleLbl="node1" presStyleIdx="1" presStyleCnt="5">
        <dgm:presLayoutVars>
          <dgm:bulletEnabled val="1"/>
        </dgm:presLayoutVars>
      </dgm:prSet>
      <dgm:spPr/>
    </dgm:pt>
    <dgm:pt modelId="{847F1175-C031-4944-B6AB-B61347CFF6B1}" type="pres">
      <dgm:prSet presAssocID="{A7F0387E-1808-4DFC-8A6C-B33A9CF8FF8A}" presName="sibTrans" presStyleCnt="0"/>
      <dgm:spPr/>
    </dgm:pt>
    <dgm:pt modelId="{5E3BD372-0009-4DDB-88F9-0C77B666930A}" type="pres">
      <dgm:prSet presAssocID="{69744024-0780-4C9A-AD36-2C661BCA5162}" presName="textNode" presStyleLbl="node1" presStyleIdx="2" presStyleCnt="5">
        <dgm:presLayoutVars>
          <dgm:bulletEnabled val="1"/>
        </dgm:presLayoutVars>
      </dgm:prSet>
      <dgm:spPr/>
    </dgm:pt>
    <dgm:pt modelId="{9AB67639-63F3-4E20-B0D1-D759DA1EF01D}" type="pres">
      <dgm:prSet presAssocID="{E33A2C95-D4D7-4B50-932E-B8B0E91EB145}" presName="sibTrans" presStyleCnt="0"/>
      <dgm:spPr/>
    </dgm:pt>
    <dgm:pt modelId="{1D3D1B56-66CB-4E84-AEBF-44F3C409A65B}" type="pres">
      <dgm:prSet presAssocID="{48142702-5DBD-4578-B758-51F946075D58}" presName="textNode" presStyleLbl="node1" presStyleIdx="3" presStyleCnt="5">
        <dgm:presLayoutVars>
          <dgm:bulletEnabled val="1"/>
        </dgm:presLayoutVars>
      </dgm:prSet>
      <dgm:spPr/>
    </dgm:pt>
    <dgm:pt modelId="{3078FF1B-F2BB-4884-821D-CFE6CC49B141}" type="pres">
      <dgm:prSet presAssocID="{91DCB4D1-F420-49D7-ABBD-894D2CCCBED4}" presName="sibTrans" presStyleCnt="0"/>
      <dgm:spPr/>
    </dgm:pt>
    <dgm:pt modelId="{B03F450B-E8B4-4CAC-BE04-9FA4881E5FCF}" type="pres">
      <dgm:prSet presAssocID="{EBC34D9E-8A56-4660-98B2-CC111BD23E57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8814F400-BEF0-46DF-BBFA-02B176EF9FFA}" type="presOf" srcId="{6B672CD3-1817-48EE-AA28-DB8ED003D0C8}" destId="{1D3D1B56-66CB-4E84-AEBF-44F3C409A65B}" srcOrd="0" destOrd="2" presId="urn:microsoft.com/office/officeart/2005/8/layout/hProcess9"/>
    <dgm:cxn modelId="{E4F01C06-740A-4072-881D-FFFC20973699}" type="presOf" srcId="{69744024-0780-4C9A-AD36-2C661BCA5162}" destId="{5E3BD372-0009-4DDB-88F9-0C77B666930A}" srcOrd="0" destOrd="0" presId="urn:microsoft.com/office/officeart/2005/8/layout/hProcess9"/>
    <dgm:cxn modelId="{97EE1714-7828-4D81-8D37-15D299A47F11}" type="presOf" srcId="{05CCFE5F-5B8F-4388-9A01-0E78CAB91176}" destId="{5E3BD372-0009-4DDB-88F9-0C77B666930A}" srcOrd="0" destOrd="3" presId="urn:microsoft.com/office/officeart/2005/8/layout/hProcess9"/>
    <dgm:cxn modelId="{E6217318-EDDA-4674-8620-5CE901422FA3}" type="presOf" srcId="{898BCF5E-EF95-4AB7-B3D5-D082632C3995}" destId="{5E3BD372-0009-4DDB-88F9-0C77B666930A}" srcOrd="0" destOrd="4" presId="urn:microsoft.com/office/officeart/2005/8/layout/hProcess9"/>
    <dgm:cxn modelId="{0390171E-09A3-4ACD-A5E1-5313FE5C51BA}" type="presOf" srcId="{1D95A77C-4044-4052-9921-63B6D5B2C245}" destId="{5E3BD372-0009-4DDB-88F9-0C77B666930A}" srcOrd="0" destOrd="2" presId="urn:microsoft.com/office/officeart/2005/8/layout/hProcess9"/>
    <dgm:cxn modelId="{C2639530-CEBC-4FAA-9546-0EBC7C0F4F0E}" srcId="{9D422CA9-B1E8-48CA-A58F-42CBFDF79463}" destId="{EBC34D9E-8A56-4660-98B2-CC111BD23E57}" srcOrd="4" destOrd="0" parTransId="{1B939FF2-02C2-457F-B1BE-A0FA96DCC6EF}" sibTransId="{3B352351-19DB-418E-9BEF-8875C94624B0}"/>
    <dgm:cxn modelId="{17CE8D33-2F98-4AC3-86C6-7C109CECE64D}" type="presOf" srcId="{C9C17F51-1E4E-47D8-9E09-1AAD8A89C75B}" destId="{A6045007-CE6D-4AC4-A22C-5A0BD8A0932D}" srcOrd="0" destOrd="3" presId="urn:microsoft.com/office/officeart/2005/8/layout/hProcess9"/>
    <dgm:cxn modelId="{7D163638-9539-4C6C-94F8-D0DAC74529C7}" type="presOf" srcId="{487B3172-17C9-4F4C-8C74-33A96AEB56F1}" destId="{B03F450B-E8B4-4CAC-BE04-9FA4881E5FCF}" srcOrd="0" destOrd="1" presId="urn:microsoft.com/office/officeart/2005/8/layout/hProcess9"/>
    <dgm:cxn modelId="{401DEA39-9466-480B-AFC1-A1ADC00DFB2F}" srcId="{69744024-0780-4C9A-AD36-2C661BCA5162}" destId="{4384AEDB-FC14-4524-A093-CF7C7B68DAE8}" srcOrd="0" destOrd="0" parTransId="{8C67F1C2-2D3D-427A-B50E-E5E29D5E0404}" sibTransId="{9DE258FA-70FD-4AB2-B307-8FDC31C812B0}"/>
    <dgm:cxn modelId="{0CE91E3C-AE42-49B9-AB73-C25B15EF8351}" type="presOf" srcId="{F29D6C87-C706-45D1-BDC3-9603F48AAC44}" destId="{A6045007-CE6D-4AC4-A22C-5A0BD8A0932D}" srcOrd="0" destOrd="0" presId="urn:microsoft.com/office/officeart/2005/8/layout/hProcess9"/>
    <dgm:cxn modelId="{81BF2661-6C97-4A6F-BA91-7B9954B27009}" type="presOf" srcId="{9D422CA9-B1E8-48CA-A58F-42CBFDF79463}" destId="{988B384C-BE59-48CC-AB51-A10BDF204BB2}" srcOrd="0" destOrd="0" presId="urn:microsoft.com/office/officeart/2005/8/layout/hProcess9"/>
    <dgm:cxn modelId="{4D03786B-E227-41C0-9459-36E767F4139A}" srcId="{EBC34D9E-8A56-4660-98B2-CC111BD23E57}" destId="{D7088105-574B-41EE-A670-1F87E1F71AEA}" srcOrd="2" destOrd="0" parTransId="{353245A7-0BEF-46FF-B611-3E86140C4E78}" sibTransId="{D47A24E5-2DD2-45B0-8B39-323998D84C36}"/>
    <dgm:cxn modelId="{FB98B24B-D62E-4210-AFCD-A03709130058}" srcId="{9D422CA9-B1E8-48CA-A58F-42CBFDF79463}" destId="{35BF1CC6-3E3E-4463-9D28-B96BC47BF52E}" srcOrd="0" destOrd="0" parTransId="{F33EBABC-79C9-4B56-A85D-88AFE4CF6886}" sibTransId="{2AB304FD-DBC8-4979-BE98-2CA8B6A3374F}"/>
    <dgm:cxn modelId="{30C01D4E-9154-4B7D-A124-EEF78279A9FC}" type="presOf" srcId="{77860F2F-2B88-4CEB-BC95-2541D37A70F4}" destId="{2F99CAD8-5237-4B68-936F-1D4C80CF644A}" srcOrd="0" destOrd="1" presId="urn:microsoft.com/office/officeart/2005/8/layout/hProcess9"/>
    <dgm:cxn modelId="{7C211B4F-8C33-4854-AFBA-92A84CC79D54}" srcId="{9D422CA9-B1E8-48CA-A58F-42CBFDF79463}" destId="{69744024-0780-4C9A-AD36-2C661BCA5162}" srcOrd="2" destOrd="0" parTransId="{FAEE7D6E-28F0-4763-AD29-AC0F0F8EA652}" sibTransId="{E33A2C95-D4D7-4B50-932E-B8B0E91EB145}"/>
    <dgm:cxn modelId="{D541394F-FE62-429E-8A54-F4BB253A555F}" srcId="{69744024-0780-4C9A-AD36-2C661BCA5162}" destId="{05CCFE5F-5B8F-4388-9A01-0E78CAB91176}" srcOrd="2" destOrd="0" parTransId="{3CD8E0EA-F025-486E-8E05-4872A89550F3}" sibTransId="{215E26B3-C457-4DFF-889A-A74ADFF74B96}"/>
    <dgm:cxn modelId="{4378806F-6C11-4CA8-9A5D-76589E56BD09}" type="presOf" srcId="{A914966C-E8B0-4AB4-B8E8-ACEBD2CE2436}" destId="{1D3D1B56-66CB-4E84-AEBF-44F3C409A65B}" srcOrd="0" destOrd="1" presId="urn:microsoft.com/office/officeart/2005/8/layout/hProcess9"/>
    <dgm:cxn modelId="{48B57350-F406-42ED-9DF9-4EA110F7E154}" type="presOf" srcId="{D7088105-574B-41EE-A670-1F87E1F71AEA}" destId="{B03F450B-E8B4-4CAC-BE04-9FA4881E5FCF}" srcOrd="0" destOrd="3" presId="urn:microsoft.com/office/officeart/2005/8/layout/hProcess9"/>
    <dgm:cxn modelId="{CD5A7872-727B-461A-BAF3-528D1B431DC3}" type="presOf" srcId="{5CB12892-2937-4DD8-AA75-FE5ED170030C}" destId="{B03F450B-E8B4-4CAC-BE04-9FA4881E5FCF}" srcOrd="0" destOrd="4" presId="urn:microsoft.com/office/officeart/2005/8/layout/hProcess9"/>
    <dgm:cxn modelId="{8B53E856-B64F-469E-BEE7-0FCB9582B7B2}" srcId="{F29D6C87-C706-45D1-BDC3-9603F48AAC44}" destId="{AAD006C0-3584-4904-97C5-7DDDA3392A15}" srcOrd="0" destOrd="0" parTransId="{56EB1C8E-CBA3-4557-AC25-8D254AC884B0}" sibTransId="{04460B3C-6BC7-443A-85D9-47CF8DB404F1}"/>
    <dgm:cxn modelId="{92F25D57-6C1A-47FA-B380-65BF9F5FBC8E}" srcId="{48142702-5DBD-4578-B758-51F946075D58}" destId="{A914966C-E8B0-4AB4-B8E8-ACEBD2CE2436}" srcOrd="0" destOrd="0" parTransId="{18D35B37-49D0-4B0A-A643-094AF080EB46}" sibTransId="{C8060613-0B59-4AC0-BFD0-2264664440C2}"/>
    <dgm:cxn modelId="{8AB6DF77-04B2-4EBD-BDFC-C33392083C0F}" srcId="{48142702-5DBD-4578-B758-51F946075D58}" destId="{BAE824A2-B348-4E74-ADAA-A6B5262E535A}" srcOrd="2" destOrd="0" parTransId="{7B14EBA1-0E54-4C2B-8D05-FC91F1F3582E}" sibTransId="{3A9552E9-902A-498F-B791-6C506594E9AD}"/>
    <dgm:cxn modelId="{BF101258-7E39-41ED-A275-84B25370571D}" srcId="{35BF1CC6-3E3E-4463-9D28-B96BC47BF52E}" destId="{F0440220-40FF-4D30-8B8B-4E9B9E6CC59B}" srcOrd="2" destOrd="0" parTransId="{E5FDC3C8-5400-4C8F-8975-B4DA56912A30}" sibTransId="{D85762D6-9FA0-4A99-895D-6393912FAA82}"/>
    <dgm:cxn modelId="{61CB9358-1682-4D45-AA40-4DB393141A29}" srcId="{35BF1CC6-3E3E-4463-9D28-B96BC47BF52E}" destId="{54B5D7A2-AC77-41AB-9DE2-C6073593B89A}" srcOrd="1" destOrd="0" parTransId="{25CA4AF0-6430-4842-A24F-83235E4FB007}" sibTransId="{100FC6CB-EDF8-455C-81AB-985F572021B8}"/>
    <dgm:cxn modelId="{97982896-1CAC-4CCA-BC20-781969BBF655}" type="presOf" srcId="{AAD006C0-3584-4904-97C5-7DDDA3392A15}" destId="{A6045007-CE6D-4AC4-A22C-5A0BD8A0932D}" srcOrd="0" destOrd="1" presId="urn:microsoft.com/office/officeart/2005/8/layout/hProcess9"/>
    <dgm:cxn modelId="{7C30049B-79DE-43C4-B40F-2968C116D477}" srcId="{EBC34D9E-8A56-4660-98B2-CC111BD23E57}" destId="{5CB12892-2937-4DD8-AA75-FE5ED170030C}" srcOrd="3" destOrd="0" parTransId="{BEFFBCA0-7AF3-4DFF-A26E-B8EB6A38FF1C}" sibTransId="{1ED6A341-AD98-4608-85B1-E4EDB9E5750F}"/>
    <dgm:cxn modelId="{D5CB769B-6D4B-4BA7-AC87-8972D6C314FA}" srcId="{F29D6C87-C706-45D1-BDC3-9603F48AAC44}" destId="{C9C17F51-1E4E-47D8-9E09-1AAD8A89C75B}" srcOrd="2" destOrd="0" parTransId="{72D986E6-9DA8-48D0-BAA6-FDD86CD482CC}" sibTransId="{F59E51EC-C601-464A-A5A3-5FD19C96A82E}"/>
    <dgm:cxn modelId="{AF97D29F-1FFA-4357-9339-1A913DEC9248}" srcId="{69744024-0780-4C9A-AD36-2C661BCA5162}" destId="{898BCF5E-EF95-4AB7-B3D5-D082632C3995}" srcOrd="3" destOrd="0" parTransId="{7C4A8357-5908-4E90-A48E-30D2B8098828}" sibTransId="{E0C3878F-8DB3-4AA6-BEB0-777FA2046B83}"/>
    <dgm:cxn modelId="{648257A2-0DE0-4EEF-8440-64B03D7D8FFE}" type="presOf" srcId="{EBC34D9E-8A56-4660-98B2-CC111BD23E57}" destId="{B03F450B-E8B4-4CAC-BE04-9FA4881E5FCF}" srcOrd="0" destOrd="0" presId="urn:microsoft.com/office/officeart/2005/8/layout/hProcess9"/>
    <dgm:cxn modelId="{A30381A5-7A72-4670-85F9-703D9C6EE629}" type="presOf" srcId="{35BF1CC6-3E3E-4463-9D28-B96BC47BF52E}" destId="{2F99CAD8-5237-4B68-936F-1D4C80CF644A}" srcOrd="0" destOrd="0" presId="urn:microsoft.com/office/officeart/2005/8/layout/hProcess9"/>
    <dgm:cxn modelId="{A28C5DA7-1FEF-4086-AADB-588C92B22AD8}" type="presOf" srcId="{D25DB855-B299-46A6-836F-61718F9C2F3C}" destId="{A6045007-CE6D-4AC4-A22C-5A0BD8A0932D}" srcOrd="0" destOrd="4" presId="urn:microsoft.com/office/officeart/2005/8/layout/hProcess9"/>
    <dgm:cxn modelId="{8BE0D7AC-D2C7-4B64-BB7A-241FB796E106}" type="presOf" srcId="{BAE824A2-B348-4E74-ADAA-A6B5262E535A}" destId="{1D3D1B56-66CB-4E84-AEBF-44F3C409A65B}" srcOrd="0" destOrd="3" presId="urn:microsoft.com/office/officeart/2005/8/layout/hProcess9"/>
    <dgm:cxn modelId="{7F4E97AD-6E07-4F3C-AE8C-7519FC1B49E5}" srcId="{48142702-5DBD-4578-B758-51F946075D58}" destId="{6B672CD3-1817-48EE-AA28-DB8ED003D0C8}" srcOrd="1" destOrd="0" parTransId="{6984B49C-6DE9-438E-88F6-71FDD70E8438}" sibTransId="{33BA619B-7588-4200-BF0D-C6026B26CF7D}"/>
    <dgm:cxn modelId="{455BABB2-C880-4F6A-B6F6-549EC9C2C41F}" srcId="{EBC34D9E-8A56-4660-98B2-CC111BD23E57}" destId="{487B3172-17C9-4F4C-8C74-33A96AEB56F1}" srcOrd="0" destOrd="0" parTransId="{8D350663-2CC6-4702-ADE6-187F7DFAC4E7}" sibTransId="{C9F59A6D-ABB6-406E-8376-7FFDC8580B3A}"/>
    <dgm:cxn modelId="{0AAD4FBE-80FE-46F2-9F34-CF65D16419E9}" srcId="{F29D6C87-C706-45D1-BDC3-9603F48AAC44}" destId="{39A9B8C4-9ABB-4A4D-A244-C188091BACFC}" srcOrd="1" destOrd="0" parTransId="{1E9434D7-383E-42D0-BC8D-0E7E294D7685}" sibTransId="{325EA55A-48F7-4235-9550-E0A718E1B237}"/>
    <dgm:cxn modelId="{C9C993C8-0A20-4511-8677-04DCF4627D46}" srcId="{EBC34D9E-8A56-4660-98B2-CC111BD23E57}" destId="{42729FE9-7A2B-4FE4-913E-1C6BF93BEE27}" srcOrd="1" destOrd="0" parTransId="{F16A83EA-B7C9-4344-A5FE-34FC11899943}" sibTransId="{FFE5D162-C202-49EA-9C82-57F08054E340}"/>
    <dgm:cxn modelId="{A4C1E6CC-B350-47AF-8B3C-2E0845DAD8FC}" type="presOf" srcId="{42729FE9-7A2B-4FE4-913E-1C6BF93BEE27}" destId="{B03F450B-E8B4-4CAC-BE04-9FA4881E5FCF}" srcOrd="0" destOrd="2" presId="urn:microsoft.com/office/officeart/2005/8/layout/hProcess9"/>
    <dgm:cxn modelId="{27AB12CD-06A7-4423-9D77-D1BB5CCE1435}" srcId="{35BF1CC6-3E3E-4463-9D28-B96BC47BF52E}" destId="{77860F2F-2B88-4CEB-BC95-2541D37A70F4}" srcOrd="0" destOrd="0" parTransId="{79551F1E-CD43-45EF-A8EC-81273146C57B}" sibTransId="{FFDB1388-E667-4F4C-ADB7-0938B3914F46}"/>
    <dgm:cxn modelId="{020891D1-5E2C-4039-8DE2-26C159B8A763}" srcId="{F29D6C87-C706-45D1-BDC3-9603F48AAC44}" destId="{D25DB855-B299-46A6-836F-61718F9C2F3C}" srcOrd="3" destOrd="0" parTransId="{56ABE9EE-84DC-451E-98E0-C1D74A95144F}" sibTransId="{FEC8F41C-F3A1-401F-89F8-C99268D4A0CD}"/>
    <dgm:cxn modelId="{7855B1D1-C4D9-446B-991B-47A448211128}" type="presOf" srcId="{F0440220-40FF-4D30-8B8B-4E9B9E6CC59B}" destId="{2F99CAD8-5237-4B68-936F-1D4C80CF644A}" srcOrd="0" destOrd="3" presId="urn:microsoft.com/office/officeart/2005/8/layout/hProcess9"/>
    <dgm:cxn modelId="{EE9F6EDF-37A7-4B5C-8B32-B117A2ADB4CD}" srcId="{9D422CA9-B1E8-48CA-A58F-42CBFDF79463}" destId="{48142702-5DBD-4578-B758-51F946075D58}" srcOrd="3" destOrd="0" parTransId="{48616A69-53B0-4E67-9771-C508AFE3453C}" sibTransId="{91DCB4D1-F420-49D7-ABBD-894D2CCCBED4}"/>
    <dgm:cxn modelId="{3E6014E0-61B2-48BB-90ED-500B7F42D2A3}" type="presOf" srcId="{4384AEDB-FC14-4524-A093-CF7C7B68DAE8}" destId="{5E3BD372-0009-4DDB-88F9-0C77B666930A}" srcOrd="0" destOrd="1" presId="urn:microsoft.com/office/officeart/2005/8/layout/hProcess9"/>
    <dgm:cxn modelId="{A9CB90E2-99F2-4C83-AA81-961F1D07AD88}" type="presOf" srcId="{48142702-5DBD-4578-B758-51F946075D58}" destId="{1D3D1B56-66CB-4E84-AEBF-44F3C409A65B}" srcOrd="0" destOrd="0" presId="urn:microsoft.com/office/officeart/2005/8/layout/hProcess9"/>
    <dgm:cxn modelId="{EC0B5DE5-7B72-438B-BD0B-0385C9441391}" type="presOf" srcId="{54B5D7A2-AC77-41AB-9DE2-C6073593B89A}" destId="{2F99CAD8-5237-4B68-936F-1D4C80CF644A}" srcOrd="0" destOrd="2" presId="urn:microsoft.com/office/officeart/2005/8/layout/hProcess9"/>
    <dgm:cxn modelId="{6DD6C4EB-4886-444C-91A5-30C780F190A6}" srcId="{69744024-0780-4C9A-AD36-2C661BCA5162}" destId="{1D95A77C-4044-4052-9921-63B6D5B2C245}" srcOrd="1" destOrd="0" parTransId="{AF84A43C-5DEB-4CA8-8402-66FD95765E21}" sibTransId="{7A47F158-5D61-4A7F-8E6A-A374A387A57E}"/>
    <dgm:cxn modelId="{47A5D4EB-866D-4F8E-B359-226F9D22A799}" type="presOf" srcId="{39A9B8C4-9ABB-4A4D-A244-C188091BACFC}" destId="{A6045007-CE6D-4AC4-A22C-5A0BD8A0932D}" srcOrd="0" destOrd="2" presId="urn:microsoft.com/office/officeart/2005/8/layout/hProcess9"/>
    <dgm:cxn modelId="{45E13AEE-693A-4158-B3D6-7628A01E8024}" srcId="{9D422CA9-B1E8-48CA-A58F-42CBFDF79463}" destId="{F29D6C87-C706-45D1-BDC3-9603F48AAC44}" srcOrd="1" destOrd="0" parTransId="{DBA71462-7405-429D-9E22-1B5A3A7586CF}" sibTransId="{A7F0387E-1808-4DFC-8A6C-B33A9CF8FF8A}"/>
    <dgm:cxn modelId="{F5902BD6-5770-4E8E-95E4-0165B2E080E8}" type="presParOf" srcId="{988B384C-BE59-48CC-AB51-A10BDF204BB2}" destId="{E12795BC-5AEE-4765-96F1-8F064854B43F}" srcOrd="0" destOrd="0" presId="urn:microsoft.com/office/officeart/2005/8/layout/hProcess9"/>
    <dgm:cxn modelId="{BFEA90E7-A4F7-42B7-8AD2-EF01CE9D43CA}" type="presParOf" srcId="{988B384C-BE59-48CC-AB51-A10BDF204BB2}" destId="{366E8FAE-A54C-4FC4-A50A-B107E1BB8A95}" srcOrd="1" destOrd="0" presId="urn:microsoft.com/office/officeart/2005/8/layout/hProcess9"/>
    <dgm:cxn modelId="{F428CAF8-BEF9-4A19-B1DE-C62546AE1329}" type="presParOf" srcId="{366E8FAE-A54C-4FC4-A50A-B107E1BB8A95}" destId="{2F99CAD8-5237-4B68-936F-1D4C80CF644A}" srcOrd="0" destOrd="0" presId="urn:microsoft.com/office/officeart/2005/8/layout/hProcess9"/>
    <dgm:cxn modelId="{24C451B6-13DD-4F2E-9802-6787FBADEDF2}" type="presParOf" srcId="{366E8FAE-A54C-4FC4-A50A-B107E1BB8A95}" destId="{EAE384B0-EAE6-440C-8E2E-E8BF0CE17ED8}" srcOrd="1" destOrd="0" presId="urn:microsoft.com/office/officeart/2005/8/layout/hProcess9"/>
    <dgm:cxn modelId="{66B29BC6-8059-446C-B3DD-7406CCBD60DF}" type="presParOf" srcId="{366E8FAE-A54C-4FC4-A50A-B107E1BB8A95}" destId="{A6045007-CE6D-4AC4-A22C-5A0BD8A0932D}" srcOrd="2" destOrd="0" presId="urn:microsoft.com/office/officeart/2005/8/layout/hProcess9"/>
    <dgm:cxn modelId="{6B494F49-284E-4837-8249-795DCE7073AE}" type="presParOf" srcId="{366E8FAE-A54C-4FC4-A50A-B107E1BB8A95}" destId="{847F1175-C031-4944-B6AB-B61347CFF6B1}" srcOrd="3" destOrd="0" presId="urn:microsoft.com/office/officeart/2005/8/layout/hProcess9"/>
    <dgm:cxn modelId="{E0DE3653-E603-4ACF-B459-2F265446A763}" type="presParOf" srcId="{366E8FAE-A54C-4FC4-A50A-B107E1BB8A95}" destId="{5E3BD372-0009-4DDB-88F9-0C77B666930A}" srcOrd="4" destOrd="0" presId="urn:microsoft.com/office/officeart/2005/8/layout/hProcess9"/>
    <dgm:cxn modelId="{29AA7B24-9D1A-4B53-8BD1-9BBC309A1545}" type="presParOf" srcId="{366E8FAE-A54C-4FC4-A50A-B107E1BB8A95}" destId="{9AB67639-63F3-4E20-B0D1-D759DA1EF01D}" srcOrd="5" destOrd="0" presId="urn:microsoft.com/office/officeart/2005/8/layout/hProcess9"/>
    <dgm:cxn modelId="{0B421CB7-5C2B-4167-8448-C650CEFB5291}" type="presParOf" srcId="{366E8FAE-A54C-4FC4-A50A-B107E1BB8A95}" destId="{1D3D1B56-66CB-4E84-AEBF-44F3C409A65B}" srcOrd="6" destOrd="0" presId="urn:microsoft.com/office/officeart/2005/8/layout/hProcess9"/>
    <dgm:cxn modelId="{17999774-CDAC-4DC1-B947-6D35D9666DA3}" type="presParOf" srcId="{366E8FAE-A54C-4FC4-A50A-B107E1BB8A95}" destId="{3078FF1B-F2BB-4884-821D-CFE6CC49B141}" srcOrd="7" destOrd="0" presId="urn:microsoft.com/office/officeart/2005/8/layout/hProcess9"/>
    <dgm:cxn modelId="{DC90CF38-7C42-47D3-AE24-100043CD114E}" type="presParOf" srcId="{366E8FAE-A54C-4FC4-A50A-B107E1BB8A95}" destId="{B03F450B-E8B4-4CAC-BE04-9FA4881E5FCF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795E97-B944-4F89-8FCE-996164A19B9B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0457F27D-B0F5-4FC4-ADCB-00FAC689AD64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Vis altid:</a:t>
          </a:r>
          <a:endParaRPr lang="da-DK" dirty="0"/>
        </a:p>
      </dgm:t>
    </dgm:pt>
    <dgm:pt modelId="{1B82CD3F-DF15-42B1-9AEF-C534D567B8AA}" type="parTrans" cxnId="{8CED1252-2F2E-424A-9503-1E1E9B748465}">
      <dgm:prSet/>
      <dgm:spPr/>
      <dgm:t>
        <a:bodyPr/>
        <a:lstStyle/>
        <a:p>
          <a:endParaRPr lang="da-DK"/>
        </a:p>
      </dgm:t>
    </dgm:pt>
    <dgm:pt modelId="{581A96F5-208E-48E9-BB8B-1E813351858D}" type="sibTrans" cxnId="{8CED1252-2F2E-424A-9503-1E1E9B748465}">
      <dgm:prSet/>
      <dgm:spPr/>
      <dgm:t>
        <a:bodyPr/>
        <a:lstStyle/>
        <a:p>
          <a:endParaRPr lang="da-DK"/>
        </a:p>
      </dgm:t>
    </dgm:pt>
    <dgm:pt modelId="{B7F0BD98-F903-42BA-BBBE-A807D438EF8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Log i stedet:</a:t>
          </a:r>
        </a:p>
      </dgm:t>
    </dgm:pt>
    <dgm:pt modelId="{A44B4095-5B4C-472E-9DC1-9D73E650E15E}" type="parTrans" cxnId="{16EE2826-E389-4EC5-BFB7-DABC3417658B}">
      <dgm:prSet/>
      <dgm:spPr/>
      <dgm:t>
        <a:bodyPr/>
        <a:lstStyle/>
        <a:p>
          <a:endParaRPr lang="da-DK"/>
        </a:p>
      </dgm:t>
    </dgm:pt>
    <dgm:pt modelId="{D8D6AD10-402D-4AB0-A453-90565FE55D63}" type="sibTrans" cxnId="{16EE2826-E389-4EC5-BFB7-DABC3417658B}">
      <dgm:prSet/>
      <dgm:spPr/>
      <dgm:t>
        <a:bodyPr/>
        <a:lstStyle/>
        <a:p>
          <a:endParaRPr lang="da-DK"/>
        </a:p>
      </dgm:t>
    </dgm:pt>
    <dgm:pt modelId="{1AC2D380-FFB9-42C5-A2FA-99894843105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kun serverside</a:t>
          </a:r>
        </a:p>
      </dgm:t>
    </dgm:pt>
    <dgm:pt modelId="{C8AB9F37-0045-4A19-A54C-413D119503D6}" type="parTrans" cxnId="{BD60BAAA-06F0-421B-A7CB-929D29C131B1}">
      <dgm:prSet/>
      <dgm:spPr/>
      <dgm:t>
        <a:bodyPr/>
        <a:lstStyle/>
        <a:p>
          <a:endParaRPr lang="da-DK"/>
        </a:p>
      </dgm:t>
    </dgm:pt>
    <dgm:pt modelId="{1D610389-DB0D-42A7-BB1D-A5814A56143B}" type="sibTrans" cxnId="{BD60BAAA-06F0-421B-A7CB-929D29C131B1}">
      <dgm:prSet/>
      <dgm:spPr/>
      <dgm:t>
        <a:bodyPr/>
        <a:lstStyle/>
        <a:p>
          <a:endParaRPr lang="da-DK"/>
        </a:p>
      </dgm:t>
    </dgm:pt>
    <dgm:pt modelId="{030938A5-EFE2-4B1D-AC0D-8D5BFB34109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Undgå:</a:t>
          </a:r>
        </a:p>
      </dgm:t>
    </dgm:pt>
    <dgm:pt modelId="{B940FF80-9BDE-4E6E-BCEC-E95528C6DBBB}" type="parTrans" cxnId="{38E40FE2-A617-4B64-81C2-011D29DC82AE}">
      <dgm:prSet/>
      <dgm:spPr/>
      <dgm:t>
        <a:bodyPr/>
        <a:lstStyle/>
        <a:p>
          <a:endParaRPr lang="da-DK"/>
        </a:p>
      </dgm:t>
    </dgm:pt>
    <dgm:pt modelId="{91DA8146-6F8E-49CE-8D85-334FA6919A63}" type="sibTrans" cxnId="{38E40FE2-A617-4B64-81C2-011D29DC82AE}">
      <dgm:prSet/>
      <dgm:spPr/>
      <dgm:t>
        <a:bodyPr/>
        <a:lstStyle/>
        <a:p>
          <a:endParaRPr lang="da-DK"/>
        </a:p>
      </dgm:t>
    </dgm:pt>
    <dgm:pt modelId="{D50A20C7-95F3-4DFF-8D7F-9050D6F18FA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Brug:</a:t>
          </a:r>
        </a:p>
      </dgm:t>
    </dgm:pt>
    <dgm:pt modelId="{0F664820-C81F-4B40-B006-29A2DE1D68FD}" type="parTrans" cxnId="{FFE4738A-E829-45A1-A4D6-76A0D974A0DF}">
      <dgm:prSet/>
      <dgm:spPr/>
      <dgm:t>
        <a:bodyPr/>
        <a:lstStyle/>
        <a:p>
          <a:endParaRPr lang="da-DK"/>
        </a:p>
      </dgm:t>
    </dgm:pt>
    <dgm:pt modelId="{4BBA4826-5FA2-435A-8CF6-AAF4D3183F2B}" type="sibTrans" cxnId="{FFE4738A-E829-45A1-A4D6-76A0D974A0DF}">
      <dgm:prSet/>
      <dgm:spPr/>
      <dgm:t>
        <a:bodyPr/>
        <a:lstStyle/>
        <a:p>
          <a:endParaRPr lang="da-DK"/>
        </a:p>
      </dgm:t>
    </dgm:pt>
    <dgm:pt modelId="{EFD537AA-C625-4CAA-B838-681E9A21C16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ensartede HTTP‑statuskoder</a:t>
          </a:r>
        </a:p>
      </dgm:t>
    </dgm:pt>
    <dgm:pt modelId="{B78FFDA3-FA84-42A4-AB19-90A94EDC79F0}" type="parTrans" cxnId="{B897E36B-A49B-49A8-B71C-5E17FA40EFCF}">
      <dgm:prSet/>
      <dgm:spPr/>
      <dgm:t>
        <a:bodyPr/>
        <a:lstStyle/>
        <a:p>
          <a:endParaRPr lang="da-DK"/>
        </a:p>
      </dgm:t>
    </dgm:pt>
    <dgm:pt modelId="{EB7F2E30-407C-4E22-B1F7-B1AC7C149743}" type="sibTrans" cxnId="{B897E36B-A49B-49A8-B71C-5E17FA40EFCF}">
      <dgm:prSet/>
      <dgm:spPr/>
      <dgm:t>
        <a:bodyPr/>
        <a:lstStyle/>
        <a:p>
          <a:endParaRPr lang="da-DK"/>
        </a:p>
      </dgm:t>
    </dgm:pt>
    <dgm:pt modelId="{81B0D3CA-4AFC-4875-855F-903C90B54A1A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generiske fejlmeddelelser til brugeren</a:t>
          </a:r>
          <a:endParaRPr lang="da-DK" dirty="0"/>
        </a:p>
      </dgm:t>
    </dgm:pt>
    <dgm:pt modelId="{5490CBE4-97A8-4C40-A531-1F89C84771A4}" type="parTrans" cxnId="{C93FE8C1-0FFE-424E-A971-8AA7D176416F}">
      <dgm:prSet/>
      <dgm:spPr/>
      <dgm:t>
        <a:bodyPr/>
        <a:lstStyle/>
        <a:p>
          <a:endParaRPr lang="da-DK"/>
        </a:p>
      </dgm:t>
    </dgm:pt>
    <dgm:pt modelId="{FFC5B769-DFD0-4D93-86F5-E4EA34843E08}" type="sibTrans" cxnId="{C93FE8C1-0FFE-424E-A971-8AA7D176416F}">
      <dgm:prSet/>
      <dgm:spPr/>
      <dgm:t>
        <a:bodyPr/>
        <a:lstStyle/>
        <a:p>
          <a:endParaRPr lang="da-DK"/>
        </a:p>
      </dgm:t>
    </dgm:pt>
    <dgm:pt modelId="{86FE45CC-3462-4B5C-8301-81C307956DD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/>
            <a:t>detaljerede fejl</a:t>
          </a:r>
          <a:endParaRPr lang="da-DK" b="0" i="0" dirty="0"/>
        </a:p>
      </dgm:t>
    </dgm:pt>
    <dgm:pt modelId="{9B1767CC-E016-4E21-9EDD-2AD2995347AA}" type="parTrans" cxnId="{04D0370B-94B3-42E1-ACBD-16E8CCABECB1}">
      <dgm:prSet/>
      <dgm:spPr/>
      <dgm:t>
        <a:bodyPr/>
        <a:lstStyle/>
        <a:p>
          <a:endParaRPr lang="da-DK"/>
        </a:p>
      </dgm:t>
    </dgm:pt>
    <dgm:pt modelId="{BE8CC5B2-986C-4F3A-9470-FA9BE8083EB9}" type="sibTrans" cxnId="{04D0370B-94B3-42E1-ACBD-16E8CCABECB1}">
      <dgm:prSet/>
      <dgm:spPr/>
      <dgm:t>
        <a:bodyPr/>
        <a:lstStyle/>
        <a:p>
          <a:endParaRPr lang="da-DK"/>
        </a:p>
      </dgm:t>
    </dgm:pt>
    <dgm:pt modelId="{57612C31-7957-4B63-B06F-61ED84963C0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 err="1"/>
            <a:t>stack</a:t>
          </a:r>
          <a:r>
            <a:rPr lang="da-DK" b="0" i="0" dirty="0"/>
            <a:t> traces i browseren</a:t>
          </a:r>
        </a:p>
      </dgm:t>
    </dgm:pt>
    <dgm:pt modelId="{75CE6082-CDF7-4E21-A9D6-906F6A773788}" type="parTrans" cxnId="{CF185CB2-07AC-4C47-9F9F-D4D09B81ECAB}">
      <dgm:prSet/>
      <dgm:spPr/>
      <dgm:t>
        <a:bodyPr/>
        <a:lstStyle/>
        <a:p>
          <a:endParaRPr lang="da-DK"/>
        </a:p>
      </dgm:t>
    </dgm:pt>
    <dgm:pt modelId="{1FE21689-E4A3-4E18-A6E1-BFBFBA908331}" type="sibTrans" cxnId="{CF185CB2-07AC-4C47-9F9F-D4D09B81ECAB}">
      <dgm:prSet/>
      <dgm:spPr/>
      <dgm:t>
        <a:bodyPr/>
        <a:lstStyle/>
        <a:p>
          <a:endParaRPr lang="da-DK"/>
        </a:p>
      </dgm:t>
    </dgm:pt>
    <dgm:pt modelId="{F84875E6-7F99-4653-9EB0-08C53301674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/>
            <a:t>globale error handlers</a:t>
          </a:r>
          <a:endParaRPr lang="da-DK" b="0" i="0" dirty="0"/>
        </a:p>
      </dgm:t>
    </dgm:pt>
    <dgm:pt modelId="{82943C28-3DEB-4667-90F1-402C2DB8C348}" type="parTrans" cxnId="{8B9772B6-68F1-4303-BA4F-36121BB279B4}">
      <dgm:prSet/>
      <dgm:spPr/>
      <dgm:t>
        <a:bodyPr/>
        <a:lstStyle/>
        <a:p>
          <a:endParaRPr lang="da-DK"/>
        </a:p>
      </dgm:t>
    </dgm:pt>
    <dgm:pt modelId="{8D8D2972-D15B-4575-9A0E-C870A38D8999}" type="sibTrans" cxnId="{8B9772B6-68F1-4303-BA4F-36121BB279B4}">
      <dgm:prSet/>
      <dgm:spPr/>
      <dgm:t>
        <a:bodyPr/>
        <a:lstStyle/>
        <a:p>
          <a:endParaRPr lang="da-DK"/>
        </a:p>
      </dgm:t>
    </dgm:pt>
    <dgm:pt modelId="{022E4B6E-CA11-4DDF-A11B-53FED5620899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None/>
          </a:pPr>
          <a:r>
            <a:rPr lang="da-DK" b="0" i="0"/>
            <a:t>Afslører fejlmeddelelser noget om systemets opbygning?</a:t>
          </a:r>
          <a:endParaRPr lang="da-DK" b="0" i="0" dirty="0"/>
        </a:p>
      </dgm:t>
    </dgm:pt>
    <dgm:pt modelId="{A624E8AF-E9A0-4925-A55C-25E2F0D6ABD7}" type="parTrans" cxnId="{4C3347FB-88E2-4705-BF3C-3529F9724BC1}">
      <dgm:prSet/>
      <dgm:spPr/>
      <dgm:t>
        <a:bodyPr/>
        <a:lstStyle/>
        <a:p>
          <a:endParaRPr lang="da-DK"/>
        </a:p>
      </dgm:t>
    </dgm:pt>
    <dgm:pt modelId="{366BADA1-650A-4533-BE68-E6ED3289CC41}" type="sibTrans" cxnId="{4C3347FB-88E2-4705-BF3C-3529F9724BC1}">
      <dgm:prSet/>
      <dgm:spPr/>
      <dgm:t>
        <a:bodyPr/>
        <a:lstStyle/>
        <a:p>
          <a:endParaRPr lang="da-DK"/>
        </a:p>
      </dgm:t>
    </dgm:pt>
    <dgm:pt modelId="{B6246946-A4AC-4FFD-B2CC-CAF04032BD5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anden teknisk information i browseren</a:t>
          </a:r>
        </a:p>
      </dgm:t>
    </dgm:pt>
    <dgm:pt modelId="{B387F82B-47D9-4720-8E1F-DA588233C760}" type="parTrans" cxnId="{8E94F376-A7F0-415C-9F64-9BA4C659D7B3}">
      <dgm:prSet/>
      <dgm:spPr/>
    </dgm:pt>
    <dgm:pt modelId="{B985CF27-816C-4036-8BCF-4ED30687E070}" type="sibTrans" cxnId="{8E94F376-A7F0-415C-9F64-9BA4C659D7B3}">
      <dgm:prSet/>
      <dgm:spPr/>
    </dgm:pt>
    <dgm:pt modelId="{D32E45EE-38BA-41E0-B6FE-9DB4DCBB7E0F}" type="pres">
      <dgm:prSet presAssocID="{93795E97-B944-4F89-8FCE-996164A19B9B}" presName="diagram" presStyleCnt="0">
        <dgm:presLayoutVars>
          <dgm:dir/>
          <dgm:resizeHandles val="exact"/>
        </dgm:presLayoutVars>
      </dgm:prSet>
      <dgm:spPr/>
    </dgm:pt>
    <dgm:pt modelId="{97804301-3C42-4A96-B704-AAD888BBDBF4}" type="pres">
      <dgm:prSet presAssocID="{0457F27D-B0F5-4FC4-ADCB-00FAC689AD64}" presName="node" presStyleLbl="node1" presStyleIdx="0" presStyleCnt="5">
        <dgm:presLayoutVars>
          <dgm:bulletEnabled val="1"/>
        </dgm:presLayoutVars>
      </dgm:prSet>
      <dgm:spPr/>
    </dgm:pt>
    <dgm:pt modelId="{10FAD2AD-007E-4528-A7A6-6345DDDB2161}" type="pres">
      <dgm:prSet presAssocID="{581A96F5-208E-48E9-BB8B-1E813351858D}" presName="sibTrans" presStyleCnt="0"/>
      <dgm:spPr/>
    </dgm:pt>
    <dgm:pt modelId="{9D918CE9-6F2F-4665-814C-3B53C06F653B}" type="pres">
      <dgm:prSet presAssocID="{B7F0BD98-F903-42BA-BBBE-A807D438EF89}" presName="node" presStyleLbl="node1" presStyleIdx="1" presStyleCnt="5">
        <dgm:presLayoutVars>
          <dgm:bulletEnabled val="1"/>
        </dgm:presLayoutVars>
      </dgm:prSet>
      <dgm:spPr/>
    </dgm:pt>
    <dgm:pt modelId="{D7D7251A-F76D-44D5-9644-1E863041BC32}" type="pres">
      <dgm:prSet presAssocID="{D8D6AD10-402D-4AB0-A453-90565FE55D63}" presName="sibTrans" presStyleCnt="0"/>
      <dgm:spPr/>
    </dgm:pt>
    <dgm:pt modelId="{392559A0-D2F0-4ED4-B2BB-0D06F60DB501}" type="pres">
      <dgm:prSet presAssocID="{030938A5-EFE2-4B1D-AC0D-8D5BFB341099}" presName="node" presStyleLbl="node1" presStyleIdx="2" presStyleCnt="5">
        <dgm:presLayoutVars>
          <dgm:bulletEnabled val="1"/>
        </dgm:presLayoutVars>
      </dgm:prSet>
      <dgm:spPr/>
    </dgm:pt>
    <dgm:pt modelId="{DF6BD3E4-1101-4511-BEC6-4BE662C1A618}" type="pres">
      <dgm:prSet presAssocID="{91DA8146-6F8E-49CE-8D85-334FA6919A63}" presName="sibTrans" presStyleCnt="0"/>
      <dgm:spPr/>
    </dgm:pt>
    <dgm:pt modelId="{248BC3CB-198B-4B60-BD30-4D8009A2BD1D}" type="pres">
      <dgm:prSet presAssocID="{D50A20C7-95F3-4DFF-8D7F-9050D6F18FA3}" presName="node" presStyleLbl="node1" presStyleIdx="3" presStyleCnt="5">
        <dgm:presLayoutVars>
          <dgm:bulletEnabled val="1"/>
        </dgm:presLayoutVars>
      </dgm:prSet>
      <dgm:spPr/>
    </dgm:pt>
    <dgm:pt modelId="{9423964B-A0D7-4931-9095-EF33BEBCC1B9}" type="pres">
      <dgm:prSet presAssocID="{4BBA4826-5FA2-435A-8CF6-AAF4D3183F2B}" presName="sibTrans" presStyleCnt="0"/>
      <dgm:spPr/>
    </dgm:pt>
    <dgm:pt modelId="{909C6F8E-534D-42B7-B882-825EC0684BDB}" type="pres">
      <dgm:prSet presAssocID="{022E4B6E-CA11-4DDF-A11B-53FED5620899}" presName="node" presStyleLbl="node1" presStyleIdx="4" presStyleCnt="5">
        <dgm:presLayoutVars>
          <dgm:bulletEnabled val="1"/>
        </dgm:presLayoutVars>
      </dgm:prSet>
      <dgm:spPr/>
    </dgm:pt>
  </dgm:ptLst>
  <dgm:cxnLst>
    <dgm:cxn modelId="{04D0370B-94B3-42E1-ACBD-16E8CCABECB1}" srcId="{B7F0BD98-F903-42BA-BBBE-A807D438EF89}" destId="{86FE45CC-3462-4B5C-8301-81C307956DD4}" srcOrd="0" destOrd="0" parTransId="{9B1767CC-E016-4E21-9EDD-2AD2995347AA}" sibTransId="{BE8CC5B2-986C-4F3A-9470-FA9BE8083EB9}"/>
    <dgm:cxn modelId="{16EE2826-E389-4EC5-BFB7-DABC3417658B}" srcId="{93795E97-B944-4F89-8FCE-996164A19B9B}" destId="{B7F0BD98-F903-42BA-BBBE-A807D438EF89}" srcOrd="1" destOrd="0" parTransId="{A44B4095-5B4C-472E-9DC1-9D73E650E15E}" sibTransId="{D8D6AD10-402D-4AB0-A453-90565FE55D63}"/>
    <dgm:cxn modelId="{FC10C727-CC59-4BB9-85B2-BADBD3F64A27}" type="presOf" srcId="{EFD537AA-C625-4CAA-B838-681E9A21C166}" destId="{248BC3CB-198B-4B60-BD30-4D8009A2BD1D}" srcOrd="0" destOrd="2" presId="urn:microsoft.com/office/officeart/2005/8/layout/default"/>
    <dgm:cxn modelId="{ED24225D-0175-4B6B-BC3B-13FF17951281}" type="presOf" srcId="{57612C31-7957-4B63-B06F-61ED84963C02}" destId="{392559A0-D2F0-4ED4-B2BB-0D06F60DB501}" srcOrd="0" destOrd="1" presId="urn:microsoft.com/office/officeart/2005/8/layout/default"/>
    <dgm:cxn modelId="{1D822660-DA74-449E-B7EA-5D045325AF3F}" type="presOf" srcId="{030938A5-EFE2-4B1D-AC0D-8D5BFB341099}" destId="{392559A0-D2F0-4ED4-B2BB-0D06F60DB501}" srcOrd="0" destOrd="0" presId="urn:microsoft.com/office/officeart/2005/8/layout/default"/>
    <dgm:cxn modelId="{A4EAEF62-CFA4-426F-B40F-05632BD32307}" type="presOf" srcId="{B6246946-A4AC-4FFD-B2CC-CAF04032BD5F}" destId="{392559A0-D2F0-4ED4-B2BB-0D06F60DB501}" srcOrd="0" destOrd="2" presId="urn:microsoft.com/office/officeart/2005/8/layout/default"/>
    <dgm:cxn modelId="{081D6A4B-8470-4180-8697-119B2E1383A0}" type="presOf" srcId="{81B0D3CA-4AFC-4875-855F-903C90B54A1A}" destId="{97804301-3C42-4A96-B704-AAD888BBDBF4}" srcOrd="0" destOrd="1" presId="urn:microsoft.com/office/officeart/2005/8/layout/default"/>
    <dgm:cxn modelId="{B897E36B-A49B-49A8-B71C-5E17FA40EFCF}" srcId="{D50A20C7-95F3-4DFF-8D7F-9050D6F18FA3}" destId="{EFD537AA-C625-4CAA-B838-681E9A21C166}" srcOrd="1" destOrd="0" parTransId="{B78FFDA3-FA84-42A4-AB19-90A94EDC79F0}" sibTransId="{EB7F2E30-407C-4E22-B1F7-B1AC7C149743}"/>
    <dgm:cxn modelId="{FB710F4F-138D-4B5D-B400-F43C1E07E6F4}" type="presOf" srcId="{86FE45CC-3462-4B5C-8301-81C307956DD4}" destId="{9D918CE9-6F2F-4665-814C-3B53C06F653B}" srcOrd="0" destOrd="1" presId="urn:microsoft.com/office/officeart/2005/8/layout/default"/>
    <dgm:cxn modelId="{8CED1252-2F2E-424A-9503-1E1E9B748465}" srcId="{93795E97-B944-4F89-8FCE-996164A19B9B}" destId="{0457F27D-B0F5-4FC4-ADCB-00FAC689AD64}" srcOrd="0" destOrd="0" parTransId="{1B82CD3F-DF15-42B1-9AEF-C534D567B8AA}" sibTransId="{581A96F5-208E-48E9-BB8B-1E813351858D}"/>
    <dgm:cxn modelId="{8E94F376-A7F0-415C-9F64-9BA4C659D7B3}" srcId="{030938A5-EFE2-4B1D-AC0D-8D5BFB341099}" destId="{B6246946-A4AC-4FFD-B2CC-CAF04032BD5F}" srcOrd="1" destOrd="0" parTransId="{B387F82B-47D9-4720-8E1F-DA588233C760}" sibTransId="{B985CF27-816C-4036-8BCF-4ED30687E070}"/>
    <dgm:cxn modelId="{0E779179-68DE-4E1F-8E62-882C0F17BCAD}" type="presOf" srcId="{1AC2D380-FFB9-42C5-A2FA-998948431050}" destId="{9D918CE9-6F2F-4665-814C-3B53C06F653B}" srcOrd="0" destOrd="2" presId="urn:microsoft.com/office/officeart/2005/8/layout/default"/>
    <dgm:cxn modelId="{5D7CE77C-728D-4D07-9C89-57BD79039B09}" type="presOf" srcId="{D50A20C7-95F3-4DFF-8D7F-9050D6F18FA3}" destId="{248BC3CB-198B-4B60-BD30-4D8009A2BD1D}" srcOrd="0" destOrd="0" presId="urn:microsoft.com/office/officeart/2005/8/layout/default"/>
    <dgm:cxn modelId="{FFE4738A-E829-45A1-A4D6-76A0D974A0DF}" srcId="{93795E97-B944-4F89-8FCE-996164A19B9B}" destId="{D50A20C7-95F3-4DFF-8D7F-9050D6F18FA3}" srcOrd="3" destOrd="0" parTransId="{0F664820-C81F-4B40-B006-29A2DE1D68FD}" sibTransId="{4BBA4826-5FA2-435A-8CF6-AAF4D3183F2B}"/>
    <dgm:cxn modelId="{BD60BAAA-06F0-421B-A7CB-929D29C131B1}" srcId="{B7F0BD98-F903-42BA-BBBE-A807D438EF89}" destId="{1AC2D380-FFB9-42C5-A2FA-998948431050}" srcOrd="1" destOrd="0" parTransId="{C8AB9F37-0045-4A19-A54C-413D119503D6}" sibTransId="{1D610389-DB0D-42A7-BB1D-A5814A56143B}"/>
    <dgm:cxn modelId="{CF185CB2-07AC-4C47-9F9F-D4D09B81ECAB}" srcId="{030938A5-EFE2-4B1D-AC0D-8D5BFB341099}" destId="{57612C31-7957-4B63-B06F-61ED84963C02}" srcOrd="0" destOrd="0" parTransId="{75CE6082-CDF7-4E21-A9D6-906F6A773788}" sibTransId="{1FE21689-E4A3-4E18-A6E1-BFBFBA908331}"/>
    <dgm:cxn modelId="{8B9772B6-68F1-4303-BA4F-36121BB279B4}" srcId="{D50A20C7-95F3-4DFF-8D7F-9050D6F18FA3}" destId="{F84875E6-7F99-4653-9EB0-08C533016748}" srcOrd="0" destOrd="0" parTransId="{82943C28-3DEB-4667-90F1-402C2DB8C348}" sibTransId="{8D8D2972-D15B-4575-9A0E-C870A38D8999}"/>
    <dgm:cxn modelId="{21A57DBC-DB04-4B9D-ADA4-454E3849C291}" type="presOf" srcId="{F84875E6-7F99-4653-9EB0-08C533016748}" destId="{248BC3CB-198B-4B60-BD30-4D8009A2BD1D}" srcOrd="0" destOrd="1" presId="urn:microsoft.com/office/officeart/2005/8/layout/default"/>
    <dgm:cxn modelId="{C93FE8C1-0FFE-424E-A971-8AA7D176416F}" srcId="{0457F27D-B0F5-4FC4-ADCB-00FAC689AD64}" destId="{81B0D3CA-4AFC-4875-855F-903C90B54A1A}" srcOrd="0" destOrd="0" parTransId="{5490CBE4-97A8-4C40-A531-1F89C84771A4}" sibTransId="{FFC5B769-DFD0-4D93-86F5-E4EA34843E08}"/>
    <dgm:cxn modelId="{38E40FE2-A617-4B64-81C2-011D29DC82AE}" srcId="{93795E97-B944-4F89-8FCE-996164A19B9B}" destId="{030938A5-EFE2-4B1D-AC0D-8D5BFB341099}" srcOrd="2" destOrd="0" parTransId="{B940FF80-9BDE-4E6E-BCEC-E95528C6DBBB}" sibTransId="{91DA8146-6F8E-49CE-8D85-334FA6919A63}"/>
    <dgm:cxn modelId="{985E4DE4-D2D0-4ADC-B2E7-98510D578076}" type="presOf" srcId="{B7F0BD98-F903-42BA-BBBE-A807D438EF89}" destId="{9D918CE9-6F2F-4665-814C-3B53C06F653B}" srcOrd="0" destOrd="0" presId="urn:microsoft.com/office/officeart/2005/8/layout/default"/>
    <dgm:cxn modelId="{2D7FBCE4-12B8-4CE2-85CD-49A0D2652808}" type="presOf" srcId="{0457F27D-B0F5-4FC4-ADCB-00FAC689AD64}" destId="{97804301-3C42-4A96-B704-AAD888BBDBF4}" srcOrd="0" destOrd="0" presId="urn:microsoft.com/office/officeart/2005/8/layout/default"/>
    <dgm:cxn modelId="{3CC3C9EC-C8CE-4F3E-8AEA-E21D9D01CBC9}" type="presOf" srcId="{93795E97-B944-4F89-8FCE-996164A19B9B}" destId="{D32E45EE-38BA-41E0-B6FE-9DB4DCBB7E0F}" srcOrd="0" destOrd="0" presId="urn:microsoft.com/office/officeart/2005/8/layout/default"/>
    <dgm:cxn modelId="{457981F0-3D7E-4B3C-85E2-6B345141260C}" type="presOf" srcId="{022E4B6E-CA11-4DDF-A11B-53FED5620899}" destId="{909C6F8E-534D-42B7-B882-825EC0684BDB}" srcOrd="0" destOrd="0" presId="urn:microsoft.com/office/officeart/2005/8/layout/default"/>
    <dgm:cxn modelId="{4C3347FB-88E2-4705-BF3C-3529F9724BC1}" srcId="{93795E97-B944-4F89-8FCE-996164A19B9B}" destId="{022E4B6E-CA11-4DDF-A11B-53FED5620899}" srcOrd="4" destOrd="0" parTransId="{A624E8AF-E9A0-4925-A55C-25E2F0D6ABD7}" sibTransId="{366BADA1-650A-4533-BE68-E6ED3289CC41}"/>
    <dgm:cxn modelId="{62B71404-B0F4-44CE-AD94-8B7646F12590}" type="presParOf" srcId="{D32E45EE-38BA-41E0-B6FE-9DB4DCBB7E0F}" destId="{97804301-3C42-4A96-B704-AAD888BBDBF4}" srcOrd="0" destOrd="0" presId="urn:microsoft.com/office/officeart/2005/8/layout/default"/>
    <dgm:cxn modelId="{1C3BAC99-1073-4695-8EA2-076D1836645C}" type="presParOf" srcId="{D32E45EE-38BA-41E0-B6FE-9DB4DCBB7E0F}" destId="{10FAD2AD-007E-4528-A7A6-6345DDDB2161}" srcOrd="1" destOrd="0" presId="urn:microsoft.com/office/officeart/2005/8/layout/default"/>
    <dgm:cxn modelId="{742C430F-928E-41DE-944B-8085CF569FA8}" type="presParOf" srcId="{D32E45EE-38BA-41E0-B6FE-9DB4DCBB7E0F}" destId="{9D918CE9-6F2F-4665-814C-3B53C06F653B}" srcOrd="2" destOrd="0" presId="urn:microsoft.com/office/officeart/2005/8/layout/default"/>
    <dgm:cxn modelId="{7E458BA2-6D16-4FC7-90CD-5DEB548940EB}" type="presParOf" srcId="{D32E45EE-38BA-41E0-B6FE-9DB4DCBB7E0F}" destId="{D7D7251A-F76D-44D5-9644-1E863041BC32}" srcOrd="3" destOrd="0" presId="urn:microsoft.com/office/officeart/2005/8/layout/default"/>
    <dgm:cxn modelId="{7A8359D4-CD46-4D9E-852D-4203CAB9D282}" type="presParOf" srcId="{D32E45EE-38BA-41E0-B6FE-9DB4DCBB7E0F}" destId="{392559A0-D2F0-4ED4-B2BB-0D06F60DB501}" srcOrd="4" destOrd="0" presId="urn:microsoft.com/office/officeart/2005/8/layout/default"/>
    <dgm:cxn modelId="{6CA8EFFD-1B57-415E-9C69-AFB6463A47E9}" type="presParOf" srcId="{D32E45EE-38BA-41E0-B6FE-9DB4DCBB7E0F}" destId="{DF6BD3E4-1101-4511-BEC6-4BE662C1A618}" srcOrd="5" destOrd="0" presId="urn:microsoft.com/office/officeart/2005/8/layout/default"/>
    <dgm:cxn modelId="{AB07B192-9252-47D5-BD67-DD13432575FC}" type="presParOf" srcId="{D32E45EE-38BA-41E0-B6FE-9DB4DCBB7E0F}" destId="{248BC3CB-198B-4B60-BD30-4D8009A2BD1D}" srcOrd="6" destOrd="0" presId="urn:microsoft.com/office/officeart/2005/8/layout/default"/>
    <dgm:cxn modelId="{00303F1A-14B1-44CA-B36C-A06D45CF8E7E}" type="presParOf" srcId="{D32E45EE-38BA-41E0-B6FE-9DB4DCBB7E0F}" destId="{9423964B-A0D7-4931-9095-EF33BEBCC1B9}" srcOrd="7" destOrd="0" presId="urn:microsoft.com/office/officeart/2005/8/layout/default"/>
    <dgm:cxn modelId="{F2ADA276-601B-46E0-941A-A14152113596}" type="presParOf" srcId="{D32E45EE-38BA-41E0-B6FE-9DB4DCBB7E0F}" destId="{909C6F8E-534D-42B7-B882-825EC0684BD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094D0B-FCF6-477A-A560-0126A3455D9D}" type="doc">
      <dgm:prSet loTypeId="urn:microsoft.com/office/officeart/2005/8/layout/cycle8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1807730E-3539-41F4-86C7-3232DDAB96EB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1. Rekognoscering af målet</a:t>
          </a:r>
          <a:endParaRPr lang="da-DK" noProof="0" dirty="0"/>
        </a:p>
      </dgm:t>
    </dgm:pt>
    <dgm:pt modelId="{09AE5F74-A76E-4C24-B592-96CE39A4DE78}" type="parTrans" cxnId="{E836C27E-8EBD-4AEB-AD8B-4A9521294E64}">
      <dgm:prSet/>
      <dgm:spPr/>
      <dgm:t>
        <a:bodyPr/>
        <a:lstStyle/>
        <a:p>
          <a:endParaRPr lang="da-DK"/>
        </a:p>
      </dgm:t>
    </dgm:pt>
    <dgm:pt modelId="{7BA31DBF-99E8-495D-9AA6-CFF487AD0024}" type="sibTrans" cxnId="{E836C27E-8EBD-4AEB-AD8B-4A9521294E64}">
      <dgm:prSet/>
      <dgm:spPr/>
      <dgm:t>
        <a:bodyPr/>
        <a:lstStyle/>
        <a:p>
          <a:endParaRPr lang="da-DK"/>
        </a:p>
      </dgm:t>
    </dgm:pt>
    <dgm:pt modelId="{0DFDC824-7AE9-4E04-9CF1-E6DF82FDB4FD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4. Analyse</a:t>
          </a:r>
          <a:endParaRPr lang="da-DK" noProof="0" dirty="0"/>
        </a:p>
      </dgm:t>
    </dgm:pt>
    <dgm:pt modelId="{63798B2E-7661-43EB-A6BE-87C407ADA044}" type="parTrans" cxnId="{912119F2-47D5-4B52-BBC9-1625C3D52AA7}">
      <dgm:prSet/>
      <dgm:spPr/>
    </dgm:pt>
    <dgm:pt modelId="{34619DE2-AE8A-4FD7-8B73-57369E085D2A}" type="sibTrans" cxnId="{912119F2-47D5-4B52-BBC9-1625C3D52AA7}">
      <dgm:prSet/>
      <dgm:spPr/>
    </dgm:pt>
    <dgm:pt modelId="{5D4FA847-D0EC-4E52-90EB-D465023F4716}">
      <dgm:prSet phldrT="[Tekst]"/>
      <dgm:spPr/>
      <dgm:t>
        <a:bodyPr/>
        <a:lstStyle/>
        <a:p>
          <a:pPr>
            <a:buNone/>
          </a:pPr>
          <a:r>
            <a:rPr lang="da-DK" b="0" i="0" noProof="0" dirty="0"/>
            <a:t>3. Udnyttelse af sårbarheder</a:t>
          </a:r>
          <a:endParaRPr lang="da-DK" noProof="0" dirty="0"/>
        </a:p>
      </dgm:t>
    </dgm:pt>
    <dgm:pt modelId="{A9BA3493-F5F7-46ED-8913-FFE84369DC3E}" type="parTrans" cxnId="{C40089B7-7F7B-4F6D-8DA7-FD46D0D5B4BE}">
      <dgm:prSet/>
      <dgm:spPr/>
    </dgm:pt>
    <dgm:pt modelId="{79DB5BEA-3527-4D12-8D27-F8A6D327EC24}" type="sibTrans" cxnId="{C40089B7-7F7B-4F6D-8DA7-FD46D0D5B4BE}">
      <dgm:prSet/>
      <dgm:spPr/>
    </dgm:pt>
    <dgm:pt modelId="{EA162E54-C3A0-443F-9661-8B2E5D9CD9B7}">
      <dgm:prSet phldrT="[Tekst]"/>
      <dgm:spPr/>
      <dgm:t>
        <a:bodyPr/>
        <a:lstStyle/>
        <a:p>
          <a:pPr>
            <a:buNone/>
          </a:pPr>
          <a:r>
            <a:rPr lang="da-DK" noProof="0" dirty="0"/>
            <a:t>2. Analyse af angrebsfladen</a:t>
          </a:r>
        </a:p>
      </dgm:t>
    </dgm:pt>
    <dgm:pt modelId="{FA6794F5-934B-49A6-942A-239DED52415F}" type="parTrans" cxnId="{403C3B76-BF2E-4B41-8D56-33737F015CB7}">
      <dgm:prSet/>
      <dgm:spPr/>
    </dgm:pt>
    <dgm:pt modelId="{7E8862C3-B3B9-422E-BA67-46732680AA39}" type="sibTrans" cxnId="{403C3B76-BF2E-4B41-8D56-33737F015CB7}">
      <dgm:prSet/>
      <dgm:spPr/>
    </dgm:pt>
    <dgm:pt modelId="{9D72B6F8-A95D-4F74-A14E-63D0D4AE46CD}">
      <dgm:prSet phldrT="[Tekst]"/>
      <dgm:spPr/>
      <dgm:t>
        <a:bodyPr/>
        <a:lstStyle/>
        <a:p>
          <a:pPr>
            <a:buNone/>
          </a:pPr>
          <a:r>
            <a:rPr lang="da-DK" b="0" i="0" noProof="0"/>
            <a:t>5. Rapportering</a:t>
          </a:r>
          <a:endParaRPr lang="da-DK" noProof="0" dirty="0"/>
        </a:p>
      </dgm:t>
    </dgm:pt>
    <dgm:pt modelId="{6C9CB4E3-5F33-484E-AB82-A4F10F2CC76A}" type="parTrans" cxnId="{CDCCD7CB-6866-40DB-BB49-27B8FFB19D7E}">
      <dgm:prSet/>
      <dgm:spPr/>
    </dgm:pt>
    <dgm:pt modelId="{554D5F49-5B2F-421C-82D0-FD54D7E93439}" type="sibTrans" cxnId="{CDCCD7CB-6866-40DB-BB49-27B8FFB19D7E}">
      <dgm:prSet/>
      <dgm:spPr/>
    </dgm:pt>
    <dgm:pt modelId="{7CB739A9-AA0C-4808-957A-238725B821B9}" type="pres">
      <dgm:prSet presAssocID="{7E094D0B-FCF6-477A-A560-0126A3455D9D}" presName="compositeShape" presStyleCnt="0">
        <dgm:presLayoutVars>
          <dgm:chMax val="7"/>
          <dgm:dir/>
          <dgm:resizeHandles val="exact"/>
        </dgm:presLayoutVars>
      </dgm:prSet>
      <dgm:spPr/>
    </dgm:pt>
    <dgm:pt modelId="{C896C91C-8042-49B3-BD79-2A9D0E9715A5}" type="pres">
      <dgm:prSet presAssocID="{7E094D0B-FCF6-477A-A560-0126A3455D9D}" presName="wedge1" presStyleLbl="node1" presStyleIdx="0" presStyleCnt="5"/>
      <dgm:spPr/>
    </dgm:pt>
    <dgm:pt modelId="{909674EA-5731-4F5E-A596-3E96257C5A69}" type="pres">
      <dgm:prSet presAssocID="{7E094D0B-FCF6-477A-A560-0126A3455D9D}" presName="dummy1a" presStyleCnt="0"/>
      <dgm:spPr/>
    </dgm:pt>
    <dgm:pt modelId="{477FD144-8FEC-4E15-BCE2-CECF939E8B3B}" type="pres">
      <dgm:prSet presAssocID="{7E094D0B-FCF6-477A-A560-0126A3455D9D}" presName="dummy1b" presStyleCnt="0"/>
      <dgm:spPr/>
    </dgm:pt>
    <dgm:pt modelId="{BB119919-238C-4469-9D38-17FEB7C12134}" type="pres">
      <dgm:prSet presAssocID="{7E094D0B-FCF6-477A-A560-0126A3455D9D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B73ED907-0260-43FB-9825-311554C16E62}" type="pres">
      <dgm:prSet presAssocID="{7E094D0B-FCF6-477A-A560-0126A3455D9D}" presName="wedge2" presStyleLbl="node1" presStyleIdx="1" presStyleCnt="5"/>
      <dgm:spPr/>
    </dgm:pt>
    <dgm:pt modelId="{CC6BF53E-40D9-43BD-9612-1382F3ADC6C7}" type="pres">
      <dgm:prSet presAssocID="{7E094D0B-FCF6-477A-A560-0126A3455D9D}" presName="dummy2a" presStyleCnt="0"/>
      <dgm:spPr/>
    </dgm:pt>
    <dgm:pt modelId="{9A1F4D0E-6ADF-462E-AB8D-A24D277907F9}" type="pres">
      <dgm:prSet presAssocID="{7E094D0B-FCF6-477A-A560-0126A3455D9D}" presName="dummy2b" presStyleCnt="0"/>
      <dgm:spPr/>
    </dgm:pt>
    <dgm:pt modelId="{757853FE-9D4F-4C89-8ADB-BE74BD7D8D22}" type="pres">
      <dgm:prSet presAssocID="{7E094D0B-FCF6-477A-A560-0126A3455D9D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D89920C-F590-47EE-A0A4-719180EDB1A6}" type="pres">
      <dgm:prSet presAssocID="{7E094D0B-FCF6-477A-A560-0126A3455D9D}" presName="wedge3" presStyleLbl="node1" presStyleIdx="2" presStyleCnt="5"/>
      <dgm:spPr/>
    </dgm:pt>
    <dgm:pt modelId="{243F279C-AFCF-4750-B9C2-901F5B0A6AA8}" type="pres">
      <dgm:prSet presAssocID="{7E094D0B-FCF6-477A-A560-0126A3455D9D}" presName="dummy3a" presStyleCnt="0"/>
      <dgm:spPr/>
    </dgm:pt>
    <dgm:pt modelId="{3F6485E0-8822-4621-AC8A-8FB2CF7023D5}" type="pres">
      <dgm:prSet presAssocID="{7E094D0B-FCF6-477A-A560-0126A3455D9D}" presName="dummy3b" presStyleCnt="0"/>
      <dgm:spPr/>
    </dgm:pt>
    <dgm:pt modelId="{2F80A323-57E3-4BE0-9FB1-5C649FA0F450}" type="pres">
      <dgm:prSet presAssocID="{7E094D0B-FCF6-477A-A560-0126A3455D9D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93BF793-DED6-4B1D-915D-EB5123513B56}" type="pres">
      <dgm:prSet presAssocID="{7E094D0B-FCF6-477A-A560-0126A3455D9D}" presName="wedge4" presStyleLbl="node1" presStyleIdx="3" presStyleCnt="5"/>
      <dgm:spPr/>
    </dgm:pt>
    <dgm:pt modelId="{9E3E862A-1598-4D5D-90DF-14C16D4A1E9B}" type="pres">
      <dgm:prSet presAssocID="{7E094D0B-FCF6-477A-A560-0126A3455D9D}" presName="dummy4a" presStyleCnt="0"/>
      <dgm:spPr/>
    </dgm:pt>
    <dgm:pt modelId="{2A566BE6-3C94-46A1-B84D-ED900C001FC6}" type="pres">
      <dgm:prSet presAssocID="{7E094D0B-FCF6-477A-A560-0126A3455D9D}" presName="dummy4b" presStyleCnt="0"/>
      <dgm:spPr/>
    </dgm:pt>
    <dgm:pt modelId="{CD04255C-E246-47E9-96D0-5C32BE5A3F30}" type="pres">
      <dgm:prSet presAssocID="{7E094D0B-FCF6-477A-A560-0126A3455D9D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44E8D947-69D9-4329-A04F-6907D497E730}" type="pres">
      <dgm:prSet presAssocID="{7E094D0B-FCF6-477A-A560-0126A3455D9D}" presName="wedge5" presStyleLbl="node1" presStyleIdx="4" presStyleCnt="5"/>
      <dgm:spPr/>
    </dgm:pt>
    <dgm:pt modelId="{FB68F51A-3C2E-452D-B770-38A8BBB6AAF7}" type="pres">
      <dgm:prSet presAssocID="{7E094D0B-FCF6-477A-A560-0126A3455D9D}" presName="dummy5a" presStyleCnt="0"/>
      <dgm:spPr/>
    </dgm:pt>
    <dgm:pt modelId="{AAC607F7-5AD4-42D5-93B7-BC0D21C54C6F}" type="pres">
      <dgm:prSet presAssocID="{7E094D0B-FCF6-477A-A560-0126A3455D9D}" presName="dummy5b" presStyleCnt="0"/>
      <dgm:spPr/>
    </dgm:pt>
    <dgm:pt modelId="{D6248368-EDE5-4A90-9B2B-FF7AE4B3266D}" type="pres">
      <dgm:prSet presAssocID="{7E094D0B-FCF6-477A-A560-0126A3455D9D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9BA5E8F1-E896-4BB2-A6C2-90E53DCB9424}" type="pres">
      <dgm:prSet presAssocID="{7BA31DBF-99E8-495D-9AA6-CFF487AD0024}" presName="arrowWedge1" presStyleLbl="fgSibTrans2D1" presStyleIdx="0" presStyleCnt="5"/>
      <dgm:spPr/>
    </dgm:pt>
    <dgm:pt modelId="{3D4EB07F-381D-4F9B-81B5-CB2717E53D15}" type="pres">
      <dgm:prSet presAssocID="{7E8862C3-B3B9-422E-BA67-46732680AA39}" presName="arrowWedge2" presStyleLbl="fgSibTrans2D1" presStyleIdx="1" presStyleCnt="5"/>
      <dgm:spPr/>
    </dgm:pt>
    <dgm:pt modelId="{B58A1455-645B-48A8-BB07-22CE3CA230AA}" type="pres">
      <dgm:prSet presAssocID="{79DB5BEA-3527-4D12-8D27-F8A6D327EC24}" presName="arrowWedge3" presStyleLbl="fgSibTrans2D1" presStyleIdx="2" presStyleCnt="5"/>
      <dgm:spPr/>
    </dgm:pt>
    <dgm:pt modelId="{6F26BA94-07C9-42FB-8E4D-65BC8294F99C}" type="pres">
      <dgm:prSet presAssocID="{34619DE2-AE8A-4FD7-8B73-57369E085D2A}" presName="arrowWedge4" presStyleLbl="fgSibTrans2D1" presStyleIdx="3" presStyleCnt="5"/>
      <dgm:spPr/>
    </dgm:pt>
    <dgm:pt modelId="{F0B54DD5-F752-4239-901A-C38BB2DEF274}" type="pres">
      <dgm:prSet presAssocID="{554D5F49-5B2F-421C-82D0-FD54D7E93439}" presName="arrowWedge5" presStyleLbl="fgSibTrans2D1" presStyleIdx="4" presStyleCnt="5"/>
      <dgm:spPr/>
    </dgm:pt>
  </dgm:ptLst>
  <dgm:cxnLst>
    <dgm:cxn modelId="{9176B007-14FC-4720-A0E7-35657F1C4E1D}" type="presOf" srcId="{EA162E54-C3A0-443F-9661-8B2E5D9CD9B7}" destId="{B73ED907-0260-43FB-9825-311554C16E62}" srcOrd="0" destOrd="0" presId="urn:microsoft.com/office/officeart/2005/8/layout/cycle8"/>
    <dgm:cxn modelId="{80AAE014-6D0A-4830-9224-982EFE035309}" type="presOf" srcId="{5D4FA847-D0EC-4E52-90EB-D465023F4716}" destId="{7D89920C-F590-47EE-A0A4-719180EDB1A6}" srcOrd="0" destOrd="0" presId="urn:microsoft.com/office/officeart/2005/8/layout/cycle8"/>
    <dgm:cxn modelId="{C4E9122D-290F-408D-9DFE-27381C6815C8}" type="presOf" srcId="{9D72B6F8-A95D-4F74-A14E-63D0D4AE46CD}" destId="{44E8D947-69D9-4329-A04F-6907D497E730}" srcOrd="0" destOrd="0" presId="urn:microsoft.com/office/officeart/2005/8/layout/cycle8"/>
    <dgm:cxn modelId="{7D9D524A-6826-4432-85F9-C34B1491AA90}" type="presOf" srcId="{0DFDC824-7AE9-4E04-9CF1-E6DF82FDB4FD}" destId="{CD04255C-E246-47E9-96D0-5C32BE5A3F30}" srcOrd="1" destOrd="0" presId="urn:microsoft.com/office/officeart/2005/8/layout/cycle8"/>
    <dgm:cxn modelId="{403C3B76-BF2E-4B41-8D56-33737F015CB7}" srcId="{7E094D0B-FCF6-477A-A560-0126A3455D9D}" destId="{EA162E54-C3A0-443F-9661-8B2E5D9CD9B7}" srcOrd="1" destOrd="0" parTransId="{FA6794F5-934B-49A6-942A-239DED52415F}" sibTransId="{7E8862C3-B3B9-422E-BA67-46732680AA39}"/>
    <dgm:cxn modelId="{E836C27E-8EBD-4AEB-AD8B-4A9521294E64}" srcId="{7E094D0B-FCF6-477A-A560-0126A3455D9D}" destId="{1807730E-3539-41F4-86C7-3232DDAB96EB}" srcOrd="0" destOrd="0" parTransId="{09AE5F74-A76E-4C24-B592-96CE39A4DE78}" sibTransId="{7BA31DBF-99E8-495D-9AA6-CFF487AD0024}"/>
    <dgm:cxn modelId="{59901D81-1DA1-4983-A86E-4E9003F262F5}" type="presOf" srcId="{1807730E-3539-41F4-86C7-3232DDAB96EB}" destId="{BB119919-238C-4469-9D38-17FEB7C12134}" srcOrd="1" destOrd="0" presId="urn:microsoft.com/office/officeart/2005/8/layout/cycle8"/>
    <dgm:cxn modelId="{E4D497A7-8314-4225-9F86-433BC6578D29}" type="presOf" srcId="{1807730E-3539-41F4-86C7-3232DDAB96EB}" destId="{C896C91C-8042-49B3-BD79-2A9D0E9715A5}" srcOrd="0" destOrd="0" presId="urn:microsoft.com/office/officeart/2005/8/layout/cycle8"/>
    <dgm:cxn modelId="{C77242B3-5CCC-4C64-8188-44B455C88F0E}" type="presOf" srcId="{9D72B6F8-A95D-4F74-A14E-63D0D4AE46CD}" destId="{D6248368-EDE5-4A90-9B2B-FF7AE4B3266D}" srcOrd="1" destOrd="0" presId="urn:microsoft.com/office/officeart/2005/8/layout/cycle8"/>
    <dgm:cxn modelId="{C40089B7-7F7B-4F6D-8DA7-FD46D0D5B4BE}" srcId="{7E094D0B-FCF6-477A-A560-0126A3455D9D}" destId="{5D4FA847-D0EC-4E52-90EB-D465023F4716}" srcOrd="2" destOrd="0" parTransId="{A9BA3493-F5F7-46ED-8913-FFE84369DC3E}" sibTransId="{79DB5BEA-3527-4D12-8D27-F8A6D327EC24}"/>
    <dgm:cxn modelId="{8EFB0ABC-B894-41DC-8239-CEF1E4908C44}" type="presOf" srcId="{0DFDC824-7AE9-4E04-9CF1-E6DF82FDB4FD}" destId="{193BF793-DED6-4B1D-915D-EB5123513B56}" srcOrd="0" destOrd="0" presId="urn:microsoft.com/office/officeart/2005/8/layout/cycle8"/>
    <dgm:cxn modelId="{4EE3E4BE-0EA6-4083-8F17-2E4744ADCE9A}" type="presOf" srcId="{EA162E54-C3A0-443F-9661-8B2E5D9CD9B7}" destId="{757853FE-9D4F-4C89-8ADB-BE74BD7D8D22}" srcOrd="1" destOrd="0" presId="urn:microsoft.com/office/officeart/2005/8/layout/cycle8"/>
    <dgm:cxn modelId="{3B1F25C2-F3A1-4A8D-B6A7-690E5645A2CF}" type="presOf" srcId="{5D4FA847-D0EC-4E52-90EB-D465023F4716}" destId="{2F80A323-57E3-4BE0-9FB1-5C649FA0F450}" srcOrd="1" destOrd="0" presId="urn:microsoft.com/office/officeart/2005/8/layout/cycle8"/>
    <dgm:cxn modelId="{CDCCD7CB-6866-40DB-BB49-27B8FFB19D7E}" srcId="{7E094D0B-FCF6-477A-A560-0126A3455D9D}" destId="{9D72B6F8-A95D-4F74-A14E-63D0D4AE46CD}" srcOrd="4" destOrd="0" parTransId="{6C9CB4E3-5F33-484E-AB82-A4F10F2CC76A}" sibTransId="{554D5F49-5B2F-421C-82D0-FD54D7E93439}"/>
    <dgm:cxn modelId="{365B31D2-654D-467B-AFC7-8CF1BF86CC21}" type="presOf" srcId="{7E094D0B-FCF6-477A-A560-0126A3455D9D}" destId="{7CB739A9-AA0C-4808-957A-238725B821B9}" srcOrd="0" destOrd="0" presId="urn:microsoft.com/office/officeart/2005/8/layout/cycle8"/>
    <dgm:cxn modelId="{912119F2-47D5-4B52-BBC9-1625C3D52AA7}" srcId="{7E094D0B-FCF6-477A-A560-0126A3455D9D}" destId="{0DFDC824-7AE9-4E04-9CF1-E6DF82FDB4FD}" srcOrd="3" destOrd="0" parTransId="{63798B2E-7661-43EB-A6BE-87C407ADA044}" sibTransId="{34619DE2-AE8A-4FD7-8B73-57369E085D2A}"/>
    <dgm:cxn modelId="{B7CA7AB6-AEB3-4D78-9375-3406262E62F3}" type="presParOf" srcId="{7CB739A9-AA0C-4808-957A-238725B821B9}" destId="{C896C91C-8042-49B3-BD79-2A9D0E9715A5}" srcOrd="0" destOrd="0" presId="urn:microsoft.com/office/officeart/2005/8/layout/cycle8"/>
    <dgm:cxn modelId="{9C8D23E2-1B43-453F-B466-111E97D9A914}" type="presParOf" srcId="{7CB739A9-AA0C-4808-957A-238725B821B9}" destId="{909674EA-5731-4F5E-A596-3E96257C5A69}" srcOrd="1" destOrd="0" presId="urn:microsoft.com/office/officeart/2005/8/layout/cycle8"/>
    <dgm:cxn modelId="{036D0D7A-814F-4140-90C3-B3647C57200F}" type="presParOf" srcId="{7CB739A9-AA0C-4808-957A-238725B821B9}" destId="{477FD144-8FEC-4E15-BCE2-CECF939E8B3B}" srcOrd="2" destOrd="0" presId="urn:microsoft.com/office/officeart/2005/8/layout/cycle8"/>
    <dgm:cxn modelId="{885D1108-39C5-43A1-BF72-D3CABD9A5D4A}" type="presParOf" srcId="{7CB739A9-AA0C-4808-957A-238725B821B9}" destId="{BB119919-238C-4469-9D38-17FEB7C12134}" srcOrd="3" destOrd="0" presId="urn:microsoft.com/office/officeart/2005/8/layout/cycle8"/>
    <dgm:cxn modelId="{A29F9C63-61B7-4582-95AA-ED9B331C1B77}" type="presParOf" srcId="{7CB739A9-AA0C-4808-957A-238725B821B9}" destId="{B73ED907-0260-43FB-9825-311554C16E62}" srcOrd="4" destOrd="0" presId="urn:microsoft.com/office/officeart/2005/8/layout/cycle8"/>
    <dgm:cxn modelId="{044D2517-39D1-46FF-A792-A9C7DCEB48E0}" type="presParOf" srcId="{7CB739A9-AA0C-4808-957A-238725B821B9}" destId="{CC6BF53E-40D9-43BD-9612-1382F3ADC6C7}" srcOrd="5" destOrd="0" presId="urn:microsoft.com/office/officeart/2005/8/layout/cycle8"/>
    <dgm:cxn modelId="{6B8C82CA-EA4B-4EED-9D4B-786A22810096}" type="presParOf" srcId="{7CB739A9-AA0C-4808-957A-238725B821B9}" destId="{9A1F4D0E-6ADF-462E-AB8D-A24D277907F9}" srcOrd="6" destOrd="0" presId="urn:microsoft.com/office/officeart/2005/8/layout/cycle8"/>
    <dgm:cxn modelId="{7BC99429-D511-43D0-8C28-E86A92797748}" type="presParOf" srcId="{7CB739A9-AA0C-4808-957A-238725B821B9}" destId="{757853FE-9D4F-4C89-8ADB-BE74BD7D8D22}" srcOrd="7" destOrd="0" presId="urn:microsoft.com/office/officeart/2005/8/layout/cycle8"/>
    <dgm:cxn modelId="{EB8CDCCD-8EE9-4E3B-BCB0-E11CF3BB3CB4}" type="presParOf" srcId="{7CB739A9-AA0C-4808-957A-238725B821B9}" destId="{7D89920C-F590-47EE-A0A4-719180EDB1A6}" srcOrd="8" destOrd="0" presId="urn:microsoft.com/office/officeart/2005/8/layout/cycle8"/>
    <dgm:cxn modelId="{DAAF1DD0-58B9-43AE-8C76-6C5A6717A3EB}" type="presParOf" srcId="{7CB739A9-AA0C-4808-957A-238725B821B9}" destId="{243F279C-AFCF-4750-B9C2-901F5B0A6AA8}" srcOrd="9" destOrd="0" presId="urn:microsoft.com/office/officeart/2005/8/layout/cycle8"/>
    <dgm:cxn modelId="{8E599545-D83B-4499-96A5-28940D5F93CD}" type="presParOf" srcId="{7CB739A9-AA0C-4808-957A-238725B821B9}" destId="{3F6485E0-8822-4621-AC8A-8FB2CF7023D5}" srcOrd="10" destOrd="0" presId="urn:microsoft.com/office/officeart/2005/8/layout/cycle8"/>
    <dgm:cxn modelId="{FF6FB740-8621-48AF-8476-A463E0FA4A62}" type="presParOf" srcId="{7CB739A9-AA0C-4808-957A-238725B821B9}" destId="{2F80A323-57E3-4BE0-9FB1-5C649FA0F450}" srcOrd="11" destOrd="0" presId="urn:microsoft.com/office/officeart/2005/8/layout/cycle8"/>
    <dgm:cxn modelId="{0E4F9AEB-7D4D-44C9-9486-01C91ACD0CA3}" type="presParOf" srcId="{7CB739A9-AA0C-4808-957A-238725B821B9}" destId="{193BF793-DED6-4B1D-915D-EB5123513B56}" srcOrd="12" destOrd="0" presId="urn:microsoft.com/office/officeart/2005/8/layout/cycle8"/>
    <dgm:cxn modelId="{E668F843-02D0-4FF4-B270-F8C47E90D266}" type="presParOf" srcId="{7CB739A9-AA0C-4808-957A-238725B821B9}" destId="{9E3E862A-1598-4D5D-90DF-14C16D4A1E9B}" srcOrd="13" destOrd="0" presId="urn:microsoft.com/office/officeart/2005/8/layout/cycle8"/>
    <dgm:cxn modelId="{16D6D234-2E83-421F-AC1D-779C6DF19269}" type="presParOf" srcId="{7CB739A9-AA0C-4808-957A-238725B821B9}" destId="{2A566BE6-3C94-46A1-B84D-ED900C001FC6}" srcOrd="14" destOrd="0" presId="urn:microsoft.com/office/officeart/2005/8/layout/cycle8"/>
    <dgm:cxn modelId="{031D7E48-660F-4324-AD90-7462D68E79E8}" type="presParOf" srcId="{7CB739A9-AA0C-4808-957A-238725B821B9}" destId="{CD04255C-E246-47E9-96D0-5C32BE5A3F30}" srcOrd="15" destOrd="0" presId="urn:microsoft.com/office/officeart/2005/8/layout/cycle8"/>
    <dgm:cxn modelId="{BD040C30-191B-492B-8B0C-E7CE2F5E5F0A}" type="presParOf" srcId="{7CB739A9-AA0C-4808-957A-238725B821B9}" destId="{44E8D947-69D9-4329-A04F-6907D497E730}" srcOrd="16" destOrd="0" presId="urn:microsoft.com/office/officeart/2005/8/layout/cycle8"/>
    <dgm:cxn modelId="{15E21384-60AB-4E08-B513-983E0E6AE70D}" type="presParOf" srcId="{7CB739A9-AA0C-4808-957A-238725B821B9}" destId="{FB68F51A-3C2E-452D-B770-38A8BBB6AAF7}" srcOrd="17" destOrd="0" presId="urn:microsoft.com/office/officeart/2005/8/layout/cycle8"/>
    <dgm:cxn modelId="{00088D14-4543-4400-BE62-E79368CF0044}" type="presParOf" srcId="{7CB739A9-AA0C-4808-957A-238725B821B9}" destId="{AAC607F7-5AD4-42D5-93B7-BC0D21C54C6F}" srcOrd="18" destOrd="0" presId="urn:microsoft.com/office/officeart/2005/8/layout/cycle8"/>
    <dgm:cxn modelId="{F9444BF9-2E91-472A-BC63-C3A2B3D881E6}" type="presParOf" srcId="{7CB739A9-AA0C-4808-957A-238725B821B9}" destId="{D6248368-EDE5-4A90-9B2B-FF7AE4B3266D}" srcOrd="19" destOrd="0" presId="urn:microsoft.com/office/officeart/2005/8/layout/cycle8"/>
    <dgm:cxn modelId="{700CF4A8-7E07-4EAD-AA94-0FCCE809A924}" type="presParOf" srcId="{7CB739A9-AA0C-4808-957A-238725B821B9}" destId="{9BA5E8F1-E896-4BB2-A6C2-90E53DCB9424}" srcOrd="20" destOrd="0" presId="urn:microsoft.com/office/officeart/2005/8/layout/cycle8"/>
    <dgm:cxn modelId="{19DB2EC1-7816-4851-A562-E33882626330}" type="presParOf" srcId="{7CB739A9-AA0C-4808-957A-238725B821B9}" destId="{3D4EB07F-381D-4F9B-81B5-CB2717E53D15}" srcOrd="21" destOrd="0" presId="urn:microsoft.com/office/officeart/2005/8/layout/cycle8"/>
    <dgm:cxn modelId="{77038330-2FC1-4968-AE7E-AF29748ECA11}" type="presParOf" srcId="{7CB739A9-AA0C-4808-957A-238725B821B9}" destId="{B58A1455-645B-48A8-BB07-22CE3CA230AA}" srcOrd="22" destOrd="0" presId="urn:microsoft.com/office/officeart/2005/8/layout/cycle8"/>
    <dgm:cxn modelId="{E96E1ABB-839C-4616-A9C9-5C09AFB1BE42}" type="presParOf" srcId="{7CB739A9-AA0C-4808-957A-238725B821B9}" destId="{6F26BA94-07C9-42FB-8E4D-65BC8294F99C}" srcOrd="23" destOrd="0" presId="urn:microsoft.com/office/officeart/2005/8/layout/cycle8"/>
    <dgm:cxn modelId="{A31948C9-F884-4E7F-B713-42244B9C184D}" type="presParOf" srcId="{7CB739A9-AA0C-4808-957A-238725B821B9}" destId="{F0B54DD5-F752-4239-901A-C38BB2DEF274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795BC-5AEE-4765-96F1-8F064854B43F}">
      <dsp:nvSpPr>
        <dsp:cNvPr id="0" name=""/>
        <dsp:cNvSpPr/>
      </dsp:nvSpPr>
      <dsp:spPr>
        <a:xfrm>
          <a:off x="822959" y="0"/>
          <a:ext cx="9326880" cy="4379912"/>
        </a:xfrm>
        <a:prstGeom prst="rightArrow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99CAD8-5237-4B68-936F-1D4C80CF644A}">
      <dsp:nvSpPr>
        <dsp:cNvPr id="0" name=""/>
        <dsp:cNvSpPr/>
      </dsp:nvSpPr>
      <dsp:spPr>
        <a:xfrm>
          <a:off x="4855" y="1313973"/>
          <a:ext cx="210260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noProof="0" dirty="0"/>
            <a:t>Grundlæggende it-sikkerhed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noProof="0" dirty="0"/>
            <a:t>Uge 5-9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noProof="0" dirty="0"/>
            <a:t>Trusler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noProof="0" dirty="0"/>
            <a:t>Sårbarheder</a:t>
          </a:r>
        </a:p>
      </dsp:txBody>
      <dsp:txXfrm>
        <a:off x="90379" y="1399497"/>
        <a:ext cx="1931558" cy="1580916"/>
      </dsp:txXfrm>
    </dsp:sp>
    <dsp:sp modelId="{A6045007-CE6D-4AC4-A22C-5A0BD8A0932D}">
      <dsp:nvSpPr>
        <dsp:cNvPr id="0" name=""/>
        <dsp:cNvSpPr/>
      </dsp:nvSpPr>
      <dsp:spPr>
        <a:xfrm>
          <a:off x="2219976" y="1313973"/>
          <a:ext cx="210260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noProof="0" dirty="0"/>
            <a:t>Tekniske aspekter af it-sikkerhed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noProof="0" dirty="0"/>
            <a:t>Uge 10-11, 13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noProof="0" dirty="0"/>
            <a:t>Adgangskontrol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noProof="0" dirty="0"/>
            <a:t>Kryptografi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noProof="0" dirty="0"/>
            <a:t>Netværkssikkerhed</a:t>
          </a:r>
        </a:p>
      </dsp:txBody>
      <dsp:txXfrm>
        <a:off x="2305500" y="1399497"/>
        <a:ext cx="1931558" cy="1580916"/>
      </dsp:txXfrm>
    </dsp:sp>
    <dsp:sp modelId="{5E3BD372-0009-4DDB-88F9-0C77B666930A}">
      <dsp:nvSpPr>
        <dsp:cNvPr id="0" name=""/>
        <dsp:cNvSpPr/>
      </dsp:nvSpPr>
      <dsp:spPr>
        <a:xfrm>
          <a:off x="4435096" y="1313973"/>
          <a:ext cx="210260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noProof="0" dirty="0"/>
            <a:t>Sikker systemudvikling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noProof="0" dirty="0"/>
            <a:t>Uge 12, 15-17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noProof="0" dirty="0"/>
            <a:t>Krav og design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noProof="0" dirty="0"/>
            <a:t>Brugere og sikkerhed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noProof="0" dirty="0"/>
            <a:t>Mini-projekt</a:t>
          </a:r>
        </a:p>
      </dsp:txBody>
      <dsp:txXfrm>
        <a:off x="4520620" y="1399497"/>
        <a:ext cx="1931558" cy="1580916"/>
      </dsp:txXfrm>
    </dsp:sp>
    <dsp:sp modelId="{1D3D1B56-66CB-4E84-AEBF-44F3C409A65B}">
      <dsp:nvSpPr>
        <dsp:cNvPr id="0" name=""/>
        <dsp:cNvSpPr/>
      </dsp:nvSpPr>
      <dsp:spPr>
        <a:xfrm>
          <a:off x="6650217" y="1313973"/>
          <a:ext cx="210260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noProof="0" dirty="0"/>
            <a:t>Kvalitetssikring og sikkerhed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noProof="0" dirty="0"/>
            <a:t>Uge 18-19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noProof="0" dirty="0"/>
            <a:t>Evaluering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noProof="0" dirty="0"/>
            <a:t>Test</a:t>
          </a:r>
        </a:p>
      </dsp:txBody>
      <dsp:txXfrm>
        <a:off x="6735741" y="1399497"/>
        <a:ext cx="1931558" cy="1580916"/>
      </dsp:txXfrm>
    </dsp:sp>
    <dsp:sp modelId="{B03F450B-E8B4-4CAC-BE04-9FA4881E5FCF}">
      <dsp:nvSpPr>
        <dsp:cNvPr id="0" name=""/>
        <dsp:cNvSpPr/>
      </dsp:nvSpPr>
      <dsp:spPr>
        <a:xfrm>
          <a:off x="8865337" y="1313973"/>
          <a:ext cx="2102606" cy="175196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noProof="0" dirty="0"/>
            <a:t>Privatliv, etik og GDPR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da-DK" sz="1300" b="1" kern="1200" noProof="0" dirty="0"/>
            <a:t>Uge 21-22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noProof="0" dirty="0"/>
            <a:t>Etik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noProof="0" dirty="0"/>
            <a:t>Ansvar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300" kern="1200" noProof="0" dirty="0"/>
            <a:t>Lovgivning</a:t>
          </a:r>
        </a:p>
      </dsp:txBody>
      <dsp:txXfrm>
        <a:off x="8950861" y="1399497"/>
        <a:ext cx="1931558" cy="15809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804301-3C42-4A96-B704-AAD888BBDBF4}">
      <dsp:nvSpPr>
        <dsp:cNvPr id="0" name=""/>
        <dsp:cNvSpPr/>
      </dsp:nvSpPr>
      <dsp:spPr>
        <a:xfrm>
          <a:off x="102870" y="2896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3000" b="0" i="0" kern="1200" dirty="0"/>
            <a:t>Vis altid:</a:t>
          </a:r>
          <a:endParaRPr lang="da-DK" sz="30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2300" b="0" i="0" kern="1200" dirty="0"/>
            <a:t>generiske fejlmeddelelser til brugeren</a:t>
          </a:r>
          <a:endParaRPr lang="da-DK" sz="2300" kern="1200" dirty="0"/>
        </a:p>
      </dsp:txBody>
      <dsp:txXfrm>
        <a:off x="102870" y="2896"/>
        <a:ext cx="3364706" cy="2018823"/>
      </dsp:txXfrm>
    </dsp:sp>
    <dsp:sp modelId="{9D918CE9-6F2F-4665-814C-3B53C06F653B}">
      <dsp:nvSpPr>
        <dsp:cNvPr id="0" name=""/>
        <dsp:cNvSpPr/>
      </dsp:nvSpPr>
      <dsp:spPr>
        <a:xfrm>
          <a:off x="3804046" y="2896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3000" b="0" i="0" kern="1200" dirty="0"/>
            <a:t>Log i stedet: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2300" b="0" i="0" kern="1200"/>
            <a:t>detaljerede fejl</a:t>
          </a:r>
          <a:endParaRPr lang="da-DK" sz="2300" b="0" i="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2300" b="0" i="0" kern="1200" dirty="0"/>
            <a:t>kun serverside</a:t>
          </a:r>
        </a:p>
      </dsp:txBody>
      <dsp:txXfrm>
        <a:off x="3804046" y="2896"/>
        <a:ext cx="3364706" cy="2018823"/>
      </dsp:txXfrm>
    </dsp:sp>
    <dsp:sp modelId="{392559A0-D2F0-4ED4-B2BB-0D06F60DB501}">
      <dsp:nvSpPr>
        <dsp:cNvPr id="0" name=""/>
        <dsp:cNvSpPr/>
      </dsp:nvSpPr>
      <dsp:spPr>
        <a:xfrm>
          <a:off x="7505223" y="2896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3000" b="0" i="0" kern="1200" dirty="0"/>
            <a:t>Undgå: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2300" b="0" i="0" kern="1200" dirty="0" err="1"/>
            <a:t>stack</a:t>
          </a:r>
          <a:r>
            <a:rPr lang="da-DK" sz="2300" b="0" i="0" kern="1200" dirty="0"/>
            <a:t> traces i browseren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2300" b="0" i="0" kern="1200" dirty="0"/>
            <a:t>anden teknisk information i browseren</a:t>
          </a:r>
        </a:p>
      </dsp:txBody>
      <dsp:txXfrm>
        <a:off x="7505223" y="2896"/>
        <a:ext cx="3364706" cy="2018823"/>
      </dsp:txXfrm>
    </dsp:sp>
    <dsp:sp modelId="{248BC3CB-198B-4B60-BD30-4D8009A2BD1D}">
      <dsp:nvSpPr>
        <dsp:cNvPr id="0" name=""/>
        <dsp:cNvSpPr/>
      </dsp:nvSpPr>
      <dsp:spPr>
        <a:xfrm>
          <a:off x="1953458" y="2358191"/>
          <a:ext cx="3364706" cy="20188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da-DK" sz="3000" b="0" i="0" kern="1200" dirty="0"/>
            <a:t>Brug: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2300" b="0" i="0" kern="1200"/>
            <a:t>globale error handlers</a:t>
          </a:r>
          <a:endParaRPr lang="da-DK" sz="2300" b="0" i="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2300" b="0" i="0" kern="1200" dirty="0"/>
            <a:t>ensartede HTTP‑statuskoder</a:t>
          </a:r>
        </a:p>
      </dsp:txBody>
      <dsp:txXfrm>
        <a:off x="1953458" y="2358191"/>
        <a:ext cx="3364706" cy="2018823"/>
      </dsp:txXfrm>
    </dsp:sp>
    <dsp:sp modelId="{909C6F8E-534D-42B7-B882-825EC0684BDB}">
      <dsp:nvSpPr>
        <dsp:cNvPr id="0" name=""/>
        <dsp:cNvSpPr/>
      </dsp:nvSpPr>
      <dsp:spPr>
        <a:xfrm>
          <a:off x="5654635" y="2358191"/>
          <a:ext cx="3364706" cy="2018823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b="0" i="0" kern="1200"/>
            <a:t>Afslører fejlmeddelelser noget om systemets opbygning?</a:t>
          </a:r>
          <a:endParaRPr lang="da-DK" sz="3000" b="0" i="0" kern="1200" dirty="0"/>
        </a:p>
      </dsp:txBody>
      <dsp:txXfrm>
        <a:off x="5654635" y="2358191"/>
        <a:ext cx="3364706" cy="20188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6C91C-8042-49B3-BD79-2A9D0E9715A5}">
      <dsp:nvSpPr>
        <dsp:cNvPr id="0" name=""/>
        <dsp:cNvSpPr/>
      </dsp:nvSpPr>
      <dsp:spPr>
        <a:xfrm>
          <a:off x="920720" y="268659"/>
          <a:ext cx="3645789" cy="3645789"/>
        </a:xfrm>
        <a:prstGeom prst="pie">
          <a:avLst>
            <a:gd name="adj1" fmla="val 16200000"/>
            <a:gd name="adj2" fmla="val 2052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0" i="0" kern="1200" noProof="0" dirty="0"/>
            <a:t>1. Rekognoscering af målet</a:t>
          </a:r>
          <a:endParaRPr lang="da-DK" sz="1400" kern="1200" noProof="0" dirty="0"/>
        </a:p>
      </dsp:txBody>
      <dsp:txXfrm>
        <a:off x="2822606" y="881499"/>
        <a:ext cx="1171860" cy="781240"/>
      </dsp:txXfrm>
    </dsp:sp>
    <dsp:sp modelId="{B73ED907-0260-43FB-9825-311554C16E62}">
      <dsp:nvSpPr>
        <dsp:cNvPr id="0" name=""/>
        <dsp:cNvSpPr/>
      </dsp:nvSpPr>
      <dsp:spPr>
        <a:xfrm>
          <a:off x="951969" y="365880"/>
          <a:ext cx="3645789" cy="3645789"/>
        </a:xfrm>
        <a:prstGeom prst="pie">
          <a:avLst>
            <a:gd name="adj1" fmla="val 20520000"/>
            <a:gd name="adj2" fmla="val 324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kern="1200" noProof="0" dirty="0"/>
            <a:t>2. Analyse af angrebsfladen</a:t>
          </a:r>
        </a:p>
      </dsp:txBody>
      <dsp:txXfrm>
        <a:off x="3300031" y="2031659"/>
        <a:ext cx="1085056" cy="868045"/>
      </dsp:txXfrm>
    </dsp:sp>
    <dsp:sp modelId="{7D89920C-F590-47EE-A0A4-719180EDB1A6}">
      <dsp:nvSpPr>
        <dsp:cNvPr id="0" name=""/>
        <dsp:cNvSpPr/>
      </dsp:nvSpPr>
      <dsp:spPr>
        <a:xfrm>
          <a:off x="869505" y="425776"/>
          <a:ext cx="3645789" cy="3645789"/>
        </a:xfrm>
        <a:prstGeom prst="pie">
          <a:avLst>
            <a:gd name="adj1" fmla="val 3240000"/>
            <a:gd name="adj2" fmla="val 756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0" i="0" kern="1200" noProof="0" dirty="0"/>
            <a:t>3. Udnyttelse af sårbarheder</a:t>
          </a:r>
          <a:endParaRPr lang="da-DK" sz="1400" kern="1200" noProof="0" dirty="0"/>
        </a:p>
      </dsp:txBody>
      <dsp:txXfrm>
        <a:off x="2171573" y="2986508"/>
        <a:ext cx="1041654" cy="954849"/>
      </dsp:txXfrm>
    </dsp:sp>
    <dsp:sp modelId="{193BF793-DED6-4B1D-915D-EB5123513B56}">
      <dsp:nvSpPr>
        <dsp:cNvPr id="0" name=""/>
        <dsp:cNvSpPr/>
      </dsp:nvSpPr>
      <dsp:spPr>
        <a:xfrm>
          <a:off x="787041" y="365880"/>
          <a:ext cx="3645789" cy="3645789"/>
        </a:xfrm>
        <a:prstGeom prst="pie">
          <a:avLst>
            <a:gd name="adj1" fmla="val 7560000"/>
            <a:gd name="adj2" fmla="val 1188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0" i="0" kern="1200" noProof="0" dirty="0"/>
            <a:t>4. Analyse</a:t>
          </a:r>
          <a:endParaRPr lang="da-DK" sz="1400" kern="1200" noProof="0" dirty="0"/>
        </a:p>
      </dsp:txBody>
      <dsp:txXfrm>
        <a:off x="999712" y="2031659"/>
        <a:ext cx="1085056" cy="868045"/>
      </dsp:txXfrm>
    </dsp:sp>
    <dsp:sp modelId="{44E8D947-69D9-4329-A04F-6907D497E730}">
      <dsp:nvSpPr>
        <dsp:cNvPr id="0" name=""/>
        <dsp:cNvSpPr/>
      </dsp:nvSpPr>
      <dsp:spPr>
        <a:xfrm>
          <a:off x="818290" y="268659"/>
          <a:ext cx="3645789" cy="3645789"/>
        </a:xfrm>
        <a:prstGeom prst="pie">
          <a:avLst>
            <a:gd name="adj1" fmla="val 1188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0" i="0" kern="1200" noProof="0"/>
            <a:t>5. Rapportering</a:t>
          </a:r>
          <a:endParaRPr lang="da-DK" sz="1400" kern="1200" noProof="0" dirty="0"/>
        </a:p>
      </dsp:txBody>
      <dsp:txXfrm>
        <a:off x="1390332" y="881499"/>
        <a:ext cx="1171860" cy="781240"/>
      </dsp:txXfrm>
    </dsp:sp>
    <dsp:sp modelId="{9BA5E8F1-E896-4BB2-A6C2-90E53DCB9424}">
      <dsp:nvSpPr>
        <dsp:cNvPr id="0" name=""/>
        <dsp:cNvSpPr/>
      </dsp:nvSpPr>
      <dsp:spPr>
        <a:xfrm>
          <a:off x="694856" y="42968"/>
          <a:ext cx="4097172" cy="4097172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EB07F-381D-4F9B-81B5-CB2717E53D15}">
      <dsp:nvSpPr>
        <dsp:cNvPr id="0" name=""/>
        <dsp:cNvSpPr/>
      </dsp:nvSpPr>
      <dsp:spPr>
        <a:xfrm>
          <a:off x="726530" y="140157"/>
          <a:ext cx="4097172" cy="4097172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A1455-645B-48A8-BB07-22CE3CA230AA}">
      <dsp:nvSpPr>
        <dsp:cNvPr id="0" name=""/>
        <dsp:cNvSpPr/>
      </dsp:nvSpPr>
      <dsp:spPr>
        <a:xfrm>
          <a:off x="643813" y="200235"/>
          <a:ext cx="4097172" cy="4097172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6BA94-07C9-42FB-8E4D-65BC8294F99C}">
      <dsp:nvSpPr>
        <dsp:cNvPr id="0" name=""/>
        <dsp:cNvSpPr/>
      </dsp:nvSpPr>
      <dsp:spPr>
        <a:xfrm>
          <a:off x="561097" y="140157"/>
          <a:ext cx="4097172" cy="4097172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B54DD5-F752-4239-901A-C38BB2DEF274}">
      <dsp:nvSpPr>
        <dsp:cNvPr id="0" name=""/>
        <dsp:cNvSpPr/>
      </dsp:nvSpPr>
      <dsp:spPr>
        <a:xfrm>
          <a:off x="592770" y="42968"/>
          <a:ext cx="4097172" cy="4097172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E2BC5-0C4B-4A2D-9324-9C7F3C92864C}" type="datetimeFigureOut">
              <a:rPr lang="da-DK" smtClean="0"/>
              <a:t>07-05-2026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EFC3-19E6-4CC4-A44F-FC69B4DCB28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690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5/7/2026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5/7/2026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5/7/2026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5/7/2026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5/7/2026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5/7/2026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5/7/2026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5/7/2026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5/7/2026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5/7/2026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5/7/2026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5/7/2026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6190067"/>
            <a:ext cx="12192000" cy="66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9" name="Google Shape;29;p4" descr="{&quot;templafy&quot;:{&quot;id&quot;:&quot;43ceaf7c-c121-410b-a8f1-4905349c9834&quot;}}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0567" y="6403467"/>
            <a:ext cx="994035" cy="2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74833" y="767933"/>
            <a:ext cx="11254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69229" y="2127700"/>
            <a:ext cx="104732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979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5/7/2026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  <p:sldLayoutId id="2147483683" r:id="rId13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heatsheetseries.owasp.org/cheatsheets/Error_Handling_Cheat_Sheet.html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9E691A-7678-B135-1F00-B721DC90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Semesterplan – Hvor er vi nu?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93E087D4-9B93-5397-1B3B-201AA66A5C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6057625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il: nedad 2">
            <a:extLst>
              <a:ext uri="{FF2B5EF4-FFF2-40B4-BE49-F238E27FC236}">
                <a16:creationId xmlns:a16="http://schemas.microsoft.com/office/drawing/2014/main" id="{B4717C50-A4AB-A97C-2B10-F7DB959B5CD2}"/>
              </a:ext>
            </a:extLst>
          </p:cNvPr>
          <p:cNvSpPr/>
          <p:nvPr/>
        </p:nvSpPr>
        <p:spPr>
          <a:xfrm>
            <a:off x="8572500" y="2002536"/>
            <a:ext cx="393192" cy="7772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4060648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C17FE-0A31-F734-E07C-B0F43FF71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Opfølgning på OWASP Juice Shop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01C4CA9-8E49-053F-6BAC-8CA5F532F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08" y="1264699"/>
            <a:ext cx="5914002" cy="2957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466720D3-14F9-7BF3-DA2A-55ADA8A32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61841"/>
            <a:ext cx="9906000" cy="2190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2517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noProof="0" dirty="0"/>
              <a:t>Penetration </a:t>
            </a:r>
            <a:r>
              <a:rPr lang="da-DK" noProof="0" dirty="0" err="1"/>
              <a:t>testing</a:t>
            </a:r>
            <a:endParaRPr lang="da-DK" noProof="0" dirty="0"/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/>
              <a:t>Pedersen og Vandrup kapitel 7</a:t>
            </a:r>
          </a:p>
          <a:p>
            <a:r>
              <a:rPr lang="da-DK" noProof="0" dirty="0">
                <a:hlinkClick r:id="rId2"/>
              </a:rPr>
              <a:t>https://cheatsheetseries.owasp.org/cheatsheets/Error_Handling_Cheat_Sheet.html</a:t>
            </a:r>
            <a:r>
              <a:rPr lang="da-DK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0FBF2A-9B32-F456-D5DC-E1FA015AA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Hvorfor er fejlhåndtering et problem?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E6B9FF5B-B330-CC24-F21B-5ABFC9393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noProof="0" dirty="0"/>
              <a:t>Teori</a:t>
            </a: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698CECA4-FA35-B98E-0AF9-0425B12F4C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a-DK" noProof="0" dirty="0"/>
              <a:t>Fejlmeddelelser kan utilsigtet afsløre intern systeminformation</a:t>
            </a:r>
          </a:p>
          <a:p>
            <a:r>
              <a:rPr lang="da-DK" noProof="0" dirty="0"/>
              <a:t>Oplysninger som:</a:t>
            </a:r>
          </a:p>
          <a:p>
            <a:pPr lvl="1"/>
            <a:r>
              <a:rPr lang="da-DK" noProof="0" dirty="0"/>
              <a:t>Filstier</a:t>
            </a:r>
          </a:p>
          <a:p>
            <a:pPr lvl="1"/>
            <a:r>
              <a:rPr lang="da-DK" noProof="0" dirty="0"/>
              <a:t>database‑navne</a:t>
            </a:r>
          </a:p>
          <a:p>
            <a:pPr lvl="1"/>
            <a:r>
              <a:rPr lang="da-DK" noProof="0" dirty="0"/>
              <a:t>SQL‑forespørgsler</a:t>
            </a:r>
          </a:p>
          <a:p>
            <a:pPr lvl="1"/>
            <a:r>
              <a:rPr lang="da-DK" noProof="0" dirty="0" err="1"/>
              <a:t>stack</a:t>
            </a:r>
            <a:r>
              <a:rPr lang="da-DK" noProof="0" dirty="0"/>
              <a:t> traces</a:t>
            </a:r>
          </a:p>
          <a:p>
            <a:r>
              <a:rPr lang="da-DK" noProof="0" dirty="0"/>
              <a:t>Kaldes </a:t>
            </a:r>
            <a:r>
              <a:rPr lang="da-DK" i="1" noProof="0" dirty="0"/>
              <a:t>Information Disclosure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467F992C-5680-CCC7-791A-4019DB010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noProof="0" dirty="0"/>
              <a:t>Typisk konsekvens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A2033456-1154-F4F3-BF20-3A3BAEC50D4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noProof="0" dirty="0"/>
              <a:t>Hjælper angriberen med:</a:t>
            </a:r>
          </a:p>
          <a:p>
            <a:r>
              <a:rPr lang="da-DK" noProof="0" dirty="0"/>
              <a:t>Rekognoscering</a:t>
            </a:r>
          </a:p>
          <a:p>
            <a:r>
              <a:rPr lang="da-DK" noProof="0" dirty="0"/>
              <a:t>Målrettede angreb</a:t>
            </a:r>
          </a:p>
          <a:p>
            <a:r>
              <a:rPr lang="da-DK" noProof="0" dirty="0"/>
              <a:t>Udnyttelse af andre sårbarheder</a:t>
            </a:r>
          </a:p>
        </p:txBody>
      </p:sp>
    </p:spTree>
    <p:extLst>
      <p:ext uri="{BB962C8B-B14F-4D97-AF65-F5344CB8AC3E}">
        <p14:creationId xmlns:p14="http://schemas.microsoft.com/office/powerpoint/2010/main" val="606805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AE1A09-2A13-58A1-AE97-32C50D98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Best practices fra OWASP (sikkert design)</a:t>
            </a:r>
          </a:p>
        </p:txBody>
      </p:sp>
      <p:graphicFrame>
        <p:nvGraphicFramePr>
          <p:cNvPr id="8" name="Pladsholder til indhold 7">
            <a:extLst>
              <a:ext uri="{FF2B5EF4-FFF2-40B4-BE49-F238E27FC236}">
                <a16:creationId xmlns:a16="http://schemas.microsoft.com/office/drawing/2014/main" id="{3380A9DF-290B-3FD4-C118-7A5E9C476B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2092301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5217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E1F024-592E-932E-59DF-A9DABEF8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Eksempel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82657E9-E2DE-D760-E8FE-6732B964D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noProof="0" dirty="0"/>
              <a:t>Dårlig fejlhåndtering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3B15F11-24DD-7C4B-7C0F-64E09B9D1B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noProof="0" dirty="0"/>
              <a:t>Fejlmeddelelse til brugeren:</a:t>
            </a:r>
          </a:p>
          <a:p>
            <a:pPr marL="0" indent="0">
              <a:buNone/>
            </a:pPr>
            <a:r>
              <a:rPr lang="da-DK" sz="1600" noProof="0" dirty="0" err="1">
                <a:latin typeface="Consolas" panose="020B0609020204030204" pitchFamily="49" charset="0"/>
              </a:rPr>
              <a:t>SQLException</a:t>
            </a:r>
            <a:r>
              <a:rPr lang="da-DK" sz="1600" noProof="0" dirty="0">
                <a:latin typeface="Consolas" panose="020B0609020204030204" pitchFamily="49" charset="0"/>
              </a:rPr>
              <a:t>: </a:t>
            </a:r>
            <a:r>
              <a:rPr lang="da-DK" sz="1600" noProof="0" dirty="0" err="1">
                <a:latin typeface="Consolas" panose="020B0609020204030204" pitchFamily="49" charset="0"/>
              </a:rPr>
              <a:t>syntax</a:t>
            </a:r>
            <a:r>
              <a:rPr lang="da-DK" sz="1600" noProof="0" dirty="0">
                <a:latin typeface="Consolas" panose="020B0609020204030204" pitchFamily="49" charset="0"/>
              </a:rPr>
              <a:t> </a:t>
            </a:r>
            <a:r>
              <a:rPr lang="da-DK" sz="1600" noProof="0" dirty="0" err="1">
                <a:latin typeface="Consolas" panose="020B0609020204030204" pitchFamily="49" charset="0"/>
              </a:rPr>
              <a:t>error</a:t>
            </a:r>
            <a:r>
              <a:rPr lang="da-DK" sz="1600" noProof="0" dirty="0">
                <a:latin typeface="Consolas" panose="020B0609020204030204" pitchFamily="49" charset="0"/>
              </a:rPr>
              <a:t> </a:t>
            </a:r>
            <a:r>
              <a:rPr lang="da-DK" sz="1600" noProof="0" dirty="0" err="1">
                <a:latin typeface="Consolas" panose="020B0609020204030204" pitchFamily="49" charset="0"/>
              </a:rPr>
              <a:t>near</a:t>
            </a:r>
            <a:r>
              <a:rPr lang="da-DK" sz="1600" noProof="0" dirty="0">
                <a:latin typeface="Consolas" panose="020B0609020204030204" pitchFamily="49" charset="0"/>
              </a:rPr>
              <a:t> 'OR 1=1’</a:t>
            </a:r>
          </a:p>
          <a:p>
            <a:pPr marL="0" indent="0">
              <a:buNone/>
            </a:pPr>
            <a:r>
              <a:rPr lang="da-DK" sz="1600" noProof="0" dirty="0">
                <a:latin typeface="Consolas" panose="020B0609020204030204" pitchFamily="49" charset="0"/>
              </a:rPr>
              <a:t>File: /var/www/app/login.js line 42</a:t>
            </a:r>
          </a:p>
          <a:p>
            <a:pPr marL="0" indent="0">
              <a:buNone/>
            </a:pPr>
            <a:endParaRPr lang="da-DK" noProof="0" dirty="0"/>
          </a:p>
          <a:p>
            <a:pPr marL="0" indent="0">
              <a:buNone/>
            </a:pPr>
            <a:r>
              <a:rPr lang="da-DK" noProof="0" dirty="0"/>
              <a:t>Afslører:</a:t>
            </a:r>
          </a:p>
          <a:p>
            <a:r>
              <a:rPr lang="da-DK" noProof="0" dirty="0"/>
              <a:t>at der bruges SQL</a:t>
            </a:r>
          </a:p>
          <a:p>
            <a:r>
              <a:rPr lang="da-DK" noProof="0" dirty="0" err="1"/>
              <a:t>backend</a:t>
            </a:r>
            <a:r>
              <a:rPr lang="da-DK" noProof="0" dirty="0"/>
              <a:t>‑teknologi</a:t>
            </a:r>
          </a:p>
          <a:p>
            <a:r>
              <a:rPr lang="da-DK" noProof="0" dirty="0"/>
              <a:t>præcis kodeplacering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F70E5A60-5F0C-3BF0-21C5-D06333C06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sz="2800" noProof="0" dirty="0"/>
              <a:t>God fejlhåndtering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36C2BC1-C89A-D05D-26F4-F31CE2B6499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noProof="0" dirty="0"/>
              <a:t>Fejlmeddelelse til brugeren:</a:t>
            </a:r>
          </a:p>
          <a:p>
            <a:pPr marL="0" indent="0">
              <a:buNone/>
            </a:pPr>
            <a:r>
              <a:rPr lang="da-DK" i="1" noProof="0" dirty="0"/>
              <a:t>Der opstod en fejl. Prøv igen senere.</a:t>
            </a:r>
          </a:p>
          <a:p>
            <a:pPr marL="0" indent="0">
              <a:buNone/>
            </a:pPr>
            <a:endParaRPr lang="da-DK" noProof="0" dirty="0"/>
          </a:p>
          <a:p>
            <a:pPr marL="0" indent="0">
              <a:buNone/>
            </a:pPr>
            <a:r>
              <a:rPr lang="da-DK" noProof="0" dirty="0"/>
              <a:t>Samtidig internt (log):</a:t>
            </a:r>
          </a:p>
          <a:p>
            <a:r>
              <a:rPr lang="da-DK" noProof="0" dirty="0"/>
              <a:t>Teknisk fejlbesked: </a:t>
            </a:r>
            <a:r>
              <a:rPr lang="da-DK" noProof="0" dirty="0" err="1"/>
              <a:t>stack</a:t>
            </a:r>
            <a:r>
              <a:rPr lang="da-DK" noProof="0" dirty="0"/>
              <a:t> trace</a:t>
            </a:r>
          </a:p>
          <a:p>
            <a:r>
              <a:rPr lang="da-DK" noProof="0" dirty="0"/>
              <a:t>Tidspunkt, </a:t>
            </a:r>
            <a:r>
              <a:rPr lang="da-DK" noProof="0" dirty="0" err="1"/>
              <a:t>bruger‑ID</a:t>
            </a:r>
            <a:r>
              <a:rPr lang="da-DK" noProof="0" dirty="0"/>
              <a:t>, </a:t>
            </a:r>
            <a:r>
              <a:rPr lang="da-DK" noProof="0" dirty="0" err="1"/>
              <a:t>request</a:t>
            </a:r>
            <a:r>
              <a:rPr lang="da-DK" noProof="0" dirty="0"/>
              <a:t>‑ID </a:t>
            </a:r>
          </a:p>
          <a:p>
            <a:pPr marL="0" indent="0">
              <a:buNone/>
            </a:pPr>
            <a:r>
              <a:rPr lang="da-DK" noProof="0" dirty="0"/>
              <a:t>Separation af brugerfeedback og teknisk information</a:t>
            </a:r>
          </a:p>
        </p:txBody>
      </p:sp>
    </p:spTree>
    <p:extLst>
      <p:ext uri="{BB962C8B-B14F-4D97-AF65-F5344CB8AC3E}">
        <p14:creationId xmlns:p14="http://schemas.microsoft.com/office/powerpoint/2010/main" val="861192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02901-15EA-7EF8-B64E-18FC3547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 err="1"/>
              <a:t>Pentest</a:t>
            </a:r>
            <a:r>
              <a:rPr lang="da-DK" noProof="0" dirty="0"/>
              <a:t>-cirklen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98A0ABFD-C9C5-7C18-D57C-638C1E3B69E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92759225"/>
              </p:ext>
            </p:extLst>
          </p:nvPr>
        </p:nvGraphicFramePr>
        <p:xfrm>
          <a:off x="609600" y="1465263"/>
          <a:ext cx="5384800" cy="4340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858184-F970-BBE0-6F34-B0D5A25804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317218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28A47-1F3F-2638-6A8A-E9B845D07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Angrebsflade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6096F6-2978-F034-7C04-98C632C024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noProof="0" dirty="0"/>
              <a:t>Definition</a:t>
            </a:r>
            <a:r>
              <a:rPr lang="da-DK" noProof="0" dirty="0"/>
              <a:t>: De steder (systemer og komponenter) som en trussel kan ramme</a:t>
            </a:r>
          </a:p>
          <a:p>
            <a:pPr marL="0" indent="0">
              <a:buNone/>
            </a:pPr>
            <a:endParaRPr lang="da-DK" noProof="0" dirty="0"/>
          </a:p>
          <a:p>
            <a:pPr marL="0" indent="0">
              <a:buNone/>
            </a:pPr>
            <a:r>
              <a:rPr lang="da-DK" noProof="0" dirty="0"/>
              <a:t>Intentionelle trusler søger efter sårbarheder i angrebsfladerne. Det er altså de potentielle svagheder.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9AE2EBE-067E-A03D-4A1C-773B227F5A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noProof="0" dirty="0"/>
              <a:t>Eksempler</a:t>
            </a:r>
            <a:r>
              <a:rPr lang="da-DK" noProof="0" dirty="0"/>
              <a:t>:</a:t>
            </a:r>
          </a:p>
          <a:p>
            <a:r>
              <a:rPr lang="da-DK" noProof="0" dirty="0"/>
              <a:t>E-mailservere</a:t>
            </a:r>
          </a:p>
          <a:p>
            <a:r>
              <a:rPr lang="da-DK" noProof="0" dirty="0"/>
              <a:t>Konti på sociale medier</a:t>
            </a:r>
          </a:p>
          <a:p>
            <a:r>
              <a:rPr lang="da-DK" noProof="0" dirty="0"/>
              <a:t>Hjemmesider</a:t>
            </a:r>
          </a:p>
          <a:p>
            <a:r>
              <a:rPr lang="da-DK" noProof="0" dirty="0"/>
              <a:t>Virksomhedsnetværk (VPN)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EC0DD1BC-EDFF-935B-572D-75A807DB7914}"/>
              </a:ext>
            </a:extLst>
          </p:cNvPr>
          <p:cNvSpPr txBox="1"/>
          <p:nvPr/>
        </p:nvSpPr>
        <p:spPr>
          <a:xfrm rot="880197">
            <a:off x="10741795" y="381123"/>
            <a:ext cx="116044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noProof="0" dirty="0"/>
              <a:t>Repetition</a:t>
            </a:r>
          </a:p>
        </p:txBody>
      </p:sp>
    </p:spTree>
    <p:extLst>
      <p:ext uri="{BB962C8B-B14F-4D97-AF65-F5344CB8AC3E}">
        <p14:creationId xmlns:p14="http://schemas.microsoft.com/office/powerpoint/2010/main" val="292289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107AE8-515D-252D-6CF1-FA8B018B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Angrebsvektor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79F3217-7BDB-E727-8468-D6A9EADC0C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noProof="0" dirty="0"/>
              <a:t>Definition</a:t>
            </a:r>
            <a:r>
              <a:rPr lang="da-DK" noProof="0" dirty="0"/>
              <a:t>: Konkret metode til at trænge ind via tekniske eller organisatoriske sårbarheder</a:t>
            </a:r>
          </a:p>
          <a:p>
            <a:pPr marL="0" indent="0">
              <a:buNone/>
            </a:pPr>
            <a:endParaRPr lang="da-DK" noProof="0" dirty="0"/>
          </a:p>
          <a:p>
            <a:pPr marL="0" indent="0">
              <a:buNone/>
            </a:pPr>
            <a:r>
              <a:rPr lang="da-DK" noProof="0" dirty="0"/>
              <a:t>Vektor: Kan være flere sårbarheder i sammenhæng. Det er den faktiske vej, angriberen vælger for at få adgang.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1BB4886F-7611-8B0A-C578-C26183A6C4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noProof="0" dirty="0"/>
              <a:t>Eksempler</a:t>
            </a:r>
            <a:r>
              <a:rPr lang="da-DK" noProof="0" dirty="0"/>
              <a:t>:</a:t>
            </a:r>
          </a:p>
          <a:p>
            <a:r>
              <a:rPr lang="da-DK" noProof="0" dirty="0"/>
              <a:t>Kompromitteret adgangskode bruges til at få adgang til et netværk via VPN og dermed udføre det faktiske angreb</a:t>
            </a:r>
          </a:p>
          <a:p>
            <a:r>
              <a:rPr lang="da-DK" noProof="0" dirty="0"/>
              <a:t>Udnytte programfejl til skaffe eller slette informationer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7868B6D5-8DC2-5488-BCD9-F783B8174CE4}"/>
              </a:ext>
            </a:extLst>
          </p:cNvPr>
          <p:cNvSpPr txBox="1"/>
          <p:nvPr/>
        </p:nvSpPr>
        <p:spPr>
          <a:xfrm rot="880197">
            <a:off x="10741795" y="381123"/>
            <a:ext cx="116044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noProof="0" dirty="0"/>
              <a:t>Repetition</a:t>
            </a:r>
          </a:p>
        </p:txBody>
      </p:sp>
    </p:spTree>
    <p:extLst>
      <p:ext uri="{BB962C8B-B14F-4D97-AF65-F5344CB8AC3E}">
        <p14:creationId xmlns:p14="http://schemas.microsoft.com/office/powerpoint/2010/main" val="179225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EC981F-58A2-D5DB-D834-5AADDF0E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Trin 1: Rekognoscering (aktiv)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1E98AEC-FDCC-0E1B-2C9B-E61095198F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noProof="0" dirty="0"/>
              <a:t>Mål:</a:t>
            </a:r>
          </a:p>
          <a:p>
            <a:r>
              <a:rPr lang="da-DK" noProof="0" dirty="0"/>
              <a:t>Vil give en ide om </a:t>
            </a:r>
            <a:r>
              <a:rPr lang="da-DK" i="1" noProof="0" dirty="0"/>
              <a:t>angrebsflader </a:t>
            </a:r>
            <a:r>
              <a:rPr lang="da-DK" noProof="0" dirty="0"/>
              <a:t>med mindst beskyttelse</a:t>
            </a:r>
          </a:p>
          <a:p>
            <a:r>
              <a:rPr lang="da-DK" noProof="0" dirty="0"/>
              <a:t>Ud fra dette kan det udledes, hvilke </a:t>
            </a:r>
            <a:r>
              <a:rPr lang="da-DK" i="1" noProof="0" dirty="0"/>
              <a:t>angrebsvektorer </a:t>
            </a:r>
            <a:r>
              <a:rPr lang="da-DK" noProof="0" dirty="0"/>
              <a:t>er mest egnede til et angreb.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933B28B7-8009-B31D-2252-4897D52FDB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noProof="0" dirty="0"/>
              <a:t>Eksempel</a:t>
            </a:r>
          </a:p>
          <a:p>
            <a:pPr marL="0" indent="0">
              <a:buNone/>
            </a:pPr>
            <a:endParaRPr lang="da-DK" sz="1400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─$ </a:t>
            </a:r>
            <a:r>
              <a:rPr lang="da-DK" sz="1400" noProof="0" dirty="0" err="1">
                <a:latin typeface="Consolas" panose="020B0609020204030204" pitchFamily="49" charset="0"/>
              </a:rPr>
              <a:t>nmap</a:t>
            </a:r>
            <a:r>
              <a:rPr lang="da-DK" sz="1400" noProof="0" dirty="0">
                <a:latin typeface="Consolas" panose="020B0609020204030204" pitchFamily="49" charset="0"/>
              </a:rPr>
              <a:t> -</a:t>
            </a:r>
            <a:r>
              <a:rPr lang="da-DK" sz="1400" noProof="0" dirty="0" err="1">
                <a:latin typeface="Consolas" panose="020B0609020204030204" pitchFamily="49" charset="0"/>
              </a:rPr>
              <a:t>sV</a:t>
            </a:r>
            <a:r>
              <a:rPr lang="da-DK" sz="1400" noProof="0" dirty="0">
                <a:latin typeface="Consolas" panose="020B0609020204030204" pitchFamily="49" charset="0"/>
              </a:rPr>
              <a:t> 192.168.56.101</a:t>
            </a:r>
          </a:p>
          <a:p>
            <a:pPr marL="0" indent="0">
              <a:buNone/>
            </a:pPr>
            <a:r>
              <a:rPr lang="da-DK" sz="1400" noProof="0" dirty="0" err="1">
                <a:latin typeface="Consolas" panose="020B0609020204030204" pitchFamily="49" charset="0"/>
              </a:rPr>
              <a:t>Starting</a:t>
            </a:r>
            <a:r>
              <a:rPr lang="da-DK" sz="1400" noProof="0" dirty="0">
                <a:latin typeface="Consolas" panose="020B0609020204030204" pitchFamily="49" charset="0"/>
              </a:rPr>
              <a:t> </a:t>
            </a:r>
            <a:r>
              <a:rPr lang="da-DK" sz="1400" noProof="0" dirty="0" err="1">
                <a:latin typeface="Consolas" panose="020B0609020204030204" pitchFamily="49" charset="0"/>
              </a:rPr>
              <a:t>Nmap</a:t>
            </a:r>
            <a:r>
              <a:rPr lang="da-DK" sz="1400" noProof="0" dirty="0">
                <a:latin typeface="Consolas" panose="020B0609020204030204" pitchFamily="49" charset="0"/>
              </a:rPr>
              <a:t> 7.98 ( https://nmap.org ) at 2026-05-06 04:28 -0400</a:t>
            </a:r>
          </a:p>
          <a:p>
            <a:pPr marL="0" indent="0">
              <a:buNone/>
            </a:pPr>
            <a:r>
              <a:rPr lang="da-DK" sz="1400" noProof="0" dirty="0" err="1">
                <a:latin typeface="Consolas" panose="020B0609020204030204" pitchFamily="49" charset="0"/>
              </a:rPr>
              <a:t>Nmap</a:t>
            </a:r>
            <a:r>
              <a:rPr lang="da-DK" sz="1400" noProof="0" dirty="0">
                <a:latin typeface="Consolas" panose="020B0609020204030204" pitchFamily="49" charset="0"/>
              </a:rPr>
              <a:t> scan </a:t>
            </a:r>
            <a:r>
              <a:rPr lang="da-DK" sz="1400" noProof="0" dirty="0" err="1">
                <a:latin typeface="Consolas" panose="020B0609020204030204" pitchFamily="49" charset="0"/>
              </a:rPr>
              <a:t>report</a:t>
            </a:r>
            <a:r>
              <a:rPr lang="da-DK" sz="1400" noProof="0" dirty="0">
                <a:latin typeface="Consolas" panose="020B0609020204030204" pitchFamily="49" charset="0"/>
              </a:rPr>
              <a:t> for 192.168.56.101</a:t>
            </a: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Host is up (0.0011s </a:t>
            </a:r>
            <a:r>
              <a:rPr lang="da-DK" sz="1400" noProof="0" dirty="0" err="1">
                <a:latin typeface="Consolas" panose="020B0609020204030204" pitchFamily="49" charset="0"/>
              </a:rPr>
              <a:t>latency</a:t>
            </a:r>
            <a:r>
              <a:rPr lang="da-DK" sz="1400" noProof="0" dirty="0">
                <a:latin typeface="Consolas" panose="020B0609020204030204" pitchFamily="49" charset="0"/>
              </a:rPr>
              <a:t>).</a:t>
            </a: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Not </a:t>
            </a:r>
            <a:r>
              <a:rPr lang="da-DK" sz="1400" noProof="0" dirty="0" err="1">
                <a:latin typeface="Consolas" panose="020B0609020204030204" pitchFamily="49" charset="0"/>
              </a:rPr>
              <a:t>shown</a:t>
            </a:r>
            <a:r>
              <a:rPr lang="da-DK" sz="1400" noProof="0" dirty="0">
                <a:latin typeface="Consolas" panose="020B0609020204030204" pitchFamily="49" charset="0"/>
              </a:rPr>
              <a:t>: 977 </a:t>
            </a:r>
            <a:r>
              <a:rPr lang="da-DK" sz="1400" noProof="0" dirty="0" err="1">
                <a:latin typeface="Consolas" panose="020B0609020204030204" pitchFamily="49" charset="0"/>
              </a:rPr>
              <a:t>closed</a:t>
            </a:r>
            <a:r>
              <a:rPr lang="da-DK" sz="1400" noProof="0" dirty="0">
                <a:latin typeface="Consolas" panose="020B0609020204030204" pitchFamily="49" charset="0"/>
              </a:rPr>
              <a:t> tcp ports (reset)</a:t>
            </a: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PORT     STATE SERVICE     VERSION</a:t>
            </a: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21/tcp   open  ftp         </a:t>
            </a:r>
            <a:r>
              <a:rPr lang="da-DK" sz="1400" noProof="0" dirty="0" err="1">
                <a:latin typeface="Consolas" panose="020B0609020204030204" pitchFamily="49" charset="0"/>
              </a:rPr>
              <a:t>vsftpd</a:t>
            </a:r>
            <a:r>
              <a:rPr lang="da-DK" sz="1400" noProof="0" dirty="0">
                <a:latin typeface="Consolas" panose="020B0609020204030204" pitchFamily="49" charset="0"/>
              </a:rPr>
              <a:t> 2.3.4</a:t>
            </a: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22/tcp   open  </a:t>
            </a:r>
            <a:r>
              <a:rPr lang="da-DK" sz="1400" noProof="0" dirty="0" err="1">
                <a:latin typeface="Consolas" panose="020B0609020204030204" pitchFamily="49" charset="0"/>
              </a:rPr>
              <a:t>ssh</a:t>
            </a:r>
            <a:r>
              <a:rPr lang="da-DK" sz="1400" noProof="0" dirty="0">
                <a:latin typeface="Consolas" panose="020B0609020204030204" pitchFamily="49" charset="0"/>
              </a:rPr>
              <a:t>         </a:t>
            </a:r>
            <a:r>
              <a:rPr lang="da-DK" sz="1400" noProof="0" dirty="0" err="1">
                <a:latin typeface="Consolas" panose="020B0609020204030204" pitchFamily="49" charset="0"/>
              </a:rPr>
              <a:t>OpenSSH</a:t>
            </a:r>
            <a:r>
              <a:rPr lang="da-DK" sz="1400" noProof="0" dirty="0">
                <a:latin typeface="Consolas" panose="020B0609020204030204" pitchFamily="49" charset="0"/>
              </a:rPr>
              <a:t> 4.7p1</a:t>
            </a: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23/tcp   open  telnet      Linux </a:t>
            </a:r>
            <a:r>
              <a:rPr lang="da-DK" sz="1400" noProof="0" dirty="0" err="1">
                <a:latin typeface="Consolas" panose="020B0609020204030204" pitchFamily="49" charset="0"/>
              </a:rPr>
              <a:t>telnetd</a:t>
            </a:r>
            <a:endParaRPr lang="da-DK" sz="1400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25/tcp   open  smtp        Postfix </a:t>
            </a:r>
            <a:r>
              <a:rPr lang="da-DK" sz="1400" noProof="0" dirty="0" err="1">
                <a:latin typeface="Consolas" panose="020B0609020204030204" pitchFamily="49" charset="0"/>
              </a:rPr>
              <a:t>smtpd</a:t>
            </a:r>
            <a:endParaRPr lang="da-DK" sz="1400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53/tcp   open  domain      ISC BIND 9.4.2</a:t>
            </a: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80/tcp   open  http        Apache </a:t>
            </a:r>
            <a:r>
              <a:rPr lang="da-DK" sz="1400" noProof="0" dirty="0" err="1">
                <a:latin typeface="Consolas" panose="020B0609020204030204" pitchFamily="49" charset="0"/>
              </a:rPr>
              <a:t>httpd</a:t>
            </a:r>
            <a:r>
              <a:rPr lang="da-DK" sz="1400" noProof="0" dirty="0">
                <a:latin typeface="Consolas" panose="020B0609020204030204" pitchFamily="49" charset="0"/>
              </a:rPr>
              <a:t> 2.2.8</a:t>
            </a:r>
          </a:p>
        </p:txBody>
      </p:sp>
    </p:spTree>
    <p:extLst>
      <p:ext uri="{BB962C8B-B14F-4D97-AF65-F5344CB8AC3E}">
        <p14:creationId xmlns:p14="http://schemas.microsoft.com/office/powerpoint/2010/main" val="714202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82649F-C065-6557-2B03-CDBFCB4A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Trin 2: Analyse af angrebsfladen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4946397-810D-E7E5-8EE8-FDAC059D7F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noProof="0" dirty="0"/>
              <a:t>Formål: At vurdere risiko</a:t>
            </a:r>
          </a:p>
          <a:p>
            <a:pPr marL="0" indent="0">
              <a:buNone/>
            </a:pPr>
            <a:endParaRPr lang="da-DK" noProof="0" dirty="0"/>
          </a:p>
          <a:p>
            <a:pPr marL="0" indent="0">
              <a:buNone/>
            </a:pPr>
            <a:r>
              <a:rPr lang="da-DK" noProof="0" dirty="0"/>
              <a:t>Man analyserer:</a:t>
            </a:r>
          </a:p>
          <a:p>
            <a:r>
              <a:rPr lang="da-DK" noProof="0" dirty="0"/>
              <a:t>Versionsnumre</a:t>
            </a:r>
          </a:p>
          <a:p>
            <a:r>
              <a:rPr lang="da-DK" noProof="0" dirty="0"/>
              <a:t>Ubeskyttede services</a:t>
            </a:r>
          </a:p>
          <a:p>
            <a:r>
              <a:rPr lang="da-DK" noProof="0" dirty="0"/>
              <a:t>Standardkonfigurationer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A5AFA2C-5553-F191-D92B-7D13A77617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noProof="0" dirty="0"/>
              <a:t>Eksempel:</a:t>
            </a:r>
          </a:p>
          <a:p>
            <a:r>
              <a:rPr lang="da-DK" noProof="0" dirty="0"/>
              <a:t>Hvorfor er en ftp-port åbent tilgængelig?</a:t>
            </a:r>
          </a:p>
          <a:p>
            <a:r>
              <a:rPr lang="da-DK" noProof="0" dirty="0"/>
              <a:t>Er den dårligt beskyttet?</a:t>
            </a:r>
          </a:p>
          <a:p>
            <a:pPr marL="0" indent="0">
              <a:buNone/>
            </a:pPr>
            <a:endParaRPr lang="da-DK" i="1" noProof="0" dirty="0"/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rgbClr val="595451"/>
                </a:solidFill>
                <a:effectLst/>
                <a:uLnTx/>
                <a:uFillTx/>
                <a:latin typeface="Consolas" panose="020B0609020204030204" pitchFamily="49" charset="0"/>
                <a:ea typeface="ヒラギノ角ゴ Pro W3" charset="-128"/>
                <a:cs typeface="Arial"/>
              </a:rPr>
              <a:t>PORT     STATE SERVICE     VERSION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rgbClr val="595451"/>
                </a:solidFill>
                <a:effectLst/>
                <a:uLnTx/>
                <a:uFillTx/>
                <a:latin typeface="Consolas" panose="020B0609020204030204" pitchFamily="49" charset="0"/>
                <a:ea typeface="ヒラギノ角ゴ Pro W3" charset="-128"/>
                <a:cs typeface="Arial"/>
              </a:rPr>
              <a:t>21/tcp   open  ftp         </a:t>
            </a:r>
            <a:r>
              <a:rPr kumimoji="0" lang="da-DK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95451"/>
                </a:solidFill>
                <a:effectLst/>
                <a:uLnTx/>
                <a:uFillTx/>
                <a:latin typeface="Consolas" panose="020B0609020204030204" pitchFamily="49" charset="0"/>
                <a:ea typeface="ヒラギノ角ゴ Pro W3" charset="-128"/>
                <a:cs typeface="Arial"/>
              </a:rPr>
              <a:t>vsftpd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rgbClr val="595451"/>
                </a:solidFill>
                <a:effectLst/>
                <a:uLnTx/>
                <a:uFillTx/>
                <a:latin typeface="Consolas" panose="020B0609020204030204" pitchFamily="49" charset="0"/>
                <a:ea typeface="ヒラギノ角ゴ Pro W3" charset="-128"/>
                <a:cs typeface="Arial"/>
              </a:rPr>
              <a:t> 2.3.4</a:t>
            </a:r>
          </a:p>
          <a:p>
            <a:pPr marL="0" indent="0">
              <a:buNone/>
            </a:pPr>
            <a:endParaRPr lang="da-DK" i="1" noProof="0" dirty="0"/>
          </a:p>
        </p:txBody>
      </p:sp>
    </p:spTree>
    <p:extLst>
      <p:ext uri="{BB962C8B-B14F-4D97-AF65-F5344CB8AC3E}">
        <p14:creationId xmlns:p14="http://schemas.microsoft.com/office/powerpoint/2010/main" val="812589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969610-24DD-7070-1B00-C097CF95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Trin 3: Udnyttelse af sårbarheder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84C980B-431A-83C0-BBEE-623055B9CC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noProof="0" dirty="0"/>
              <a:t>Hvad er gjort – teknisk?</a:t>
            </a:r>
          </a:p>
          <a:p>
            <a:r>
              <a:rPr lang="da-DK" noProof="0" dirty="0"/>
              <a:t>Der er ikke udnyttet en bug.</a:t>
            </a:r>
          </a:p>
          <a:p>
            <a:r>
              <a:rPr lang="da-DK" noProof="0" dirty="0"/>
              <a:t>Der er ikke </a:t>
            </a:r>
            <a:r>
              <a:rPr lang="da-DK" noProof="0" dirty="0" err="1"/>
              <a:t>brute‑forcet</a:t>
            </a:r>
            <a:r>
              <a:rPr lang="da-DK" noProof="0" dirty="0"/>
              <a:t>.</a:t>
            </a:r>
          </a:p>
          <a:p>
            <a:r>
              <a:rPr lang="da-DK" noProof="0" dirty="0"/>
              <a:t>Der er brugt:</a:t>
            </a:r>
          </a:p>
          <a:p>
            <a:pPr lvl="1"/>
            <a:r>
              <a:rPr lang="da-DK" noProof="0" dirty="0"/>
              <a:t>en eksponeret service</a:t>
            </a:r>
          </a:p>
          <a:p>
            <a:pPr lvl="1"/>
            <a:r>
              <a:rPr lang="da-DK" noProof="0" dirty="0"/>
              <a:t>svage/default </a:t>
            </a:r>
            <a:r>
              <a:rPr lang="da-DK" noProof="0" dirty="0" err="1"/>
              <a:t>credentials</a:t>
            </a:r>
            <a:endParaRPr lang="da-DK" noProof="0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01E3E20-D979-6464-ABE8-A45B93923D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noProof="0" dirty="0"/>
              <a:t>Eksempel: </a:t>
            </a:r>
          </a:p>
          <a:p>
            <a:pPr marL="0" indent="0">
              <a:buNone/>
            </a:pPr>
            <a:endParaRPr lang="da-DK" sz="1800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$ ftp 192.168.56.101          </a:t>
            </a:r>
          </a:p>
          <a:p>
            <a:pPr marL="0" indent="0">
              <a:buNone/>
            </a:pPr>
            <a:r>
              <a:rPr lang="da-DK" sz="1400" noProof="0" dirty="0" err="1">
                <a:latin typeface="Consolas" panose="020B0609020204030204" pitchFamily="49" charset="0"/>
              </a:rPr>
              <a:t>Connected</a:t>
            </a:r>
            <a:r>
              <a:rPr lang="da-DK" sz="1400" noProof="0" dirty="0">
                <a:latin typeface="Consolas" panose="020B0609020204030204" pitchFamily="49" charset="0"/>
              </a:rPr>
              <a:t> to 192.168.56.101.</a:t>
            </a: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220 (</a:t>
            </a:r>
            <a:r>
              <a:rPr lang="da-DK" sz="1400" noProof="0" dirty="0" err="1">
                <a:latin typeface="Consolas" panose="020B0609020204030204" pitchFamily="49" charset="0"/>
              </a:rPr>
              <a:t>vsFTPd</a:t>
            </a:r>
            <a:r>
              <a:rPr lang="da-DK" sz="1400" noProof="0" dirty="0">
                <a:latin typeface="Consolas" panose="020B0609020204030204" pitchFamily="49" charset="0"/>
              </a:rPr>
              <a:t> 2.3.4)</a:t>
            </a:r>
          </a:p>
          <a:p>
            <a:pPr marL="0" indent="0">
              <a:buNone/>
            </a:pPr>
            <a:r>
              <a:rPr lang="da-DK" sz="1400" noProof="0" dirty="0" err="1">
                <a:latin typeface="Consolas" panose="020B0609020204030204" pitchFamily="49" charset="0"/>
              </a:rPr>
              <a:t>Name</a:t>
            </a:r>
            <a:r>
              <a:rPr lang="da-DK" sz="1400" noProof="0" dirty="0">
                <a:latin typeface="Consolas" panose="020B0609020204030204" pitchFamily="49" charset="0"/>
              </a:rPr>
              <a:t> (192.168.56.101:kali): </a:t>
            </a:r>
            <a:r>
              <a:rPr lang="da-DK" sz="1400" noProof="0" dirty="0" err="1">
                <a:latin typeface="Consolas" panose="020B0609020204030204" pitchFamily="49" charset="0"/>
              </a:rPr>
              <a:t>msfadmin</a:t>
            </a:r>
            <a:endParaRPr lang="da-DK" sz="1400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331 Please </a:t>
            </a:r>
            <a:r>
              <a:rPr lang="da-DK" sz="1400" noProof="0" dirty="0" err="1">
                <a:latin typeface="Consolas" panose="020B0609020204030204" pitchFamily="49" charset="0"/>
              </a:rPr>
              <a:t>specify</a:t>
            </a:r>
            <a:r>
              <a:rPr lang="da-DK" sz="1400" noProof="0" dirty="0">
                <a:latin typeface="Consolas" panose="020B0609020204030204" pitchFamily="49" charset="0"/>
              </a:rPr>
              <a:t> the password.</a:t>
            </a: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Password: (</a:t>
            </a:r>
            <a:r>
              <a:rPr lang="da-DK" sz="1400" noProof="0" dirty="0" err="1">
                <a:latin typeface="Consolas" panose="020B0609020204030204" pitchFamily="49" charset="0"/>
              </a:rPr>
              <a:t>msfadmin</a:t>
            </a:r>
            <a:r>
              <a:rPr lang="da-DK" sz="1400" noProof="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230 Login </a:t>
            </a:r>
            <a:r>
              <a:rPr lang="da-DK" sz="1400" noProof="0" dirty="0" err="1">
                <a:latin typeface="Consolas" panose="020B0609020204030204" pitchFamily="49" charset="0"/>
              </a:rPr>
              <a:t>successful</a:t>
            </a:r>
            <a:r>
              <a:rPr lang="da-DK" sz="1400" noProof="0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Remote system type is UNIX.</a:t>
            </a:r>
          </a:p>
          <a:p>
            <a:pPr marL="0" indent="0">
              <a:buNone/>
            </a:pPr>
            <a:r>
              <a:rPr lang="da-DK" sz="1400" noProof="0" dirty="0">
                <a:latin typeface="Consolas" panose="020B0609020204030204" pitchFamily="49" charset="0"/>
              </a:rPr>
              <a:t>Using </a:t>
            </a:r>
            <a:r>
              <a:rPr lang="da-DK" sz="1400" noProof="0" dirty="0" err="1">
                <a:latin typeface="Consolas" panose="020B0609020204030204" pitchFamily="49" charset="0"/>
              </a:rPr>
              <a:t>binary</a:t>
            </a:r>
            <a:r>
              <a:rPr lang="da-DK" sz="1400" noProof="0" dirty="0">
                <a:latin typeface="Consolas" panose="020B0609020204030204" pitchFamily="49" charset="0"/>
              </a:rPr>
              <a:t> mode to transfer files.</a:t>
            </a:r>
          </a:p>
        </p:txBody>
      </p:sp>
    </p:spTree>
    <p:extLst>
      <p:ext uri="{BB962C8B-B14F-4D97-AF65-F5344CB8AC3E}">
        <p14:creationId xmlns:p14="http://schemas.microsoft.com/office/powerpoint/2010/main" val="1504797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419F48-5841-EB0C-054D-BB3234FA1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Trin 4: Analyse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FBCF8DCF-8536-F772-70B0-0A9B4527C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 noProof="0" dirty="0"/>
              <a:t>Hvad var sårbarheden?</a:t>
            </a:r>
          </a:p>
          <a:p>
            <a:pPr marL="514350" indent="-514350">
              <a:buFont typeface="+mj-lt"/>
              <a:buAutoNum type="arabicPeriod"/>
            </a:pPr>
            <a:r>
              <a:rPr lang="da-DK" noProof="0" dirty="0"/>
              <a:t>Hvilket designprincip er brudt?</a:t>
            </a:r>
          </a:p>
          <a:p>
            <a:pPr marL="514350" indent="-514350">
              <a:buFont typeface="+mj-lt"/>
              <a:buAutoNum type="arabicPeriod"/>
            </a:pPr>
            <a:r>
              <a:rPr lang="da-DK" noProof="0" dirty="0"/>
              <a:t>Hvad er konsekvensen?</a:t>
            </a:r>
          </a:p>
          <a:p>
            <a:pPr marL="514350" indent="-514350">
              <a:buFont typeface="+mj-lt"/>
              <a:buAutoNum type="arabicPeriod"/>
            </a:pPr>
            <a:r>
              <a:rPr lang="da-DK" noProof="0" dirty="0"/>
              <a:t>Hvordan kunne dette forhindres i designfasen?</a:t>
            </a:r>
          </a:p>
        </p:txBody>
      </p:sp>
    </p:spTree>
    <p:extLst>
      <p:ext uri="{BB962C8B-B14F-4D97-AF65-F5344CB8AC3E}">
        <p14:creationId xmlns:p14="http://schemas.microsoft.com/office/powerpoint/2010/main" val="349608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F4997E-87E3-A5FA-C34C-C24CD2F9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Trin 5: Rapportering (eksempel)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31EFB11E-98ED-8ECE-A619-6F8CEC84A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Resumé </a:t>
            </a: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FAD61E98-0CA3-A408-0430-ED81FD99B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a-DK" i="1" dirty="0"/>
              <a:t>Under penetration testen blev der identificeret en sårbarhed i form af en FTP‑service med default‑loginoplysninger. Sårbarheden giver uautoriserede brugere adgang til systemet og udgør en sikkerhedsrisiko. Det anbefales at deaktivere servicen eller ændre konfigurationen for at reducere angrebsfladen.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8998E1A7-49F4-841C-AFCA-E057B1E8A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sz="2800" dirty="0" err="1"/>
              <a:t>Scope</a:t>
            </a:r>
            <a:r>
              <a:rPr lang="da-DK" sz="2800" dirty="0"/>
              <a:t> og forudsætninger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8E1DCA18-C579-2DB3-768C-F20EB590B30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i="1" dirty="0"/>
              <a:t>Testen blev udført mod en bevidst sårbar testmaskine (</a:t>
            </a:r>
            <a:r>
              <a:rPr lang="da-DK" i="1" dirty="0" err="1"/>
              <a:t>Metasploitable</a:t>
            </a:r>
            <a:r>
              <a:rPr lang="da-DK" i="1" dirty="0"/>
              <a:t> 2) i et isoleret virtuelt netværk. Testen var autoriseret og begrænset til observation og validering af én sårbarhed.</a:t>
            </a:r>
          </a:p>
        </p:txBody>
      </p:sp>
    </p:spTree>
    <p:extLst>
      <p:ext uri="{BB962C8B-B14F-4D97-AF65-F5344CB8AC3E}">
        <p14:creationId xmlns:p14="http://schemas.microsoft.com/office/powerpoint/2010/main" val="3900706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ED0EC-558E-5041-F68C-004FFDDFF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304F1E-C8EB-37B9-C701-52696B75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Trin 5: Rapportering (eksempel)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C69538DE-9CEE-81D3-FEEC-5479D5E03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Fund  </a:t>
            </a: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8A44491C-328E-CE6E-222D-10D9A33251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i="1" dirty="0"/>
              <a:t>Der blev identificeret en åben FTP‑service (port 21), som tillod login med kendte default‑</a:t>
            </a:r>
            <a:r>
              <a:rPr lang="da-DK" i="1" dirty="0" err="1"/>
              <a:t>credentials</a:t>
            </a:r>
            <a:r>
              <a:rPr lang="da-DK" i="1" dirty="0"/>
              <a:t>. Login kunne foretages uden yderligere sikkerhedsmekanismer såsom adgangsbegrænsning eller overvågning.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316A3E35-78DC-8CC7-67A0-49ADC9792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sz="2800" dirty="0"/>
              <a:t>Risiko og konsekvens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DC4C6A77-29CF-8F30-2A7C-FB822F8AE1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i="1" dirty="0"/>
              <a:t>Sårbarheden gør det muligt for en uautoriseret bruger at opnå adgang til systemet. Dette kan give indblik i filer og konfiguration og fungere som udgangspunkt for yderligere angreb. Risikoen vurderes som høj, da adgang opnås uden teknisk ekspertise.</a:t>
            </a:r>
          </a:p>
        </p:txBody>
      </p:sp>
    </p:spTree>
    <p:extLst>
      <p:ext uri="{BB962C8B-B14F-4D97-AF65-F5344CB8AC3E}">
        <p14:creationId xmlns:p14="http://schemas.microsoft.com/office/powerpoint/2010/main" val="2328873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384F-80EE-EA2E-08B9-675F178F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673FB0-E55F-7FA3-603A-753215850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Trin 5: Rapportering (eksempel)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C7D29048-7201-C03C-9E82-90E85FD19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Brudte designprincipper  </a:t>
            </a: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E87EF467-075B-24AA-F889-C5CA056860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i="1" dirty="0"/>
              <a:t>Sårbarheden bryder med principperne om Secure Defaults og </a:t>
            </a:r>
            <a:r>
              <a:rPr lang="da-DK" i="1" dirty="0" err="1"/>
              <a:t>Least</a:t>
            </a:r>
            <a:r>
              <a:rPr lang="da-DK" i="1" dirty="0"/>
              <a:t> </a:t>
            </a:r>
            <a:r>
              <a:rPr lang="da-DK" i="1" dirty="0" err="1"/>
              <a:t>Privilege</a:t>
            </a:r>
            <a:r>
              <a:rPr lang="da-DK" i="1" dirty="0"/>
              <a:t>, da en unødvendig service er aktiveret med svage standardkonfigurationer, som giver for bred adgang.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9A8AC17C-ADC7-739E-D4E1-19E1219A6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sz="2800" dirty="0"/>
              <a:t>Anbefalet afhjælpning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20A12BB2-CF6B-E60D-EFE6-6688D83EF5D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i="1" dirty="0"/>
              <a:t>Det anbefales at deaktivere FTP‑servicen, hvis den ikke er nødvendig. Alternativt bør default‑brugere fjernes, og adgangen begrænses via stærk autentifikation og mindst mulige rettigheder.</a:t>
            </a:r>
          </a:p>
        </p:txBody>
      </p:sp>
    </p:spTree>
    <p:extLst>
      <p:ext uri="{BB962C8B-B14F-4D97-AF65-F5344CB8AC3E}">
        <p14:creationId xmlns:p14="http://schemas.microsoft.com/office/powerpoint/2010/main" val="2097483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9AF5381-E948-EBC3-7DB7-50807AA35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31838"/>
          </a:xfrm>
        </p:spPr>
        <p:txBody>
          <a:bodyPr wrap="square" anchor="ctr">
            <a:normAutofit/>
          </a:bodyPr>
          <a:lstStyle/>
          <a:p>
            <a:r>
              <a:rPr lang="da-DK" noProof="0" dirty="0"/>
              <a:t>Web-sårbarheder i </a:t>
            </a:r>
            <a:r>
              <a:rPr lang="da-DK" noProof="0" dirty="0" err="1"/>
              <a:t>Metasploitable</a:t>
            </a:r>
            <a:endParaRPr lang="da-DK" noProof="0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962FBAEA-C517-FCF8-7BDE-9AFEAD70E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35265"/>
            <a:ext cx="5384800" cy="28000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BDA6FFE-FDEA-67D0-BF5A-4FAD358DC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/>
          <a:p>
            <a:r>
              <a:rPr lang="da-DK" noProof="0" dirty="0" err="1"/>
              <a:t>Mutillidae</a:t>
            </a:r>
            <a:endParaRPr lang="da-DK" noProof="0" dirty="0"/>
          </a:p>
          <a:p>
            <a:pPr lvl="1"/>
            <a:r>
              <a:rPr lang="da-DK" noProof="0"/>
              <a:t>Webshop</a:t>
            </a:r>
            <a:endParaRPr lang="da-DK" noProof="0" dirty="0"/>
          </a:p>
          <a:p>
            <a:pPr lvl="1"/>
            <a:r>
              <a:rPr lang="da-DK" noProof="0" dirty="0"/>
              <a:t>Indeholder sårbarheder fra OWASP Top 10 (f.eks. SQL-injektion og XSS).</a:t>
            </a:r>
          </a:p>
          <a:p>
            <a:r>
              <a:rPr lang="da-DK" noProof="0" dirty="0"/>
              <a:t>DVWA</a:t>
            </a:r>
          </a:p>
          <a:p>
            <a:pPr lvl="1"/>
            <a:r>
              <a:rPr lang="da-DK" noProof="0" dirty="0" err="1"/>
              <a:t>Damn</a:t>
            </a:r>
            <a:r>
              <a:rPr lang="da-DK" noProof="0" dirty="0"/>
              <a:t> Vulnerable Web Application</a:t>
            </a:r>
          </a:p>
          <a:p>
            <a:pPr lvl="1"/>
            <a:r>
              <a:rPr lang="da-DK" noProof="0" dirty="0"/>
              <a:t>Gæt et standard-login</a:t>
            </a:r>
          </a:p>
        </p:txBody>
      </p:sp>
    </p:spTree>
    <p:extLst>
      <p:ext uri="{BB962C8B-B14F-4D97-AF65-F5344CB8AC3E}">
        <p14:creationId xmlns:p14="http://schemas.microsoft.com/office/powerpoint/2010/main" val="3247449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4D2E3AD-C975-CD2C-F919-5854518AA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Øvelser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5C4BA5C-BEC6-0A76-512E-015017BC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/>
              <a:t>SIK-14-Øvelser i penetration test med Kali Linux</a:t>
            </a:r>
          </a:p>
        </p:txBody>
      </p:sp>
    </p:spTree>
    <p:extLst>
      <p:ext uri="{BB962C8B-B14F-4D97-AF65-F5344CB8AC3E}">
        <p14:creationId xmlns:p14="http://schemas.microsoft.com/office/powerpoint/2010/main" val="3768785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60A705C2DE254E8F78A837884E50C0" ma:contentTypeVersion="3" ma:contentTypeDescription="Create a new document." ma:contentTypeScope="" ma:versionID="c8dfd7cd7f5665b7b71d78e76ae8a15d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f5888ebc09fc666beca5772cf6d24d1f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FF3878-C092-4A99-AABA-43388C9F381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2007</TotalTime>
  <Words>942</Words>
  <Application>Microsoft Office PowerPoint</Application>
  <PresentationFormat>Widescreen</PresentationFormat>
  <Paragraphs>175</Paragraphs>
  <Slides>18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Consolas</vt:lpstr>
      <vt:lpstr>Office-tema</vt:lpstr>
      <vt:lpstr>Semesterplan – Hvor er vi nu?</vt:lpstr>
      <vt:lpstr>Opfølgning på OWASP Juice Shop</vt:lpstr>
      <vt:lpstr>Penetration testing</vt:lpstr>
      <vt:lpstr>Hvorfor er fejlhåndtering et problem?</vt:lpstr>
      <vt:lpstr>Best practices fra OWASP (sikkert design)</vt:lpstr>
      <vt:lpstr>Eksempel</vt:lpstr>
      <vt:lpstr>Pentest-cirklen</vt:lpstr>
      <vt:lpstr>Angrebsflade</vt:lpstr>
      <vt:lpstr>Angrebsvektor</vt:lpstr>
      <vt:lpstr>Trin 1: Rekognoscering (aktiv)</vt:lpstr>
      <vt:lpstr>Trin 2: Analyse af angrebsfladen</vt:lpstr>
      <vt:lpstr>Trin 3: Udnyttelse af sårbarheder</vt:lpstr>
      <vt:lpstr>Trin 4: Analyse</vt:lpstr>
      <vt:lpstr>Trin 5: Rapportering (eksempel)</vt:lpstr>
      <vt:lpstr>Trin 5: Rapportering (eksempel)</vt:lpstr>
      <vt:lpstr>Trin 5: Rapportering (eksempel)</vt:lpstr>
      <vt:lpstr>Web-sårbarheder i Metasploitable</vt:lpstr>
      <vt:lpstr>Øvelser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2026-05-07T08:52:46Z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