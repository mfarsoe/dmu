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4"/>
  </p:sldMasterIdLst>
  <p:notesMasterIdLst>
    <p:notesMasterId r:id="rId10"/>
  </p:notesMasterIdLst>
  <p:sldIdLst>
    <p:sldId id="314" r:id="rId5"/>
    <p:sldId id="295" r:id="rId6"/>
    <p:sldId id="315" r:id="rId7"/>
    <p:sldId id="316" r:id="rId8"/>
    <p:sldId id="31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2FA782-DC8B-4B1F-BA78-864A0F5F2FB1}" v="18" dt="2026-05-28T07:16:55.0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ema til typografi 1 - Markering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ema til typografi 1 - Markering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ema til typografi 1 - Markering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llemlayou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llemlayou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per Buch Poignée" userId="e9c179cb-b07f-48e2-8bc5-99357f35e469" providerId="ADAL" clId="{0FA08CF4-302B-405B-A75E-5DF504EDE4A1}"/>
    <pc:docChg chg="undo redo custSel addSld delSld modSld sldOrd addSection delSection">
      <pc:chgData name="Jesper Buch Poignée" userId="e9c179cb-b07f-48e2-8bc5-99357f35e469" providerId="ADAL" clId="{0FA08CF4-302B-405B-A75E-5DF504EDE4A1}" dt="2026-05-28T07:17:21.028" v="26337" actId="20577"/>
      <pc:docMkLst>
        <pc:docMk/>
      </pc:docMkLst>
      <pc:sldChg chg="addSp delSp modSp new mod ord modClrScheme chgLayout">
        <pc:chgData name="Jesper Buch Poignée" userId="e9c179cb-b07f-48e2-8bc5-99357f35e469" providerId="ADAL" clId="{0FA08CF4-302B-405B-A75E-5DF504EDE4A1}" dt="2026-05-26T11:59:12.930" v="26238" actId="20577"/>
        <pc:sldMkLst>
          <pc:docMk/>
          <pc:sldMk cId="882084974" sldId="295"/>
        </pc:sldMkLst>
        <pc:spChg chg="add mod ord">
          <ac:chgData name="Jesper Buch Poignée" userId="e9c179cb-b07f-48e2-8bc5-99357f35e469" providerId="ADAL" clId="{0FA08CF4-302B-405B-A75E-5DF504EDE4A1}" dt="2026-05-26T11:59:09.030" v="26236"/>
          <ac:spMkLst>
            <pc:docMk/>
            <pc:sldMk cId="882084974" sldId="295"/>
            <ac:spMk id="4" creationId="{8B77BAC9-828B-36E5-4F33-D2E13FC34AD7}"/>
          </ac:spMkLst>
        </pc:spChg>
        <pc:spChg chg="mod">
          <ac:chgData name="Jesper Buch Poignée" userId="e9c179cb-b07f-48e2-8bc5-99357f35e469" providerId="ADAL" clId="{0FA08CF4-302B-405B-A75E-5DF504EDE4A1}" dt="2026-05-26T11:59:12.930" v="26238" actId="20577"/>
          <ac:spMkLst>
            <pc:docMk/>
            <pc:sldMk cId="882084974" sldId="295"/>
            <ac:spMk id="5" creationId="{31E9D6C8-BBEF-A22D-0408-B011726DCB5A}"/>
          </ac:spMkLst>
        </pc:spChg>
      </pc:sldChg>
      <pc:sldChg chg="modSp new mod ord">
        <pc:chgData name="Jesper Buch Poignée" userId="e9c179cb-b07f-48e2-8bc5-99357f35e469" providerId="ADAL" clId="{0FA08CF4-302B-405B-A75E-5DF504EDE4A1}" dt="2026-05-26T11:59:38.796" v="26257" actId="6549"/>
        <pc:sldMkLst>
          <pc:docMk/>
          <pc:sldMk cId="2459662835" sldId="314"/>
        </pc:sldMkLst>
        <pc:spChg chg="mod">
          <ac:chgData name="Jesper Buch Poignée" userId="e9c179cb-b07f-48e2-8bc5-99357f35e469" providerId="ADAL" clId="{0FA08CF4-302B-405B-A75E-5DF504EDE4A1}" dt="2026-05-26T11:59:38.796" v="26257" actId="6549"/>
          <ac:spMkLst>
            <pc:docMk/>
            <pc:sldMk cId="2459662835" sldId="314"/>
            <ac:spMk id="2" creationId="{48452C20-B6F4-2FD7-6104-D6C5EB8DB9F0}"/>
          </ac:spMkLst>
        </pc:spChg>
        <pc:spChg chg="mod">
          <ac:chgData name="Jesper Buch Poignée" userId="e9c179cb-b07f-48e2-8bc5-99357f35e469" providerId="ADAL" clId="{0FA08CF4-302B-405B-A75E-5DF504EDE4A1}" dt="2026-05-18T13:18:17.145" v="25889" actId="20577"/>
          <ac:spMkLst>
            <pc:docMk/>
            <pc:sldMk cId="2459662835" sldId="314"/>
            <ac:spMk id="3" creationId="{C747F0E8-09A3-7D73-B62F-E1A47BDE0A22}"/>
          </ac:spMkLst>
        </pc:spChg>
      </pc:sldChg>
      <pc:sldChg chg="addSp delSp modSp new mod modClrScheme modAnim chgLayout">
        <pc:chgData name="Jesper Buch Poignée" userId="e9c179cb-b07f-48e2-8bc5-99357f35e469" providerId="ADAL" clId="{0FA08CF4-302B-405B-A75E-5DF504EDE4A1}" dt="2026-05-28T07:16:55.077" v="26322" actId="20577"/>
        <pc:sldMkLst>
          <pc:docMk/>
          <pc:sldMk cId="1839608262" sldId="315"/>
        </pc:sldMkLst>
        <pc:spChg chg="mod ord">
          <ac:chgData name="Jesper Buch Poignée" userId="e9c179cb-b07f-48e2-8bc5-99357f35e469" providerId="ADAL" clId="{0FA08CF4-302B-405B-A75E-5DF504EDE4A1}" dt="2026-05-26T12:00:19.521" v="26260" actId="700"/>
          <ac:spMkLst>
            <pc:docMk/>
            <pc:sldMk cId="1839608262" sldId="315"/>
            <ac:spMk id="2" creationId="{6A24856D-01F9-450C-2005-60DBE8EF9DA8}"/>
          </ac:spMkLst>
        </pc:spChg>
        <pc:spChg chg="add mod ord">
          <ac:chgData name="Jesper Buch Poignée" userId="e9c179cb-b07f-48e2-8bc5-99357f35e469" providerId="ADAL" clId="{0FA08CF4-302B-405B-A75E-5DF504EDE4A1}" dt="2026-05-28T07:16:39.865" v="26320" actId="20577"/>
          <ac:spMkLst>
            <pc:docMk/>
            <pc:sldMk cId="1839608262" sldId="315"/>
            <ac:spMk id="4" creationId="{BE84A25C-DAF6-22F6-0E76-75F06BEC456E}"/>
          </ac:spMkLst>
        </pc:spChg>
        <pc:spChg chg="add mod ord">
          <ac:chgData name="Jesper Buch Poignée" userId="e9c179cb-b07f-48e2-8bc5-99357f35e469" providerId="ADAL" clId="{0FA08CF4-302B-405B-A75E-5DF504EDE4A1}" dt="2026-05-28T07:16:55.077" v="26322" actId="20577"/>
          <ac:spMkLst>
            <pc:docMk/>
            <pc:sldMk cId="1839608262" sldId="315"/>
            <ac:spMk id="5" creationId="{B7449719-ACAA-5A1E-A612-06CC04120332}"/>
          </ac:spMkLst>
        </pc:spChg>
      </pc:sldChg>
      <pc:sldChg chg="modSp new mod modAnim">
        <pc:chgData name="Jesper Buch Poignée" userId="e9c179cb-b07f-48e2-8bc5-99357f35e469" providerId="ADAL" clId="{0FA08CF4-302B-405B-A75E-5DF504EDE4A1}" dt="2026-05-28T07:17:21.028" v="26337" actId="20577"/>
        <pc:sldMkLst>
          <pc:docMk/>
          <pc:sldMk cId="1458748763" sldId="316"/>
        </pc:sldMkLst>
        <pc:spChg chg="mod">
          <ac:chgData name="Jesper Buch Poignée" userId="e9c179cb-b07f-48e2-8bc5-99357f35e469" providerId="ADAL" clId="{0FA08CF4-302B-405B-A75E-5DF504EDE4A1}" dt="2026-05-28T07:17:21.028" v="26337" actId="20577"/>
          <ac:spMkLst>
            <pc:docMk/>
            <pc:sldMk cId="1458748763" sldId="316"/>
            <ac:spMk id="2" creationId="{373D6AD3-E860-38E5-E32D-A1C7A2048275}"/>
          </ac:spMkLst>
        </pc:spChg>
        <pc:spChg chg="mod">
          <ac:chgData name="Jesper Buch Poignée" userId="e9c179cb-b07f-48e2-8bc5-99357f35e469" providerId="ADAL" clId="{0FA08CF4-302B-405B-A75E-5DF504EDE4A1}" dt="2026-05-26T12:02:02.306" v="26280" actId="20577"/>
          <ac:spMkLst>
            <pc:docMk/>
            <pc:sldMk cId="1458748763" sldId="316"/>
            <ac:spMk id="3" creationId="{4C584620-803B-A545-0B8A-377E1749BFC4}"/>
          </ac:spMkLst>
        </pc:spChg>
        <pc:spChg chg="mod">
          <ac:chgData name="Jesper Buch Poignée" userId="e9c179cb-b07f-48e2-8bc5-99357f35e469" providerId="ADAL" clId="{0FA08CF4-302B-405B-A75E-5DF504EDE4A1}" dt="2026-05-26T12:02:33.827" v="26295" actId="20577"/>
          <ac:spMkLst>
            <pc:docMk/>
            <pc:sldMk cId="1458748763" sldId="316"/>
            <ac:spMk id="4" creationId="{9A0A64DC-75FF-9020-FC5C-F696DC983A91}"/>
          </ac:spMkLst>
        </pc:spChg>
      </pc:sldChg>
      <pc:sldChg chg="addSp delSp modSp new mod modClrScheme chgLayout">
        <pc:chgData name="Jesper Buch Poignée" userId="e9c179cb-b07f-48e2-8bc5-99357f35e469" providerId="ADAL" clId="{0FA08CF4-302B-405B-A75E-5DF504EDE4A1}" dt="2026-05-27T12:29:54.096" v="26304"/>
        <pc:sldMkLst>
          <pc:docMk/>
          <pc:sldMk cId="1987178659" sldId="317"/>
        </pc:sldMkLst>
        <pc:spChg chg="mod ord">
          <ac:chgData name="Jesper Buch Poignée" userId="e9c179cb-b07f-48e2-8bc5-99357f35e469" providerId="ADAL" clId="{0FA08CF4-302B-405B-A75E-5DF504EDE4A1}" dt="2026-05-27T12:29:48.220" v="26303" actId="700"/>
          <ac:spMkLst>
            <pc:docMk/>
            <pc:sldMk cId="1987178659" sldId="317"/>
            <ac:spMk id="2" creationId="{ADB3A676-75EA-9D55-FC42-4732D874E551}"/>
          </ac:spMkLst>
        </pc:spChg>
        <pc:spChg chg="del mod ord">
          <ac:chgData name="Jesper Buch Poignée" userId="e9c179cb-b07f-48e2-8bc5-99357f35e469" providerId="ADAL" clId="{0FA08CF4-302B-405B-A75E-5DF504EDE4A1}" dt="2026-05-27T12:29:48.220" v="26303" actId="700"/>
          <ac:spMkLst>
            <pc:docMk/>
            <pc:sldMk cId="1987178659" sldId="317"/>
            <ac:spMk id="3" creationId="{01062E81-2A30-38B3-BD37-7291C85F9258}"/>
          </ac:spMkLst>
        </pc:spChg>
        <pc:spChg chg="del">
          <ac:chgData name="Jesper Buch Poignée" userId="e9c179cb-b07f-48e2-8bc5-99357f35e469" providerId="ADAL" clId="{0FA08CF4-302B-405B-A75E-5DF504EDE4A1}" dt="2026-05-27T12:29:48.220" v="26303" actId="700"/>
          <ac:spMkLst>
            <pc:docMk/>
            <pc:sldMk cId="1987178659" sldId="317"/>
            <ac:spMk id="4" creationId="{781DA26C-5DB3-EF2A-A046-E9493C5A0DC3}"/>
          </ac:spMkLst>
        </pc:spChg>
        <pc:spChg chg="add mod ord">
          <ac:chgData name="Jesper Buch Poignée" userId="e9c179cb-b07f-48e2-8bc5-99357f35e469" providerId="ADAL" clId="{0FA08CF4-302B-405B-A75E-5DF504EDE4A1}" dt="2026-05-27T12:29:54.096" v="26304"/>
          <ac:spMkLst>
            <pc:docMk/>
            <pc:sldMk cId="1987178659" sldId="317"/>
            <ac:spMk id="5" creationId="{49DAA1D2-44FD-7593-CBB2-A9678E47A86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E2BC5-0C4B-4A2D-9324-9C7F3C92864C}" type="datetimeFigureOut">
              <a:rPr lang="da-DK" smtClean="0"/>
              <a:t>28-05-2026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EFC3-19E6-4CC4-A44F-FC69B4DCB28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66904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385194"/>
            <a:ext cx="10959008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140968"/>
            <a:ext cx="10959008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59545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12346E-1A1C-4416-8010-61924EA46B4C}" type="datetime1">
              <a:rPr lang="en-US" altLang="da-DK"/>
              <a:pPr/>
              <a:t>5/28/2026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7072AD-8243-490B-B121-36F8F866EBA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7433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3200"/>
            <a:ext cx="10972800" cy="731838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44F98D-CA61-44A6-BF8A-D6621EFC00D7}" type="datetime1">
              <a:rPr lang="en-US" altLang="da-DK"/>
              <a:pPr/>
              <a:t>5/28/2026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2C0804-67E0-4984-B5FD-088FF50E4C6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89337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9545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B70E6B-B7B9-486F-98D1-A733143BB538}" type="datetime1">
              <a:rPr lang="en-US" altLang="da-DK"/>
              <a:pPr/>
              <a:t>5/28/2026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72B3F5-E868-4B02-9079-85E249432FF6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83366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5/28/2026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5123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5200"/>
            <a:ext cx="5386917" cy="639762"/>
          </a:xfrm>
        </p:spPr>
        <p:txBody>
          <a:bodyPr anchor="ctr" anchorCtr="0"/>
          <a:lstStyle>
            <a:lvl1pPr marL="0" indent="0">
              <a:buNone/>
              <a:defRPr sz="2400" b="1">
                <a:solidFill>
                  <a:srgbClr val="59545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76873"/>
            <a:ext cx="5386917" cy="348925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465200"/>
            <a:ext cx="5389033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76872"/>
            <a:ext cx="5389033" cy="34892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0027D8-26C7-453C-8D91-34EC54F67A36}" type="datetime1">
              <a:rPr lang="en-US" altLang="da-DK"/>
              <a:pPr/>
              <a:t>5/28/2026</a:t>
            </a:fld>
            <a:endParaRPr lang="en-US" altLang="da-DK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1459F-21AF-488F-8735-88D8EE8D7DEA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5433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CA076B-0EC1-4397-A9A7-21D7FBAB7B8A}" type="datetime1">
              <a:rPr lang="en-US" altLang="da-DK"/>
              <a:pPr/>
              <a:t>5/28/2026</a:t>
            </a:fld>
            <a:endParaRPr lang="en-US" alt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4AD2B7-7BEE-4699-B9F8-B2392B799A90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08245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BBE59B-B411-48DF-96D5-96A65B493BDE}" type="datetime1">
              <a:rPr lang="en-US" altLang="da-DK"/>
              <a:pPr/>
              <a:t>5/28/2026</a:t>
            </a:fld>
            <a:endParaRPr lang="en-US" altLang="da-DK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7F44F-7B5A-42A1-99E4-B4BEA490C0F2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272185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03200"/>
            <a:ext cx="4011084" cy="720080"/>
          </a:xfrm>
        </p:spPr>
        <p:txBody>
          <a:bodyPr anchor="t" anchorCtr="0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03201"/>
            <a:ext cx="6815667" cy="5618089"/>
          </a:xfrm>
        </p:spPr>
        <p:txBody>
          <a:bodyPr/>
          <a:lstStyle>
            <a:lvl1pPr>
              <a:defRPr sz="3200">
                <a:solidFill>
                  <a:srgbClr val="595451"/>
                </a:solidFill>
              </a:defRPr>
            </a:lvl1pPr>
            <a:lvl2pPr>
              <a:defRPr sz="2800">
                <a:solidFill>
                  <a:srgbClr val="595451"/>
                </a:solidFill>
              </a:defRPr>
            </a:lvl2pPr>
            <a:lvl3pPr>
              <a:defRPr sz="2400">
                <a:solidFill>
                  <a:srgbClr val="595451"/>
                </a:solidFill>
              </a:defRPr>
            </a:lvl3pPr>
            <a:lvl4pPr>
              <a:defRPr sz="2000">
                <a:solidFill>
                  <a:srgbClr val="595451"/>
                </a:solidFill>
              </a:defRPr>
            </a:lvl4pPr>
            <a:lvl5pPr>
              <a:defRPr sz="2000">
                <a:solidFill>
                  <a:srgbClr val="59545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268760"/>
            <a:ext cx="4011084" cy="475252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7CD1C2-5BC4-4F6E-8FEE-82B39784CFB4}" type="datetime1">
              <a:rPr lang="en-US" altLang="da-DK"/>
              <a:pPr/>
              <a:t>5/28/2026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65377B-5B52-4C9C-B29E-CBAD097C66C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2252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48106"/>
            <a:ext cx="1095900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403201"/>
            <a:ext cx="10959008" cy="381885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a-DK" noProof="0"/>
              <a:t>Klik på ikonet for at tilføje et billede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4914844"/>
            <a:ext cx="10972800" cy="96242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0AD4B9-8127-47DA-A6B8-A2944AC073AE}" type="datetime1">
              <a:rPr lang="en-US" altLang="da-DK"/>
              <a:pPr/>
              <a:t>5/28/2026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9A3DB-564B-4F36-995A-AC9C1F804CA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954033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0F2D61-0917-47B0-98CF-3F32BC9F448C}" type="datetime1">
              <a:rPr lang="en-US" altLang="da-DK"/>
              <a:pPr/>
              <a:t>5/28/2026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094B27-1D44-4568-9A5F-6D38F41EEFC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19252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403200"/>
            <a:ext cx="2743200" cy="5402064"/>
          </a:xfrm>
        </p:spPr>
        <p:txBody>
          <a:bodyPr vert="eaVert"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03200"/>
            <a:ext cx="8026400" cy="5402064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CB5A19-1091-4F2F-B01B-02236E4E742E}" type="datetime1">
              <a:rPr lang="en-US" altLang="da-DK" smtClean="0"/>
              <a:pPr/>
              <a:t>5/28/2026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3B540-D54D-4CA3-B5BB-7EF780364F63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843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5/28/2026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083382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6190067"/>
            <a:ext cx="12192000" cy="668000"/>
          </a:xfrm>
          <a:prstGeom prst="rect">
            <a:avLst/>
          </a:prstGeom>
          <a:solidFill>
            <a:srgbClr val="FFF38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29" name="Google Shape;29;p4" descr="{&quot;templafy&quot;:{&quot;id&quot;:&quot;43ceaf7c-c121-410b-a8f1-4905349c9834&quot;}}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0567" y="6403467"/>
            <a:ext cx="994035" cy="2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374833" y="767933"/>
            <a:ext cx="112544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1169229" y="2127700"/>
            <a:ext cx="10473200" cy="4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da-DK" smtClean="0"/>
              <a:pPr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69796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451">
            <a:alpha val="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9pPr>
          </a:lstStyle>
          <a:p>
            <a:pPr algn="ctr"/>
            <a:endParaRPr lang="da-DK" altLang="da-DK">
              <a:solidFill>
                <a:srgbClr val="595451"/>
              </a:solidFill>
            </a:endParaRP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5E80E16F-F1D6-D74D-8844-3F97B78E4FC2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926609" y="6339542"/>
            <a:ext cx="1655791" cy="345232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404664"/>
            <a:ext cx="109728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  <a:endParaRPr lang="en-US" altLang="da-DK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465200"/>
            <a:ext cx="10972800" cy="4379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</a:p>
          <a:p>
            <a:pPr lvl="1"/>
            <a:r>
              <a:rPr lang="da-DK" altLang="da-DK"/>
              <a:t>Andet niveau</a:t>
            </a:r>
          </a:p>
          <a:p>
            <a:pPr lvl="2"/>
            <a:r>
              <a:rPr lang="da-DK" altLang="da-DK"/>
              <a:t>Tredje niveau</a:t>
            </a:r>
          </a:p>
          <a:p>
            <a:pPr lvl="3"/>
            <a:r>
              <a:rPr lang="da-DK" altLang="da-DK"/>
              <a:t>Fjerde niveau</a:t>
            </a:r>
          </a:p>
          <a:p>
            <a:pPr lvl="4"/>
            <a:r>
              <a:rPr lang="da-DK" altLang="da-DK"/>
              <a:t>Femte niveau</a:t>
            </a:r>
            <a:endParaRPr lang="en-US" alt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4D64152E-547A-410C-8CFD-1316C18627F6}" type="datetime1">
              <a:rPr lang="en-US" altLang="da-DK" smtClean="0"/>
              <a:pPr/>
              <a:t>5/28/2026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5792" y="6376244"/>
            <a:ext cx="38608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22784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F380D6A7-79C7-45E1-8DF8-62E1E0787E7B}" type="slidenum">
              <a:rPr lang="en-US" altLang="da-DK" smtClean="0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106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63" r:id="rId12"/>
    <p:sldLayoutId id="2147483683" r:id="rId13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b="1" i="0" kern="1200">
          <a:solidFill>
            <a:srgbClr val="F49800"/>
          </a:solidFill>
          <a:latin typeface="Arial" panose="020B0604020202020204" pitchFamily="34" charset="0"/>
          <a:ea typeface="ヒラギノ角ゴ Pro W3" charset="-128"/>
          <a:cs typeface="Arial" panose="020B0604020202020204" pitchFamily="34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452C20-B6F4-2FD7-6104-D6C5EB8DB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Opfølgning på øvelse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747F0E8-09A3-7D73-B62F-E1A47BDE0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/>
              <a:t>Opgave 2: Design </a:t>
            </a:r>
            <a:r>
              <a:rPr lang="da-DK" dirty="0"/>
              <a:t>af et system med hensyn til GDPR</a:t>
            </a:r>
          </a:p>
        </p:txBody>
      </p:sp>
    </p:spTree>
    <p:extLst>
      <p:ext uri="{BB962C8B-B14F-4D97-AF65-F5344CB8AC3E}">
        <p14:creationId xmlns:p14="http://schemas.microsoft.com/office/powerpoint/2010/main" val="2459662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B77BAC9-828B-36E5-4F33-D2E13FC34A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Etik og it-sikkerhed</a:t>
            </a:r>
            <a:endParaRPr lang="da-DK" noProof="0" dirty="0"/>
          </a:p>
        </p:txBody>
      </p:sp>
      <p:sp>
        <p:nvSpPr>
          <p:cNvPr id="5" name="Undertitel 4">
            <a:extLst>
              <a:ext uri="{FF2B5EF4-FFF2-40B4-BE49-F238E27FC236}">
                <a16:creationId xmlns:a16="http://schemas.microsoft.com/office/drawing/2014/main" id="{31E9D6C8-BBEF-A22D-0408-B011726DC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noProof="0" dirty="0"/>
              <a:t>Pedersen og Vandrup, kapitel 11</a:t>
            </a:r>
          </a:p>
        </p:txBody>
      </p:sp>
    </p:spTree>
    <p:extLst>
      <p:ext uri="{BB962C8B-B14F-4D97-AF65-F5344CB8AC3E}">
        <p14:creationId xmlns:p14="http://schemas.microsoft.com/office/powerpoint/2010/main" val="882084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24856D-01F9-450C-2005-60DBE8EF9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er etik i IT?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BE84A25C-DAF6-22F6-0E76-75F06BEC45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a-DK" dirty="0"/>
              <a:t>Etik: Refleksion over rigtigt og forkert</a:t>
            </a:r>
          </a:p>
          <a:p>
            <a:r>
              <a:rPr lang="da-DK" dirty="0"/>
              <a:t>Ikke alt lovligt er nødvendigvis etisk rigtigt.</a:t>
            </a:r>
          </a:p>
          <a:p>
            <a:r>
              <a:rPr lang="da-DK" dirty="0"/>
              <a:t>IT-udviklere træffer valg med konsekvenser.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B7449719-ACAA-5A1E-A612-06CC0412033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Eksempler:</a:t>
            </a:r>
          </a:p>
          <a:p>
            <a:r>
              <a:rPr lang="da-DK" dirty="0"/>
              <a:t>Overvågning vs. privatliv</a:t>
            </a:r>
          </a:p>
          <a:p>
            <a:r>
              <a:rPr lang="da-DK" dirty="0"/>
              <a:t>Dataindsamling vs. brugerværdi</a:t>
            </a:r>
          </a:p>
        </p:txBody>
      </p:sp>
    </p:spTree>
    <p:extLst>
      <p:ext uri="{BB962C8B-B14F-4D97-AF65-F5344CB8AC3E}">
        <p14:creationId xmlns:p14="http://schemas.microsoft.com/office/powerpoint/2010/main" val="183960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3D6AD3-E860-38E5-E32D-A1C7A2048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Eksempler på etiske </a:t>
            </a:r>
            <a:r>
              <a:rPr lang="da-DK" dirty="0"/>
              <a:t>dilemmaer i sikkerhed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C584620-803B-A545-0B8A-377E1749BF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a-DK" dirty="0"/>
              <a:t>Skal man logge brugeraktivitet?</a:t>
            </a:r>
          </a:p>
          <a:p>
            <a:r>
              <a:rPr lang="da-DK" dirty="0"/>
              <a:t>Hvornår er overvågning acceptabel?</a:t>
            </a:r>
          </a:p>
          <a:p>
            <a:r>
              <a:rPr lang="da-DK" dirty="0"/>
              <a:t>Hvordan håndteres sårbarheder?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9A0A64DC-75FF-9020-FC5C-F696DC983A9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Ofte konflikt mellem:</a:t>
            </a:r>
          </a:p>
          <a:p>
            <a:r>
              <a:rPr lang="da-DK" dirty="0"/>
              <a:t>Sikkerhed</a:t>
            </a:r>
          </a:p>
          <a:p>
            <a:r>
              <a:rPr lang="da-DK" dirty="0"/>
              <a:t>Brugervenlighed</a:t>
            </a:r>
          </a:p>
          <a:p>
            <a:r>
              <a:rPr lang="da-DK" dirty="0"/>
              <a:t>Privatliv</a:t>
            </a:r>
          </a:p>
        </p:txBody>
      </p:sp>
    </p:spTree>
    <p:extLst>
      <p:ext uri="{BB962C8B-B14F-4D97-AF65-F5344CB8AC3E}">
        <p14:creationId xmlns:p14="http://schemas.microsoft.com/office/powerpoint/2010/main" val="1458748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B3A676-75EA-9D55-FC42-4732D874E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49DAA1D2-44FD-7593-CBB2-A9678E47A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/>
              <a:t>SIK-17-Øvelse i etik og IT-sikkerhed</a:t>
            </a:r>
          </a:p>
        </p:txBody>
      </p:sp>
    </p:spTree>
    <p:extLst>
      <p:ext uri="{BB962C8B-B14F-4D97-AF65-F5344CB8AC3E}">
        <p14:creationId xmlns:p14="http://schemas.microsoft.com/office/powerpoint/2010/main" val="1987178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EAMV">
      <a:dk1>
        <a:srgbClr val="595451"/>
      </a:dk1>
      <a:lt1>
        <a:srgbClr val="FFFFFF"/>
      </a:lt1>
      <a:dk2>
        <a:srgbClr val="595451"/>
      </a:dk2>
      <a:lt2>
        <a:srgbClr val="E5DFDD"/>
      </a:lt2>
      <a:accent1>
        <a:srgbClr val="F39800"/>
      </a:accent1>
      <a:accent2>
        <a:srgbClr val="000000"/>
      </a:accent2>
      <a:accent3>
        <a:srgbClr val="595451"/>
      </a:accent3>
      <a:accent4>
        <a:srgbClr val="8B8683"/>
      </a:accent4>
      <a:accent5>
        <a:srgbClr val="BDB8B5"/>
      </a:accent5>
      <a:accent6>
        <a:srgbClr val="EFEAE7"/>
      </a:accent6>
      <a:hlink>
        <a:srgbClr val="F39800"/>
      </a:hlink>
      <a:folHlink>
        <a:srgbClr val="F398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60A705C2DE254E8F78A837884E50C0" ma:contentTypeVersion="3" ma:contentTypeDescription="Create a new document." ma:contentTypeScope="" ma:versionID="c8dfd7cd7f5665b7b71d78e76ae8a15d">
  <xsd:schema xmlns:xsd="http://www.w3.org/2001/XMLSchema" xmlns:xs="http://www.w3.org/2001/XMLSchema" xmlns:p="http://schemas.microsoft.com/office/2006/metadata/properties" xmlns:ns2="c55bf11f-999e-4e03-b8a8-f54705c8f293" targetNamespace="http://schemas.microsoft.com/office/2006/metadata/properties" ma:root="true" ma:fieldsID="f5888ebc09fc666beca5772cf6d24d1f" ns2:_="">
    <xsd:import namespace="c55bf11f-999e-4e03-b8a8-f54705c8f2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bf11f-999e-4e03-b8a8-f54705c8f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FB617EB-268A-4020-AD01-543EA9B1DD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F22652-A2BE-40A3-A122-BE6277790EB9}"/>
</file>

<file path=customXml/itemProps3.xml><?xml version="1.0" encoding="utf-8"?>
<ds:datastoreItem xmlns:ds="http://schemas.openxmlformats.org/officeDocument/2006/customXml" ds:itemID="{17D6D31F-FDC6-4929-B92D-52EEE710D2A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2723</TotalTime>
  <Words>93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Office-tema</vt:lpstr>
      <vt:lpstr>Opfølgning på øvelse</vt:lpstr>
      <vt:lpstr>Etik og it-sikkerhed</vt:lpstr>
      <vt:lpstr>Hvad er etik i IT?</vt:lpstr>
      <vt:lpstr>Eksempler på etiske dilemmaer i sikkerhed</vt:lpstr>
      <vt:lpstr>Øvelse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Jesper Buch Poignée</dc:creator>
  <cp:keywords/>
  <dc:description>generated using python-pptx</dc:description>
  <cp:lastModifiedBy>Jesper Buch Poignée</cp:lastModifiedBy>
  <cp:revision>1</cp:revision>
  <dcterms:created xsi:type="dcterms:W3CDTF">2013-01-27T09:14:16Z</dcterms:created>
  <dcterms:modified xsi:type="dcterms:W3CDTF">2026-05-28T07:17:27Z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0x010100F960A705C2DE254E8F78A837884E50C0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</Properties>
</file>