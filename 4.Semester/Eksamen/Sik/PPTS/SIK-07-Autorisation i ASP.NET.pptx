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1" r:id="rId4"/>
  </p:sldMasterIdLst>
  <p:sldIdLst>
    <p:sldId id="334" r:id="rId5"/>
    <p:sldId id="327" r:id="rId6"/>
    <p:sldId id="295" r:id="rId7"/>
    <p:sldId id="328" r:id="rId8"/>
    <p:sldId id="329" r:id="rId9"/>
    <p:sldId id="330" r:id="rId10"/>
    <p:sldId id="331" r:id="rId11"/>
    <p:sldId id="332" r:id="rId12"/>
    <p:sldId id="333" r:id="rId13"/>
    <p:sldId id="33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821337-6F72-407D-AA24-12B5DE7CB68F}" v="11" dt="2026-03-11T19:23:32.9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ema til typografi 1 - Markering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ema til typografi 1 - Markering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ema til typografi 1 - Markering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940675A-B579-460E-94D1-54222C63F5DA}" styleName="Ingen typografi, tabelgit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llemlayou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llemlayou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per Buch Poignée" userId="e9c179cb-b07f-48e2-8bc5-99357f35e469" providerId="ADAL" clId="{0FA08CF4-302B-405B-A75E-5DF504EDE4A1}"/>
    <pc:docChg chg="undo redo custSel addSld delSld modSld sldOrd">
      <pc:chgData name="Jesper Buch Poignée" userId="e9c179cb-b07f-48e2-8bc5-99357f35e469" providerId="ADAL" clId="{0FA08CF4-302B-405B-A75E-5DF504EDE4A1}" dt="2026-03-11T19:43:34.339" v="16433" actId="20577"/>
      <pc:docMkLst>
        <pc:docMk/>
      </pc:docMkLst>
      <pc:sldChg chg="addSp delSp modSp new mod modClrScheme chgLayout">
        <pc:chgData name="Jesper Buch Poignée" userId="e9c179cb-b07f-48e2-8bc5-99357f35e469" providerId="ADAL" clId="{0FA08CF4-302B-405B-A75E-5DF504EDE4A1}" dt="2026-03-10T13:57:11.114" v="15707" actId="790"/>
        <pc:sldMkLst>
          <pc:docMk/>
          <pc:sldMk cId="882084974" sldId="295"/>
        </pc:sldMkLst>
        <pc:spChg chg="add mod ord">
          <ac:chgData name="Jesper Buch Poignée" userId="e9c179cb-b07f-48e2-8bc5-99357f35e469" providerId="ADAL" clId="{0FA08CF4-302B-405B-A75E-5DF504EDE4A1}" dt="2026-03-10T13:57:11.114" v="15707" actId="790"/>
          <ac:spMkLst>
            <pc:docMk/>
            <pc:sldMk cId="882084974" sldId="295"/>
            <ac:spMk id="4" creationId="{8B77BAC9-828B-36E5-4F33-D2E13FC34AD7}"/>
          </ac:spMkLst>
        </pc:spChg>
        <pc:spChg chg="add mod ord">
          <ac:chgData name="Jesper Buch Poignée" userId="e9c179cb-b07f-48e2-8bc5-99357f35e469" providerId="ADAL" clId="{0FA08CF4-302B-405B-A75E-5DF504EDE4A1}" dt="2026-03-10T13:57:11.114" v="15707" actId="790"/>
          <ac:spMkLst>
            <pc:docMk/>
            <pc:sldMk cId="882084974" sldId="295"/>
            <ac:spMk id="5" creationId="{31E9D6C8-BBEF-A22D-0408-B011726DCB5A}"/>
          </ac:spMkLst>
        </pc:spChg>
      </pc:sldChg>
      <pc:sldChg chg="addSp modSp new del mod">
        <pc:chgData name="Jesper Buch Poignée" userId="e9c179cb-b07f-48e2-8bc5-99357f35e469" providerId="ADAL" clId="{0FA08CF4-302B-405B-A75E-5DF504EDE4A1}" dt="2026-03-10T13:55:02.222" v="15665" actId="2696"/>
        <pc:sldMkLst>
          <pc:docMk/>
          <pc:sldMk cId="3329730790" sldId="322"/>
        </pc:sldMkLst>
      </pc:sldChg>
      <pc:sldChg chg="addSp delSp modSp new del mod modClrScheme chgLayout">
        <pc:chgData name="Jesper Buch Poignée" userId="e9c179cb-b07f-48e2-8bc5-99357f35e469" providerId="ADAL" clId="{0FA08CF4-302B-405B-A75E-5DF504EDE4A1}" dt="2026-03-10T13:55:02.222" v="15665" actId="2696"/>
        <pc:sldMkLst>
          <pc:docMk/>
          <pc:sldMk cId="2305284834" sldId="323"/>
        </pc:sldMkLst>
      </pc:sldChg>
      <pc:sldChg chg="addSp delSp modSp new del mod modClrScheme chgLayout">
        <pc:chgData name="Jesper Buch Poignée" userId="e9c179cb-b07f-48e2-8bc5-99357f35e469" providerId="ADAL" clId="{0FA08CF4-302B-405B-A75E-5DF504EDE4A1}" dt="2026-03-10T13:55:02.222" v="15665" actId="2696"/>
        <pc:sldMkLst>
          <pc:docMk/>
          <pc:sldMk cId="3879098967" sldId="324"/>
        </pc:sldMkLst>
      </pc:sldChg>
      <pc:sldChg chg="addSp delSp modSp new del mod">
        <pc:chgData name="Jesper Buch Poignée" userId="e9c179cb-b07f-48e2-8bc5-99357f35e469" providerId="ADAL" clId="{0FA08CF4-302B-405B-A75E-5DF504EDE4A1}" dt="2026-03-10T13:55:02.222" v="15665" actId="2696"/>
        <pc:sldMkLst>
          <pc:docMk/>
          <pc:sldMk cId="2018586491" sldId="325"/>
        </pc:sldMkLst>
      </pc:sldChg>
      <pc:sldChg chg="addSp delSp modSp new del mod modClrScheme chgLayout">
        <pc:chgData name="Jesper Buch Poignée" userId="e9c179cb-b07f-48e2-8bc5-99357f35e469" providerId="ADAL" clId="{0FA08CF4-302B-405B-A75E-5DF504EDE4A1}" dt="2026-03-10T13:55:02.222" v="15665" actId="2696"/>
        <pc:sldMkLst>
          <pc:docMk/>
          <pc:sldMk cId="1108058978" sldId="326"/>
        </pc:sldMkLst>
      </pc:sldChg>
      <pc:sldChg chg="modSp new mod ord">
        <pc:chgData name="Jesper Buch Poignée" userId="e9c179cb-b07f-48e2-8bc5-99357f35e469" providerId="ADAL" clId="{0FA08CF4-302B-405B-A75E-5DF504EDE4A1}" dt="2026-03-10T13:57:11.114" v="15707" actId="790"/>
        <pc:sldMkLst>
          <pc:docMk/>
          <pc:sldMk cId="3369001520" sldId="327"/>
        </pc:sldMkLst>
        <pc:spChg chg="mod">
          <ac:chgData name="Jesper Buch Poignée" userId="e9c179cb-b07f-48e2-8bc5-99357f35e469" providerId="ADAL" clId="{0FA08CF4-302B-405B-A75E-5DF504EDE4A1}" dt="2026-03-10T13:57:11.114" v="15707" actId="790"/>
          <ac:spMkLst>
            <pc:docMk/>
            <pc:sldMk cId="3369001520" sldId="327"/>
            <ac:spMk id="2" creationId="{2D186F28-11F7-08DD-BA06-2C089BC5FF0D}"/>
          </ac:spMkLst>
        </pc:spChg>
        <pc:spChg chg="mod">
          <ac:chgData name="Jesper Buch Poignée" userId="e9c179cb-b07f-48e2-8bc5-99357f35e469" providerId="ADAL" clId="{0FA08CF4-302B-405B-A75E-5DF504EDE4A1}" dt="2026-03-10T13:57:11.114" v="15707" actId="790"/>
          <ac:spMkLst>
            <pc:docMk/>
            <pc:sldMk cId="3369001520" sldId="327"/>
            <ac:spMk id="3" creationId="{D2FDC082-B89A-458D-4F92-CCF43656FBCE}"/>
          </ac:spMkLst>
        </pc:spChg>
      </pc:sldChg>
      <pc:sldChg chg="addSp delSp modSp new mod modClrScheme chgLayout">
        <pc:chgData name="Jesper Buch Poignée" userId="e9c179cb-b07f-48e2-8bc5-99357f35e469" providerId="ADAL" clId="{0FA08CF4-302B-405B-A75E-5DF504EDE4A1}" dt="2026-03-11T19:20:25.996" v="16256" actId="1076"/>
        <pc:sldMkLst>
          <pc:docMk/>
          <pc:sldMk cId="3176817188" sldId="328"/>
        </pc:sldMkLst>
        <pc:spChg chg="del">
          <ac:chgData name="Jesper Buch Poignée" userId="e9c179cb-b07f-48e2-8bc5-99357f35e469" providerId="ADAL" clId="{0FA08CF4-302B-405B-A75E-5DF504EDE4A1}" dt="2026-03-10T13:56:32.528" v="15670" actId="26606"/>
          <ac:spMkLst>
            <pc:docMk/>
            <pc:sldMk cId="3176817188" sldId="328"/>
            <ac:spMk id="2" creationId="{D02FD9F2-AF53-C304-00F2-A8C6580AEFE9}"/>
          </ac:spMkLst>
        </pc:spChg>
        <pc:spChg chg="del">
          <ac:chgData name="Jesper Buch Poignée" userId="e9c179cb-b07f-48e2-8bc5-99357f35e469" providerId="ADAL" clId="{0FA08CF4-302B-405B-A75E-5DF504EDE4A1}" dt="2026-03-10T13:56:32.528" v="15670" actId="26606"/>
          <ac:spMkLst>
            <pc:docMk/>
            <pc:sldMk cId="3176817188" sldId="328"/>
            <ac:spMk id="3" creationId="{28128F8E-CD45-D7C0-7A54-59C907215B32}"/>
          </ac:spMkLst>
        </pc:spChg>
        <pc:spChg chg="add mod">
          <ac:chgData name="Jesper Buch Poignée" userId="e9c179cb-b07f-48e2-8bc5-99357f35e469" providerId="ADAL" clId="{0FA08CF4-302B-405B-A75E-5DF504EDE4A1}" dt="2026-03-10T13:57:23.758" v="15708" actId="26606"/>
          <ac:spMkLst>
            <pc:docMk/>
            <pc:sldMk cId="3176817188" sldId="328"/>
            <ac:spMk id="10" creationId="{54F793B7-2862-9DAF-4464-5D8AFAF4048A}"/>
          </ac:spMkLst>
        </pc:spChg>
        <pc:spChg chg="add mod">
          <ac:chgData name="Jesper Buch Poignée" userId="e9c179cb-b07f-48e2-8bc5-99357f35e469" providerId="ADAL" clId="{0FA08CF4-302B-405B-A75E-5DF504EDE4A1}" dt="2026-03-10T13:58:30.947" v="15742" actId="20577"/>
          <ac:spMkLst>
            <pc:docMk/>
            <pc:sldMk cId="3176817188" sldId="328"/>
            <ac:spMk id="12" creationId="{C8A60786-2821-D5CC-980F-E4DC1AABBB00}"/>
          </ac:spMkLst>
        </pc:spChg>
        <pc:spChg chg="add del mod">
          <ac:chgData name="Jesper Buch Poignée" userId="e9c179cb-b07f-48e2-8bc5-99357f35e469" providerId="ADAL" clId="{0FA08CF4-302B-405B-A75E-5DF504EDE4A1}" dt="2026-03-10T13:57:23.758" v="15708" actId="26606"/>
          <ac:spMkLst>
            <pc:docMk/>
            <pc:sldMk cId="3176817188" sldId="328"/>
            <ac:spMk id="14" creationId="{70C37CA5-120D-047F-C4A0-0EDFDEA8FA01}"/>
          </ac:spMkLst>
        </pc:spChg>
        <pc:spChg chg="add del mod">
          <ac:chgData name="Jesper Buch Poignée" userId="e9c179cb-b07f-48e2-8bc5-99357f35e469" providerId="ADAL" clId="{0FA08CF4-302B-405B-A75E-5DF504EDE4A1}" dt="2026-03-10T13:57:23.758" v="15708" actId="26606"/>
          <ac:spMkLst>
            <pc:docMk/>
            <pc:sldMk cId="3176817188" sldId="328"/>
            <ac:spMk id="16" creationId="{A3C9943F-08AF-C676-6351-B5EA9793F5F8}"/>
          </ac:spMkLst>
        </pc:spChg>
        <pc:spChg chg="add del">
          <ac:chgData name="Jesper Buch Poignée" userId="e9c179cb-b07f-48e2-8bc5-99357f35e469" providerId="ADAL" clId="{0FA08CF4-302B-405B-A75E-5DF504EDE4A1}" dt="2026-03-10T13:58:16.300" v="15714" actId="22"/>
          <ac:spMkLst>
            <pc:docMk/>
            <pc:sldMk cId="3176817188" sldId="328"/>
            <ac:spMk id="21" creationId="{1DA0F3D4-8945-CECD-1F22-BD8E31F763C5}"/>
          </ac:spMkLst>
        </pc:spChg>
        <pc:spChg chg="add mod">
          <ac:chgData name="Jesper Buch Poignée" userId="e9c179cb-b07f-48e2-8bc5-99357f35e469" providerId="ADAL" clId="{0FA08CF4-302B-405B-A75E-5DF504EDE4A1}" dt="2026-03-10T13:57:29.011" v="15711" actId="20577"/>
          <ac:spMkLst>
            <pc:docMk/>
            <pc:sldMk cId="3176817188" sldId="328"/>
            <ac:spMk id="23" creationId="{F984AE2A-6C90-A486-AD28-09E5671B5822}"/>
          </ac:spMkLst>
        </pc:spChg>
        <pc:picChg chg="add mod">
          <ac:chgData name="Jesper Buch Poignée" userId="e9c179cb-b07f-48e2-8bc5-99357f35e469" providerId="ADAL" clId="{0FA08CF4-302B-405B-A75E-5DF504EDE4A1}" dt="2026-03-10T13:58:42.509" v="15744" actId="1440"/>
          <ac:picMkLst>
            <pc:docMk/>
            <pc:sldMk cId="3176817188" sldId="328"/>
            <ac:picMk id="5" creationId="{505B26C7-CC17-D29A-38AE-CA6EBEB6B83F}"/>
          </ac:picMkLst>
        </pc:picChg>
        <pc:picChg chg="add del">
          <ac:chgData name="Jesper Buch Poignée" userId="e9c179cb-b07f-48e2-8bc5-99357f35e469" providerId="ADAL" clId="{0FA08CF4-302B-405B-A75E-5DF504EDE4A1}" dt="2026-03-10T13:58:09.513" v="15713" actId="22"/>
          <ac:picMkLst>
            <pc:docMk/>
            <pc:sldMk cId="3176817188" sldId="328"/>
            <ac:picMk id="7" creationId="{1021850C-5796-2DB3-F627-9276CB3DAEDB}"/>
          </ac:picMkLst>
        </pc:picChg>
        <pc:picChg chg="add mod ord">
          <ac:chgData name="Jesper Buch Poignée" userId="e9c179cb-b07f-48e2-8bc5-99357f35e469" providerId="ADAL" clId="{0FA08CF4-302B-405B-A75E-5DF504EDE4A1}" dt="2026-03-11T19:20:25.996" v="16256" actId="1076"/>
          <ac:picMkLst>
            <pc:docMk/>
            <pc:sldMk cId="3176817188" sldId="328"/>
            <ac:picMk id="9" creationId="{7B1D127E-4020-E8C5-AE96-0A788A2C5E16}"/>
          </ac:picMkLst>
        </pc:picChg>
      </pc:sldChg>
      <pc:sldChg chg="addSp delSp modSp new mod">
        <pc:chgData name="Jesper Buch Poignée" userId="e9c179cb-b07f-48e2-8bc5-99357f35e469" providerId="ADAL" clId="{0FA08CF4-302B-405B-A75E-5DF504EDE4A1}" dt="2026-03-11T19:20:34.889" v="16258" actId="1076"/>
        <pc:sldMkLst>
          <pc:docMk/>
          <pc:sldMk cId="556436753" sldId="329"/>
        </pc:sldMkLst>
        <pc:spChg chg="mod">
          <ac:chgData name="Jesper Buch Poignée" userId="e9c179cb-b07f-48e2-8bc5-99357f35e469" providerId="ADAL" clId="{0FA08CF4-302B-405B-A75E-5DF504EDE4A1}" dt="2026-03-10T13:59:28.148" v="15762" actId="20577"/>
          <ac:spMkLst>
            <pc:docMk/>
            <pc:sldMk cId="556436753" sldId="329"/>
            <ac:spMk id="2" creationId="{5CAF41EC-4D3D-7CEB-26B7-CA73BCCD5C2F}"/>
          </ac:spMkLst>
        </pc:spChg>
        <pc:spChg chg="mod">
          <ac:chgData name="Jesper Buch Poignée" userId="e9c179cb-b07f-48e2-8bc5-99357f35e469" providerId="ADAL" clId="{0FA08CF4-302B-405B-A75E-5DF504EDE4A1}" dt="2026-03-10T14:01:00.692" v="15794" actId="20577"/>
          <ac:spMkLst>
            <pc:docMk/>
            <pc:sldMk cId="556436753" sldId="329"/>
            <ac:spMk id="3" creationId="{EA99AA91-4D0C-1A5D-E6AF-9A8D90CBE706}"/>
          </ac:spMkLst>
        </pc:spChg>
        <pc:spChg chg="del">
          <ac:chgData name="Jesper Buch Poignée" userId="e9c179cb-b07f-48e2-8bc5-99357f35e469" providerId="ADAL" clId="{0FA08CF4-302B-405B-A75E-5DF504EDE4A1}" dt="2026-03-10T14:00:24.381" v="15776" actId="22"/>
          <ac:spMkLst>
            <pc:docMk/>
            <pc:sldMk cId="556436753" sldId="329"/>
            <ac:spMk id="4" creationId="{C252E11C-90C3-8015-8CEC-91ADB58B919C}"/>
          </ac:spMkLst>
        </pc:spChg>
        <pc:spChg chg="mod">
          <ac:chgData name="Jesper Buch Poignée" userId="e9c179cb-b07f-48e2-8bc5-99357f35e469" providerId="ADAL" clId="{0FA08CF4-302B-405B-A75E-5DF504EDE4A1}" dt="2026-03-10T14:01:34.136" v="15807" actId="20577"/>
          <ac:spMkLst>
            <pc:docMk/>
            <pc:sldMk cId="556436753" sldId="329"/>
            <ac:spMk id="5" creationId="{A262121D-4C18-1F53-25BF-9EEFB8C7CD56}"/>
          </ac:spMkLst>
        </pc:spChg>
        <pc:spChg chg="del">
          <ac:chgData name="Jesper Buch Poignée" userId="e9c179cb-b07f-48e2-8bc5-99357f35e469" providerId="ADAL" clId="{0FA08CF4-302B-405B-A75E-5DF504EDE4A1}" dt="2026-03-10T14:00:47.361" v="15777" actId="22"/>
          <ac:spMkLst>
            <pc:docMk/>
            <pc:sldMk cId="556436753" sldId="329"/>
            <ac:spMk id="6" creationId="{0CF01429-6DB2-3DCB-2830-C59A21718CA4}"/>
          </ac:spMkLst>
        </pc:spChg>
        <pc:spChg chg="add del mod">
          <ac:chgData name="Jesper Buch Poignée" userId="e9c179cb-b07f-48e2-8bc5-99357f35e469" providerId="ADAL" clId="{0FA08CF4-302B-405B-A75E-5DF504EDE4A1}" dt="2026-03-10T14:01:26.775" v="15797" actId="22"/>
          <ac:spMkLst>
            <pc:docMk/>
            <pc:sldMk cId="556436753" sldId="329"/>
            <ac:spMk id="11" creationId="{C80DFF91-4A4E-00AB-11B8-D702D1A0FFA6}"/>
          </ac:spMkLst>
        </pc:spChg>
        <pc:picChg chg="add mod ord">
          <ac:chgData name="Jesper Buch Poignée" userId="e9c179cb-b07f-48e2-8bc5-99357f35e469" providerId="ADAL" clId="{0FA08CF4-302B-405B-A75E-5DF504EDE4A1}" dt="2026-03-11T19:20:32.537" v="16257" actId="1076"/>
          <ac:picMkLst>
            <pc:docMk/>
            <pc:sldMk cId="556436753" sldId="329"/>
            <ac:picMk id="8" creationId="{081A2EE7-98E1-4952-64A1-A9BF192ABD30}"/>
          </ac:picMkLst>
        </pc:picChg>
        <pc:picChg chg="add del mod ord">
          <ac:chgData name="Jesper Buch Poignée" userId="e9c179cb-b07f-48e2-8bc5-99357f35e469" providerId="ADAL" clId="{0FA08CF4-302B-405B-A75E-5DF504EDE4A1}" dt="2026-03-10T14:01:23.725" v="15796" actId="478"/>
          <ac:picMkLst>
            <pc:docMk/>
            <pc:sldMk cId="556436753" sldId="329"/>
            <ac:picMk id="10" creationId="{A9F216B2-392E-C7FA-B3D8-361BCE0E02C4}"/>
          </ac:picMkLst>
        </pc:picChg>
        <pc:picChg chg="add mod ord">
          <ac:chgData name="Jesper Buch Poignée" userId="e9c179cb-b07f-48e2-8bc5-99357f35e469" providerId="ADAL" clId="{0FA08CF4-302B-405B-A75E-5DF504EDE4A1}" dt="2026-03-11T19:20:34.889" v="16258" actId="1076"/>
          <ac:picMkLst>
            <pc:docMk/>
            <pc:sldMk cId="556436753" sldId="329"/>
            <ac:picMk id="13" creationId="{263617EE-1F8D-4AD3-5DA1-AE8EFB625C93}"/>
          </ac:picMkLst>
        </pc:picChg>
      </pc:sldChg>
      <pc:sldChg chg="addSp delSp modSp new mod">
        <pc:chgData name="Jesper Buch Poignée" userId="e9c179cb-b07f-48e2-8bc5-99357f35e469" providerId="ADAL" clId="{0FA08CF4-302B-405B-A75E-5DF504EDE4A1}" dt="2026-03-11T19:20:42.041" v="16260" actId="1076"/>
        <pc:sldMkLst>
          <pc:docMk/>
          <pc:sldMk cId="547483070" sldId="330"/>
        </pc:sldMkLst>
        <pc:spChg chg="mod">
          <ac:chgData name="Jesper Buch Poignée" userId="e9c179cb-b07f-48e2-8bc5-99357f35e469" providerId="ADAL" clId="{0FA08CF4-302B-405B-A75E-5DF504EDE4A1}" dt="2026-03-10T14:03:29.417" v="15825" actId="20577"/>
          <ac:spMkLst>
            <pc:docMk/>
            <pc:sldMk cId="547483070" sldId="330"/>
            <ac:spMk id="2" creationId="{56EDCEFC-6527-0356-4E2C-01DB5675A363}"/>
          </ac:spMkLst>
        </pc:spChg>
        <pc:spChg chg="mod">
          <ac:chgData name="Jesper Buch Poignée" userId="e9c179cb-b07f-48e2-8bc5-99357f35e469" providerId="ADAL" clId="{0FA08CF4-302B-405B-A75E-5DF504EDE4A1}" dt="2026-03-10T14:04:23.273" v="15851" actId="20577"/>
          <ac:spMkLst>
            <pc:docMk/>
            <pc:sldMk cId="547483070" sldId="330"/>
            <ac:spMk id="3" creationId="{5F0E0E78-CAAC-C306-3B75-C801BD07108D}"/>
          </ac:spMkLst>
        </pc:spChg>
        <pc:spChg chg="del">
          <ac:chgData name="Jesper Buch Poignée" userId="e9c179cb-b07f-48e2-8bc5-99357f35e469" providerId="ADAL" clId="{0FA08CF4-302B-405B-A75E-5DF504EDE4A1}" dt="2026-03-10T14:04:09.100" v="15826" actId="22"/>
          <ac:spMkLst>
            <pc:docMk/>
            <pc:sldMk cId="547483070" sldId="330"/>
            <ac:spMk id="4" creationId="{9FB4E1F5-77E7-0878-28BB-733E56F9D3BC}"/>
          </ac:spMkLst>
        </pc:spChg>
        <pc:spChg chg="mod">
          <ac:chgData name="Jesper Buch Poignée" userId="e9c179cb-b07f-48e2-8bc5-99357f35e469" providerId="ADAL" clId="{0FA08CF4-302B-405B-A75E-5DF504EDE4A1}" dt="2026-03-10T14:05:35.532" v="15868" actId="20577"/>
          <ac:spMkLst>
            <pc:docMk/>
            <pc:sldMk cId="547483070" sldId="330"/>
            <ac:spMk id="5" creationId="{C50C637C-79EA-9966-F14C-9C3973D8E34C}"/>
          </ac:spMkLst>
        </pc:spChg>
        <pc:spChg chg="del">
          <ac:chgData name="Jesper Buch Poignée" userId="e9c179cb-b07f-48e2-8bc5-99357f35e469" providerId="ADAL" clId="{0FA08CF4-302B-405B-A75E-5DF504EDE4A1}" dt="2026-03-10T14:05:28.870" v="15852" actId="22"/>
          <ac:spMkLst>
            <pc:docMk/>
            <pc:sldMk cId="547483070" sldId="330"/>
            <ac:spMk id="6" creationId="{E5A6EB26-2E70-9151-455D-3DFF9F72BC13}"/>
          </ac:spMkLst>
        </pc:spChg>
        <pc:picChg chg="add mod ord">
          <ac:chgData name="Jesper Buch Poignée" userId="e9c179cb-b07f-48e2-8bc5-99357f35e469" providerId="ADAL" clId="{0FA08CF4-302B-405B-A75E-5DF504EDE4A1}" dt="2026-03-11T19:20:38.905" v="16259" actId="1076"/>
          <ac:picMkLst>
            <pc:docMk/>
            <pc:sldMk cId="547483070" sldId="330"/>
            <ac:picMk id="8" creationId="{55A9DA90-D8AE-5F29-AA6A-CA1B7E8A2DCA}"/>
          </ac:picMkLst>
        </pc:picChg>
        <pc:picChg chg="add mod ord">
          <ac:chgData name="Jesper Buch Poignée" userId="e9c179cb-b07f-48e2-8bc5-99357f35e469" providerId="ADAL" clId="{0FA08CF4-302B-405B-A75E-5DF504EDE4A1}" dt="2026-03-11T19:20:42.041" v="16260" actId="1076"/>
          <ac:picMkLst>
            <pc:docMk/>
            <pc:sldMk cId="547483070" sldId="330"/>
            <ac:picMk id="10" creationId="{4C73CB53-35AF-58C5-5A00-166575FAEA12}"/>
          </ac:picMkLst>
        </pc:picChg>
      </pc:sldChg>
      <pc:sldChg chg="addSp delSp modSp new mod">
        <pc:chgData name="Jesper Buch Poignée" userId="e9c179cb-b07f-48e2-8bc5-99357f35e469" providerId="ADAL" clId="{0FA08CF4-302B-405B-A75E-5DF504EDE4A1}" dt="2026-03-11T19:21:56.280" v="16285" actId="20577"/>
        <pc:sldMkLst>
          <pc:docMk/>
          <pc:sldMk cId="1256512066" sldId="331"/>
        </pc:sldMkLst>
        <pc:spChg chg="mod">
          <ac:chgData name="Jesper Buch Poignée" userId="e9c179cb-b07f-48e2-8bc5-99357f35e469" providerId="ADAL" clId="{0FA08CF4-302B-405B-A75E-5DF504EDE4A1}" dt="2026-03-11T19:21:56.280" v="16285" actId="20577"/>
          <ac:spMkLst>
            <pc:docMk/>
            <pc:sldMk cId="1256512066" sldId="331"/>
            <ac:spMk id="2" creationId="{2E798FA5-D679-A847-3449-C47135168182}"/>
          </ac:spMkLst>
        </pc:spChg>
        <pc:spChg chg="mod">
          <ac:chgData name="Jesper Buch Poignée" userId="e9c179cb-b07f-48e2-8bc5-99357f35e469" providerId="ADAL" clId="{0FA08CF4-302B-405B-A75E-5DF504EDE4A1}" dt="2026-03-10T14:09:56.646" v="15966" actId="20577"/>
          <ac:spMkLst>
            <pc:docMk/>
            <pc:sldMk cId="1256512066" sldId="331"/>
            <ac:spMk id="3" creationId="{223FB2B8-66C8-8E03-8EAD-9AB184C63171}"/>
          </ac:spMkLst>
        </pc:spChg>
        <pc:spChg chg="del">
          <ac:chgData name="Jesper Buch Poignée" userId="e9c179cb-b07f-48e2-8bc5-99357f35e469" providerId="ADAL" clId="{0FA08CF4-302B-405B-A75E-5DF504EDE4A1}" dt="2026-03-10T14:08:49.726" v="15897" actId="22"/>
          <ac:spMkLst>
            <pc:docMk/>
            <pc:sldMk cId="1256512066" sldId="331"/>
            <ac:spMk id="4" creationId="{2AA6A9A8-3430-DCC2-6D01-C31AC5B1E87C}"/>
          </ac:spMkLst>
        </pc:spChg>
        <pc:spChg chg="mod">
          <ac:chgData name="Jesper Buch Poignée" userId="e9c179cb-b07f-48e2-8bc5-99357f35e469" providerId="ADAL" clId="{0FA08CF4-302B-405B-A75E-5DF504EDE4A1}" dt="2026-03-10T14:09:14.970" v="15925" actId="20577"/>
          <ac:spMkLst>
            <pc:docMk/>
            <pc:sldMk cId="1256512066" sldId="331"/>
            <ac:spMk id="5" creationId="{19CB5253-6D3A-C487-5A36-F9E7E835B022}"/>
          </ac:spMkLst>
        </pc:spChg>
        <pc:spChg chg="del">
          <ac:chgData name="Jesper Buch Poignée" userId="e9c179cb-b07f-48e2-8bc5-99357f35e469" providerId="ADAL" clId="{0FA08CF4-302B-405B-A75E-5DF504EDE4A1}" dt="2026-03-10T14:09:00.968" v="15898" actId="22"/>
          <ac:spMkLst>
            <pc:docMk/>
            <pc:sldMk cId="1256512066" sldId="331"/>
            <ac:spMk id="6" creationId="{56115C8B-317B-EAEB-FDE9-1AF11C18270D}"/>
          </ac:spMkLst>
        </pc:spChg>
        <pc:picChg chg="add mod ord">
          <ac:chgData name="Jesper Buch Poignée" userId="e9c179cb-b07f-48e2-8bc5-99357f35e469" providerId="ADAL" clId="{0FA08CF4-302B-405B-A75E-5DF504EDE4A1}" dt="2026-03-11T19:20:45.971" v="16261" actId="1076"/>
          <ac:picMkLst>
            <pc:docMk/>
            <pc:sldMk cId="1256512066" sldId="331"/>
            <ac:picMk id="8" creationId="{5D9B5379-E885-E13E-EBB5-8B02CF2EC733}"/>
          </ac:picMkLst>
        </pc:picChg>
        <pc:picChg chg="add mod ord">
          <ac:chgData name="Jesper Buch Poignée" userId="e9c179cb-b07f-48e2-8bc5-99357f35e469" providerId="ADAL" clId="{0FA08CF4-302B-405B-A75E-5DF504EDE4A1}" dt="2026-03-11T19:20:47.881" v="16262" actId="1076"/>
          <ac:picMkLst>
            <pc:docMk/>
            <pc:sldMk cId="1256512066" sldId="331"/>
            <ac:picMk id="10" creationId="{869A7EAD-885C-7E6A-6D31-EAA38A3F305A}"/>
          </ac:picMkLst>
        </pc:picChg>
      </pc:sldChg>
      <pc:sldChg chg="addSp delSp modSp add mod">
        <pc:chgData name="Jesper Buch Poignée" userId="e9c179cb-b07f-48e2-8bc5-99357f35e469" providerId="ADAL" clId="{0FA08CF4-302B-405B-A75E-5DF504EDE4A1}" dt="2026-03-11T19:22:02.254" v="16302" actId="20577"/>
        <pc:sldMkLst>
          <pc:docMk/>
          <pc:sldMk cId="822990431" sldId="332"/>
        </pc:sldMkLst>
        <pc:spChg chg="del mod">
          <ac:chgData name="Jesper Buch Poignée" userId="e9c179cb-b07f-48e2-8bc5-99357f35e469" providerId="ADAL" clId="{0FA08CF4-302B-405B-A75E-5DF504EDE4A1}" dt="2026-03-10T14:12:05.483" v="15985" actId="478"/>
          <ac:spMkLst>
            <pc:docMk/>
            <pc:sldMk cId="822990431" sldId="332"/>
            <ac:spMk id="2" creationId="{AF82F151-9A20-83EF-EFA4-00D83E200BCD}"/>
          </ac:spMkLst>
        </pc:spChg>
        <pc:spChg chg="add mod">
          <ac:chgData name="Jesper Buch Poignée" userId="e9c179cb-b07f-48e2-8bc5-99357f35e469" providerId="ADAL" clId="{0FA08CF4-302B-405B-A75E-5DF504EDE4A1}" dt="2026-03-11T19:22:02.254" v="16302" actId="20577"/>
          <ac:spMkLst>
            <pc:docMk/>
            <pc:sldMk cId="822990431" sldId="332"/>
            <ac:spMk id="4" creationId="{E84A8A64-59B2-4BC4-EB50-4C66674DB1E2}"/>
          </ac:spMkLst>
        </pc:spChg>
        <pc:spChg chg="mod">
          <ac:chgData name="Jesper Buch Poignée" userId="e9c179cb-b07f-48e2-8bc5-99357f35e469" providerId="ADAL" clId="{0FA08CF4-302B-405B-A75E-5DF504EDE4A1}" dt="2026-03-10T14:12:28.775" v="15999" actId="20577"/>
          <ac:spMkLst>
            <pc:docMk/>
            <pc:sldMk cId="822990431" sldId="332"/>
            <ac:spMk id="5" creationId="{E1EC2F47-19AF-5631-22C0-26FAD2A99FD4}"/>
          </ac:spMkLst>
        </pc:spChg>
        <pc:spChg chg="add del mod">
          <ac:chgData name="Jesper Buch Poignée" userId="e9c179cb-b07f-48e2-8bc5-99357f35e469" providerId="ADAL" clId="{0FA08CF4-302B-405B-A75E-5DF504EDE4A1}" dt="2026-03-10T14:12:07.581" v="15986" actId="22"/>
          <ac:spMkLst>
            <pc:docMk/>
            <pc:sldMk cId="822990431" sldId="332"/>
            <ac:spMk id="6" creationId="{7AB49E2A-41EB-49CC-2032-CED8F180675D}"/>
          </ac:spMkLst>
        </pc:spChg>
        <pc:spChg chg="add del mod">
          <ac:chgData name="Jesper Buch Poignée" userId="e9c179cb-b07f-48e2-8bc5-99357f35e469" providerId="ADAL" clId="{0FA08CF4-302B-405B-A75E-5DF504EDE4A1}" dt="2026-03-10T14:12:22.648" v="15988" actId="22"/>
          <ac:spMkLst>
            <pc:docMk/>
            <pc:sldMk cId="822990431" sldId="332"/>
            <ac:spMk id="11" creationId="{057E88B1-BCC9-2F7E-6FB7-57EFDFC32AD6}"/>
          </ac:spMkLst>
        </pc:spChg>
        <pc:picChg chg="del">
          <ac:chgData name="Jesper Buch Poignée" userId="e9c179cb-b07f-48e2-8bc5-99357f35e469" providerId="ADAL" clId="{0FA08CF4-302B-405B-A75E-5DF504EDE4A1}" dt="2026-03-10T14:12:05.483" v="15985" actId="478"/>
          <ac:picMkLst>
            <pc:docMk/>
            <pc:sldMk cId="822990431" sldId="332"/>
            <ac:picMk id="8" creationId="{2BCBC0FF-11E8-2BC2-A2E9-9F1100DCB970}"/>
          </ac:picMkLst>
        </pc:picChg>
        <pc:picChg chg="add mod ord">
          <ac:chgData name="Jesper Buch Poignée" userId="e9c179cb-b07f-48e2-8bc5-99357f35e469" providerId="ADAL" clId="{0FA08CF4-302B-405B-A75E-5DF504EDE4A1}" dt="2026-03-11T19:20:52.545" v="16263" actId="1076"/>
          <ac:picMkLst>
            <pc:docMk/>
            <pc:sldMk cId="822990431" sldId="332"/>
            <ac:picMk id="9" creationId="{2FB1C215-3823-78EC-C845-1267262F5DA9}"/>
          </ac:picMkLst>
        </pc:picChg>
        <pc:picChg chg="del">
          <ac:chgData name="Jesper Buch Poignée" userId="e9c179cb-b07f-48e2-8bc5-99357f35e469" providerId="ADAL" clId="{0FA08CF4-302B-405B-A75E-5DF504EDE4A1}" dt="2026-03-10T14:12:20.808" v="15987" actId="478"/>
          <ac:picMkLst>
            <pc:docMk/>
            <pc:sldMk cId="822990431" sldId="332"/>
            <ac:picMk id="10" creationId="{D0AA4B9F-E055-6B6D-609A-829220187E2E}"/>
          </ac:picMkLst>
        </pc:picChg>
        <pc:picChg chg="add mod ord">
          <ac:chgData name="Jesper Buch Poignée" userId="e9c179cb-b07f-48e2-8bc5-99357f35e469" providerId="ADAL" clId="{0FA08CF4-302B-405B-A75E-5DF504EDE4A1}" dt="2026-03-11T19:20:54.498" v="16264" actId="1076"/>
          <ac:picMkLst>
            <pc:docMk/>
            <pc:sldMk cId="822990431" sldId="332"/>
            <ac:picMk id="13" creationId="{469DB237-D3FB-14D7-90A9-36180544D90D}"/>
          </ac:picMkLst>
        </pc:picChg>
      </pc:sldChg>
      <pc:sldChg chg="addSp delSp modSp new mod modClrScheme chgLayout">
        <pc:chgData name="Jesper Buch Poignée" userId="e9c179cb-b07f-48e2-8bc5-99357f35e469" providerId="ADAL" clId="{0FA08CF4-302B-405B-A75E-5DF504EDE4A1}" dt="2026-03-11T19:23:52.124" v="16400" actId="20577"/>
        <pc:sldMkLst>
          <pc:docMk/>
          <pc:sldMk cId="3965037504" sldId="333"/>
        </pc:sldMkLst>
        <pc:spChg chg="mod ord">
          <ac:chgData name="Jesper Buch Poignée" userId="e9c179cb-b07f-48e2-8bc5-99357f35e469" providerId="ADAL" clId="{0FA08CF4-302B-405B-A75E-5DF504EDE4A1}" dt="2026-03-10T14:17:30.298" v="16060" actId="700"/>
          <ac:spMkLst>
            <pc:docMk/>
            <pc:sldMk cId="3965037504" sldId="333"/>
            <ac:spMk id="2" creationId="{232A7B5A-9F92-A763-A376-CD49F09FE2FC}"/>
          </ac:spMkLst>
        </pc:spChg>
        <pc:spChg chg="del">
          <ac:chgData name="Jesper Buch Poignée" userId="e9c179cb-b07f-48e2-8bc5-99357f35e469" providerId="ADAL" clId="{0FA08CF4-302B-405B-A75E-5DF504EDE4A1}" dt="2026-03-10T14:17:30.298" v="16060" actId="700"/>
          <ac:spMkLst>
            <pc:docMk/>
            <pc:sldMk cId="3965037504" sldId="333"/>
            <ac:spMk id="3" creationId="{0E615646-BB98-5D0F-D6EE-BA7084BABA2A}"/>
          </ac:spMkLst>
        </pc:spChg>
        <pc:spChg chg="del">
          <ac:chgData name="Jesper Buch Poignée" userId="e9c179cb-b07f-48e2-8bc5-99357f35e469" providerId="ADAL" clId="{0FA08CF4-302B-405B-A75E-5DF504EDE4A1}" dt="2026-03-10T14:16:30.775" v="16058" actId="22"/>
          <ac:spMkLst>
            <pc:docMk/>
            <pc:sldMk cId="3965037504" sldId="333"/>
            <ac:spMk id="4" creationId="{98B5B12E-0D42-4B66-A766-A4C499866D74}"/>
          </ac:spMkLst>
        </pc:spChg>
        <pc:spChg chg="del">
          <ac:chgData name="Jesper Buch Poignée" userId="e9c179cb-b07f-48e2-8bc5-99357f35e469" providerId="ADAL" clId="{0FA08CF4-302B-405B-A75E-5DF504EDE4A1}" dt="2026-03-10T14:17:30.298" v="16060" actId="700"/>
          <ac:spMkLst>
            <pc:docMk/>
            <pc:sldMk cId="3965037504" sldId="333"/>
            <ac:spMk id="5" creationId="{85275BE9-80A7-A508-F2EC-5FA22119AA75}"/>
          </ac:spMkLst>
        </pc:spChg>
        <pc:spChg chg="del mod ord">
          <ac:chgData name="Jesper Buch Poignée" userId="e9c179cb-b07f-48e2-8bc5-99357f35e469" providerId="ADAL" clId="{0FA08CF4-302B-405B-A75E-5DF504EDE4A1}" dt="2026-03-10T14:17:30.298" v="16060" actId="700"/>
          <ac:spMkLst>
            <pc:docMk/>
            <pc:sldMk cId="3965037504" sldId="333"/>
            <ac:spMk id="6" creationId="{13720302-AC8F-5C99-740E-FBC3FE254F33}"/>
          </ac:spMkLst>
        </pc:spChg>
        <pc:spChg chg="add del mod ord">
          <ac:chgData name="Jesper Buch Poignée" userId="e9c179cb-b07f-48e2-8bc5-99357f35e469" providerId="ADAL" clId="{0FA08CF4-302B-405B-A75E-5DF504EDE4A1}" dt="2026-03-10T14:17:30.298" v="16060" actId="700"/>
          <ac:spMkLst>
            <pc:docMk/>
            <pc:sldMk cId="3965037504" sldId="333"/>
            <ac:spMk id="9" creationId="{D8FDE030-8F3B-E150-3F7A-041C518C020A}"/>
          </ac:spMkLst>
        </pc:spChg>
        <pc:spChg chg="add del mod ord">
          <ac:chgData name="Jesper Buch Poignée" userId="e9c179cb-b07f-48e2-8bc5-99357f35e469" providerId="ADAL" clId="{0FA08CF4-302B-405B-A75E-5DF504EDE4A1}" dt="2026-03-10T14:17:33.787" v="16061" actId="22"/>
          <ac:spMkLst>
            <pc:docMk/>
            <pc:sldMk cId="3965037504" sldId="333"/>
            <ac:spMk id="10" creationId="{5174E6E2-69C3-BDA6-9590-6D12F71A4EC4}"/>
          </ac:spMkLst>
        </pc:spChg>
        <pc:spChg chg="add mod ord">
          <ac:chgData name="Jesper Buch Poignée" userId="e9c179cb-b07f-48e2-8bc5-99357f35e469" providerId="ADAL" clId="{0FA08CF4-302B-405B-A75E-5DF504EDE4A1}" dt="2026-03-11T19:23:52.124" v="16400" actId="20577"/>
          <ac:spMkLst>
            <pc:docMk/>
            <pc:sldMk cId="3965037504" sldId="333"/>
            <ac:spMk id="11" creationId="{3B83B147-13F0-CADF-CEA1-5570A9D9264F}"/>
          </ac:spMkLst>
        </pc:spChg>
        <pc:picChg chg="add del mod ord">
          <ac:chgData name="Jesper Buch Poignée" userId="e9c179cb-b07f-48e2-8bc5-99357f35e469" providerId="ADAL" clId="{0FA08CF4-302B-405B-A75E-5DF504EDE4A1}" dt="2026-03-10T14:17:24.569" v="16059" actId="478"/>
          <ac:picMkLst>
            <pc:docMk/>
            <pc:sldMk cId="3965037504" sldId="333"/>
            <ac:picMk id="8" creationId="{C9E29BBB-7198-1A2C-1A91-7EDC504B328A}"/>
          </ac:picMkLst>
        </pc:picChg>
        <pc:picChg chg="add mod ord">
          <ac:chgData name="Jesper Buch Poignée" userId="e9c179cb-b07f-48e2-8bc5-99357f35e469" providerId="ADAL" clId="{0FA08CF4-302B-405B-A75E-5DF504EDE4A1}" dt="2026-03-10T14:17:36.810" v="16062" actId="1440"/>
          <ac:picMkLst>
            <pc:docMk/>
            <pc:sldMk cId="3965037504" sldId="333"/>
            <ac:picMk id="13" creationId="{75433BCD-FC80-A19E-A716-9ACBC67FF3B8}"/>
          </ac:picMkLst>
        </pc:picChg>
      </pc:sldChg>
      <pc:sldChg chg="modSp new mod ord">
        <pc:chgData name="Jesper Buch Poignée" userId="e9c179cb-b07f-48e2-8bc5-99357f35e469" providerId="ADAL" clId="{0FA08CF4-302B-405B-A75E-5DF504EDE4A1}" dt="2026-03-11T19:16:59.129" v="16255" actId="20577"/>
        <pc:sldMkLst>
          <pc:docMk/>
          <pc:sldMk cId="984879586" sldId="334"/>
        </pc:sldMkLst>
        <pc:spChg chg="mod">
          <ac:chgData name="Jesper Buch Poignée" userId="e9c179cb-b07f-48e2-8bc5-99357f35e469" providerId="ADAL" clId="{0FA08CF4-302B-405B-A75E-5DF504EDE4A1}" dt="2026-03-11T19:15:25.305" v="16095" actId="20577"/>
          <ac:spMkLst>
            <pc:docMk/>
            <pc:sldMk cId="984879586" sldId="334"/>
            <ac:spMk id="2" creationId="{72159C77-0D8B-2CAD-A136-2E29DD20B619}"/>
          </ac:spMkLst>
        </pc:spChg>
        <pc:spChg chg="mod">
          <ac:chgData name="Jesper Buch Poignée" userId="e9c179cb-b07f-48e2-8bc5-99357f35e469" providerId="ADAL" clId="{0FA08CF4-302B-405B-A75E-5DF504EDE4A1}" dt="2026-03-11T19:16:59.129" v="16255" actId="20577"/>
          <ac:spMkLst>
            <pc:docMk/>
            <pc:sldMk cId="984879586" sldId="334"/>
            <ac:spMk id="3" creationId="{497C4ACF-9C73-6EF1-D4F8-DC2E50F101CA}"/>
          </ac:spMkLst>
        </pc:spChg>
      </pc:sldChg>
      <pc:sldChg chg="modSp new mod">
        <pc:chgData name="Jesper Buch Poignée" userId="e9c179cb-b07f-48e2-8bc5-99357f35e469" providerId="ADAL" clId="{0FA08CF4-302B-405B-A75E-5DF504EDE4A1}" dt="2026-03-11T19:43:34.339" v="16433" actId="20577"/>
        <pc:sldMkLst>
          <pc:docMk/>
          <pc:sldMk cId="2574497699" sldId="335"/>
        </pc:sldMkLst>
        <pc:spChg chg="mod">
          <ac:chgData name="Jesper Buch Poignée" userId="e9c179cb-b07f-48e2-8bc5-99357f35e469" providerId="ADAL" clId="{0FA08CF4-302B-405B-A75E-5DF504EDE4A1}" dt="2026-03-11T19:43:26.391" v="16408" actId="20577"/>
          <ac:spMkLst>
            <pc:docMk/>
            <pc:sldMk cId="2574497699" sldId="335"/>
            <ac:spMk id="2" creationId="{A821E16B-8933-FA5F-43ED-4056692D54A4}"/>
          </ac:spMkLst>
        </pc:spChg>
        <pc:spChg chg="mod">
          <ac:chgData name="Jesper Buch Poignée" userId="e9c179cb-b07f-48e2-8bc5-99357f35e469" providerId="ADAL" clId="{0FA08CF4-302B-405B-A75E-5DF504EDE4A1}" dt="2026-03-11T19:43:34.339" v="16433" actId="20577"/>
          <ac:spMkLst>
            <pc:docMk/>
            <pc:sldMk cId="2574497699" sldId="335"/>
            <ac:spMk id="3" creationId="{855D4A59-49F7-2943-0481-8AB3A7422B2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385194"/>
            <a:ext cx="10959008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140968"/>
            <a:ext cx="10959008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59545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112346E-1A1C-4416-8010-61924EA46B4C}" type="datetime1">
              <a:rPr lang="en-US" altLang="da-DK"/>
              <a:pPr/>
              <a:t>3/11/2026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7072AD-8243-490B-B121-36F8F866EBAC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7433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03200"/>
            <a:ext cx="10972800" cy="731838"/>
          </a:xfrm>
        </p:spPr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644F98D-CA61-44A6-BF8A-D6621EFC00D7}" type="datetime1">
              <a:rPr lang="en-US" altLang="da-DK"/>
              <a:pPr/>
              <a:t>3/11/2026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2C0804-67E0-4984-B5FD-088FF50E4C6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893379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59545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B70E6B-B7B9-486F-98D1-A733143BB538}" type="datetime1">
              <a:rPr lang="en-US" altLang="da-DK"/>
              <a:pPr/>
              <a:t>3/11/2026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72B3F5-E868-4B02-9079-85E249432FF6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833668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3DA234-F76B-4351-B91A-5A37670C15D7}" type="datetime1">
              <a:rPr lang="en-US" altLang="da-DK"/>
              <a:pPr/>
              <a:t>3/11/2026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704562-F6EB-4221-8EFB-8892E8BB0FCE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751231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65200"/>
            <a:ext cx="5386917" cy="639762"/>
          </a:xfrm>
        </p:spPr>
        <p:txBody>
          <a:bodyPr anchor="ctr" anchorCtr="0"/>
          <a:lstStyle>
            <a:lvl1pPr marL="0" indent="0">
              <a:buNone/>
              <a:defRPr sz="2400" b="1">
                <a:solidFill>
                  <a:srgbClr val="59545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76873"/>
            <a:ext cx="5386917" cy="348925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465200"/>
            <a:ext cx="5389033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276872"/>
            <a:ext cx="5389033" cy="34892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60027D8-26C7-453C-8D91-34EC54F67A36}" type="datetime1">
              <a:rPr lang="en-US" altLang="da-DK"/>
              <a:pPr/>
              <a:t>3/11/2026</a:t>
            </a:fld>
            <a:endParaRPr lang="en-US" altLang="da-DK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1459F-21AF-488F-8735-88D8EE8D7DEA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854333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CA076B-0EC1-4397-A9A7-21D7FBAB7B8A}" type="datetime1">
              <a:rPr lang="en-US" altLang="da-DK"/>
              <a:pPr/>
              <a:t>3/11/2026</a:t>
            </a:fld>
            <a:endParaRPr lang="en-US" altLang="da-D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4AD2B7-7BEE-4699-B9F8-B2392B799A90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082458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BBE59B-B411-48DF-96D5-96A65B493BDE}" type="datetime1">
              <a:rPr lang="en-US" altLang="da-DK"/>
              <a:pPr/>
              <a:t>3/11/2026</a:t>
            </a:fld>
            <a:endParaRPr lang="en-US" altLang="da-DK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67F44F-7B5A-42A1-99E4-B4BEA490C0F2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272185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403200"/>
            <a:ext cx="4011084" cy="720080"/>
          </a:xfrm>
        </p:spPr>
        <p:txBody>
          <a:bodyPr anchor="t" anchorCtr="0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403201"/>
            <a:ext cx="6815667" cy="5618089"/>
          </a:xfrm>
        </p:spPr>
        <p:txBody>
          <a:bodyPr/>
          <a:lstStyle>
            <a:lvl1pPr>
              <a:defRPr sz="3200">
                <a:solidFill>
                  <a:srgbClr val="595451"/>
                </a:solidFill>
              </a:defRPr>
            </a:lvl1pPr>
            <a:lvl2pPr>
              <a:defRPr sz="2800">
                <a:solidFill>
                  <a:srgbClr val="595451"/>
                </a:solidFill>
              </a:defRPr>
            </a:lvl2pPr>
            <a:lvl3pPr>
              <a:defRPr sz="2400">
                <a:solidFill>
                  <a:srgbClr val="595451"/>
                </a:solidFill>
              </a:defRPr>
            </a:lvl3pPr>
            <a:lvl4pPr>
              <a:defRPr sz="2000">
                <a:solidFill>
                  <a:srgbClr val="595451"/>
                </a:solidFill>
              </a:defRPr>
            </a:lvl4pPr>
            <a:lvl5pPr>
              <a:defRPr sz="2000">
                <a:solidFill>
                  <a:srgbClr val="59545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268760"/>
            <a:ext cx="4011084" cy="475252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37CD1C2-5BC4-4F6E-8FEE-82B39784CFB4}" type="datetime1">
              <a:rPr lang="en-US" altLang="da-DK"/>
              <a:pPr/>
              <a:t>3/11/2026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65377B-5B52-4C9C-B29E-CBAD097C66CC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822520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348106"/>
            <a:ext cx="1095900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403201"/>
            <a:ext cx="10959008" cy="381885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a-DK" noProof="0"/>
              <a:t>Klik på ikonet for at tilføje et billede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4914844"/>
            <a:ext cx="10972800" cy="96242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00AD4B9-8127-47DA-A6B8-A2944AC073AE}" type="datetime1">
              <a:rPr lang="en-US" altLang="da-DK"/>
              <a:pPr/>
              <a:t>3/11/2026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F9A3DB-564B-4F36-995A-AC9C1F804CA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954033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00F2D61-0917-47B0-98CF-3F32BC9F448C}" type="datetime1">
              <a:rPr lang="en-US" altLang="da-DK"/>
              <a:pPr/>
              <a:t>3/11/2026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094B27-1D44-4568-9A5F-6D38F41EEFC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192520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403200"/>
            <a:ext cx="2743200" cy="5402064"/>
          </a:xfrm>
        </p:spPr>
        <p:txBody>
          <a:bodyPr vert="eaVert"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403200"/>
            <a:ext cx="8026400" cy="5402064"/>
          </a:xfrm>
        </p:spPr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3CB5A19-1091-4F2F-B01B-02236E4E742E}" type="datetime1">
              <a:rPr lang="en-US" altLang="da-DK" smtClean="0"/>
              <a:pPr/>
              <a:t>3/11/2026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D3B540-D54D-4CA3-B5BB-7EF780364F63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345843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3DA234-F76B-4351-B91A-5A37670C15D7}" type="datetime1">
              <a:rPr lang="en-US" altLang="da-DK"/>
              <a:pPr/>
              <a:t>3/11/2026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704562-F6EB-4221-8EFB-8892E8BB0FCE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708338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451">
            <a:alpha val="9804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9pPr>
          </a:lstStyle>
          <a:p>
            <a:pPr algn="ctr"/>
            <a:endParaRPr lang="da-DK" altLang="da-DK">
              <a:solidFill>
                <a:srgbClr val="595451"/>
              </a:solidFill>
            </a:endParaRPr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5E80E16F-F1D6-D74D-8844-3F97B78E4FC2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926609" y="6339542"/>
            <a:ext cx="1655791" cy="345232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404664"/>
            <a:ext cx="10972800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a-DK" altLang="da-DK"/>
              <a:t>Klik for at redigere i master</a:t>
            </a:r>
            <a:endParaRPr lang="en-US" altLang="da-DK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465200"/>
            <a:ext cx="10972800" cy="4379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altLang="da-DK"/>
              <a:t>Klik for at redigere i master</a:t>
            </a:r>
          </a:p>
          <a:p>
            <a:pPr lvl="1"/>
            <a:r>
              <a:rPr lang="da-DK" altLang="da-DK"/>
              <a:t>Andet niveau</a:t>
            </a:r>
          </a:p>
          <a:p>
            <a:pPr lvl="2"/>
            <a:r>
              <a:rPr lang="da-DK" altLang="da-DK"/>
              <a:t>Tredje niveau</a:t>
            </a:r>
          </a:p>
          <a:p>
            <a:pPr lvl="3"/>
            <a:r>
              <a:rPr lang="da-DK" altLang="da-DK"/>
              <a:t>Fjerde niveau</a:t>
            </a:r>
          </a:p>
          <a:p>
            <a:pPr lvl="4"/>
            <a:r>
              <a:rPr lang="da-DK" altLang="da-DK"/>
              <a:t>Femte niveau</a:t>
            </a:r>
            <a:endParaRPr lang="en-US" altLang="da-D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76244"/>
            <a:ext cx="1920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fld id="{4D64152E-547A-410C-8CFD-1316C18627F6}" type="datetime1">
              <a:rPr lang="en-US" altLang="da-DK" smtClean="0"/>
              <a:pPr/>
              <a:t>3/11/2026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45792" y="6376244"/>
            <a:ext cx="38608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22784" y="6376244"/>
            <a:ext cx="1920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fld id="{F380D6A7-79C7-45E1-8DF8-62E1E0787E7B}" type="slidenum">
              <a:rPr lang="en-US" altLang="da-DK" smtClean="0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3451062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63" r:id="rId12"/>
  </p:sldLayoutIdLst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4000" b="1" i="0" kern="1200">
          <a:solidFill>
            <a:srgbClr val="F49800"/>
          </a:solidFill>
          <a:latin typeface="Arial" panose="020B0604020202020204" pitchFamily="34" charset="0"/>
          <a:ea typeface="ヒラギノ角ゴ Pro W3" charset="-128"/>
          <a:cs typeface="Arial" panose="020B0604020202020204" pitchFamily="34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159C77-0D8B-2CAD-A136-2E29DD20B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Opfølgning på </a:t>
            </a:r>
            <a:r>
              <a:rPr lang="da-DK" dirty="0" err="1"/>
              <a:t>Umbraco</a:t>
            </a:r>
            <a:r>
              <a:rPr lang="da-DK" dirty="0"/>
              <a:t>-kurset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97C4ACF-9C73-6EF1-D4F8-DC2E50F10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a-DK" dirty="0"/>
              <a:t>Hvad er </a:t>
            </a:r>
            <a:r>
              <a:rPr lang="da-DK" dirty="0" err="1"/>
              <a:t>Umbraco</a:t>
            </a:r>
            <a:r>
              <a:rPr lang="da-DK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Hvordan bruger </a:t>
            </a:r>
            <a:r>
              <a:rPr lang="da-DK" dirty="0" err="1"/>
              <a:t>Twoday</a:t>
            </a:r>
            <a:r>
              <a:rPr lang="da-DK" dirty="0"/>
              <a:t> </a:t>
            </a:r>
            <a:r>
              <a:rPr lang="da-DK" dirty="0" err="1"/>
              <a:t>Umbraco</a:t>
            </a:r>
            <a:r>
              <a:rPr lang="da-DK" dirty="0"/>
              <a:t> i løsninger?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Hvad var formålet med kurset?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Hvad fik I lavet under kurset?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Hvordan vurderer I kurset?</a:t>
            </a:r>
          </a:p>
        </p:txBody>
      </p:sp>
    </p:spTree>
    <p:extLst>
      <p:ext uri="{BB962C8B-B14F-4D97-AF65-F5344CB8AC3E}">
        <p14:creationId xmlns:p14="http://schemas.microsoft.com/office/powerpoint/2010/main" val="984879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186F28-11F7-08DD-BA06-2C089BC5F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Øvelser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2FDC082-B89A-458D-4F92-CCF43656F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a-DK" noProof="0" dirty="0"/>
              <a:t>Læs afsnittet </a:t>
            </a:r>
            <a:r>
              <a:rPr lang="da-DK" i="1" noProof="0" dirty="0" err="1"/>
              <a:t>Storing</a:t>
            </a:r>
            <a:r>
              <a:rPr lang="da-DK" i="1" noProof="0" dirty="0"/>
              <a:t> User </a:t>
            </a:r>
            <a:r>
              <a:rPr lang="da-DK" i="1" noProof="0" dirty="0" err="1"/>
              <a:t>Secrets</a:t>
            </a:r>
            <a:r>
              <a:rPr lang="da-DK" i="1" noProof="0" dirty="0"/>
              <a:t> </a:t>
            </a:r>
            <a:r>
              <a:rPr lang="da-DK" noProof="0" dirty="0"/>
              <a:t>(side 405 og frem) i kapitel 15 af [Freeman22].</a:t>
            </a:r>
          </a:p>
          <a:p>
            <a:pPr marL="514350" indent="-514350">
              <a:buFont typeface="+mj-lt"/>
              <a:buAutoNum type="arabicPeriod"/>
            </a:pPr>
            <a:r>
              <a:rPr lang="da-DK" noProof="0" dirty="0"/>
              <a:t>Kør projektet hørende til slutningen af kapitel 15.</a:t>
            </a:r>
          </a:p>
          <a:p>
            <a:pPr marL="914400" lvl="1" indent="-514350">
              <a:buFont typeface="+mj-lt"/>
              <a:buAutoNum type="arabicPeriod"/>
            </a:pPr>
            <a:r>
              <a:rPr lang="da-DK" noProof="0" dirty="0"/>
              <a:t>Tilføj </a:t>
            </a:r>
            <a:r>
              <a:rPr lang="da-DK" noProof="0" dirty="0" err="1"/>
              <a:t>mapping</a:t>
            </a:r>
            <a:r>
              <a:rPr lang="da-DK" noProof="0" dirty="0"/>
              <a:t> ifølge side 395.</a:t>
            </a:r>
          </a:p>
          <a:p>
            <a:pPr marL="514350" indent="-514350">
              <a:buFont typeface="+mj-lt"/>
              <a:buAutoNum type="arabicPeriod"/>
            </a:pPr>
            <a:r>
              <a:rPr lang="da-DK" noProof="0" dirty="0"/>
              <a:t>Besvar spørgsmålene:</a:t>
            </a:r>
          </a:p>
          <a:p>
            <a:pPr marL="914400" lvl="1" indent="-514350">
              <a:buFont typeface="+mj-lt"/>
              <a:buAutoNum type="arabicPeriod"/>
            </a:pPr>
            <a:r>
              <a:rPr lang="da-DK" noProof="0" dirty="0"/>
              <a:t>Hvor og hvordan gemmes </a:t>
            </a:r>
            <a:r>
              <a:rPr lang="da-DK" noProof="0" dirty="0" err="1"/>
              <a:t>secrets</a:t>
            </a:r>
            <a:r>
              <a:rPr lang="da-DK" noProof="0" dirty="0"/>
              <a:t>?</a:t>
            </a:r>
          </a:p>
          <a:p>
            <a:pPr marL="914400" lvl="1" indent="-514350">
              <a:buFont typeface="+mj-lt"/>
              <a:buAutoNum type="arabicPeriod"/>
            </a:pPr>
            <a:r>
              <a:rPr lang="da-DK" noProof="0" dirty="0"/>
              <a:t>Hvor og hvordan læses </a:t>
            </a:r>
            <a:r>
              <a:rPr lang="da-DK" noProof="0" dirty="0" err="1"/>
              <a:t>secrets</a:t>
            </a:r>
            <a:r>
              <a:rPr lang="da-DK" noProof="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69001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B77BAC9-828B-36E5-4F33-D2E13FC34A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noProof="0" dirty="0"/>
              <a:t>Autorisation i ASP.NET</a:t>
            </a:r>
          </a:p>
        </p:txBody>
      </p:sp>
      <p:sp>
        <p:nvSpPr>
          <p:cNvPr id="5" name="Undertitel 4">
            <a:extLst>
              <a:ext uri="{FF2B5EF4-FFF2-40B4-BE49-F238E27FC236}">
                <a16:creationId xmlns:a16="http://schemas.microsoft.com/office/drawing/2014/main" id="{31E9D6C8-BBEF-A22D-0408-B011726DCB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noProof="0" dirty="0"/>
              <a:t>[Freeman22], kapitel 39</a:t>
            </a:r>
          </a:p>
        </p:txBody>
      </p:sp>
    </p:spTree>
    <p:extLst>
      <p:ext uri="{BB962C8B-B14F-4D97-AF65-F5344CB8AC3E}">
        <p14:creationId xmlns:p14="http://schemas.microsoft.com/office/powerpoint/2010/main" val="882084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4F793B7-2862-9DAF-4464-5D8AFAF40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664"/>
            <a:ext cx="10972800" cy="731838"/>
          </a:xfrm>
        </p:spPr>
        <p:txBody>
          <a:bodyPr wrap="square" anchor="ctr">
            <a:normAutofit/>
          </a:bodyPr>
          <a:lstStyle/>
          <a:p>
            <a:r>
              <a:rPr lang="da-DK" noProof="0" dirty="0"/>
              <a:t>Forberedelse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8A60786-2821-D5CC-980F-E4DC1AABB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65200"/>
            <a:ext cx="5386917" cy="639762"/>
          </a:xfrm>
        </p:spPr>
        <p:txBody>
          <a:bodyPr wrap="square" anchor="ctr">
            <a:normAutofit/>
          </a:bodyPr>
          <a:lstStyle/>
          <a:p>
            <a:r>
              <a:rPr lang="da-DK" noProof="0" dirty="0"/>
              <a:t>Eventuelt installation af EF</a:t>
            </a:r>
          </a:p>
        </p:txBody>
      </p:sp>
      <p:pic>
        <p:nvPicPr>
          <p:cNvPr id="9" name="Pladsholder til indhold 8">
            <a:extLst>
              <a:ext uri="{FF2B5EF4-FFF2-40B4-BE49-F238E27FC236}">
                <a16:creationId xmlns:a16="http://schemas.microsoft.com/office/drawing/2014/main" id="{7B1D127E-4020-E8C5-AE96-0A788A2C5E1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609599" y="3349891"/>
            <a:ext cx="4610743" cy="13432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F984AE2A-6C90-A486-AD28-09E5671B58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3368" y="1465200"/>
            <a:ext cx="5389033" cy="639762"/>
          </a:xfrm>
        </p:spPr>
        <p:txBody>
          <a:bodyPr/>
          <a:lstStyle/>
          <a:p>
            <a:r>
              <a:rPr lang="da-DK" dirty="0"/>
              <a:t>Gendannelse af databasen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505B26C7-CC17-D29A-38AE-CA6EBEB6B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3368" y="3045531"/>
            <a:ext cx="5389033" cy="19519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76817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AF41EC-4D3D-7CEB-26B7-CA73BCCD5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Roller og brugere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EA99AA91-4D0C-1A5D-E6AF-9A8D90CBE7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/</a:t>
            </a:r>
            <a:r>
              <a:rPr lang="da-DK" dirty="0" err="1"/>
              <a:t>Roles</a:t>
            </a:r>
            <a:r>
              <a:rPr lang="da-DK" dirty="0"/>
              <a:t>/List</a:t>
            </a:r>
          </a:p>
        </p:txBody>
      </p:sp>
      <p:pic>
        <p:nvPicPr>
          <p:cNvPr id="8" name="Pladsholder til indhold 7">
            <a:extLst>
              <a:ext uri="{FF2B5EF4-FFF2-40B4-BE49-F238E27FC236}">
                <a16:creationId xmlns:a16="http://schemas.microsoft.com/office/drawing/2014/main" id="{081A2EE7-98E1-4952-64A1-A9BF192ABD3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609600" y="2276474"/>
            <a:ext cx="4139235" cy="348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A262121D-4C18-1F53-25BF-9EEFB8C7CD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a-DK" dirty="0"/>
              <a:t>/Users/List</a:t>
            </a:r>
          </a:p>
        </p:txBody>
      </p:sp>
      <p:pic>
        <p:nvPicPr>
          <p:cNvPr id="13" name="Pladsholder til indhold 12">
            <a:extLst>
              <a:ext uri="{FF2B5EF4-FFF2-40B4-BE49-F238E27FC236}">
                <a16:creationId xmlns:a16="http://schemas.microsoft.com/office/drawing/2014/main" id="{263617EE-1F8D-4AD3-5DA1-AE8EFB625C9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 bwMode="auto">
          <a:xfrm>
            <a:off x="6193368" y="2276474"/>
            <a:ext cx="4175954" cy="348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6436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EDCEFC-6527-0356-4E2C-01DB5675A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Autentificering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5F0E0E78-CAAC-C306-3B75-C801BD0710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/</a:t>
            </a:r>
            <a:r>
              <a:rPr lang="da-DK" dirty="0" err="1"/>
              <a:t>Account</a:t>
            </a:r>
            <a:r>
              <a:rPr lang="da-DK" dirty="0"/>
              <a:t>/Login</a:t>
            </a:r>
          </a:p>
        </p:txBody>
      </p:sp>
      <p:pic>
        <p:nvPicPr>
          <p:cNvPr id="8" name="Pladsholder til indhold 7">
            <a:extLst>
              <a:ext uri="{FF2B5EF4-FFF2-40B4-BE49-F238E27FC236}">
                <a16:creationId xmlns:a16="http://schemas.microsoft.com/office/drawing/2014/main" id="{55A9DA90-D8AE-5F29-AA6A-CA1B7E8A2DC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609600" y="2276474"/>
            <a:ext cx="4175954" cy="348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C50C637C-79EA-9966-F14C-9C3973D8E3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a-DK" dirty="0"/>
              <a:t>/</a:t>
            </a:r>
            <a:r>
              <a:rPr lang="da-DK" dirty="0" err="1"/>
              <a:t>account</a:t>
            </a:r>
            <a:r>
              <a:rPr lang="da-DK" dirty="0"/>
              <a:t>/</a:t>
            </a:r>
            <a:r>
              <a:rPr lang="da-DK" dirty="0" err="1"/>
              <a:t>details</a:t>
            </a:r>
            <a:endParaRPr lang="da-DK" dirty="0"/>
          </a:p>
        </p:txBody>
      </p:sp>
      <p:pic>
        <p:nvPicPr>
          <p:cNvPr id="10" name="Pladsholder til indhold 9">
            <a:extLst>
              <a:ext uri="{FF2B5EF4-FFF2-40B4-BE49-F238E27FC236}">
                <a16:creationId xmlns:a16="http://schemas.microsoft.com/office/drawing/2014/main" id="{4C73CB53-35AF-58C5-5A00-166575FAEA1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 bwMode="auto">
          <a:xfrm>
            <a:off x="6193368" y="2276473"/>
            <a:ext cx="4175954" cy="348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7483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798FA5-D679-A847-3449-C47135168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Test af autorisation – ingen adgang med </a:t>
            </a:r>
            <a:r>
              <a:rPr lang="da-DK" dirty="0" err="1"/>
              <a:t>jpb</a:t>
            </a:r>
            <a:endParaRPr lang="da-DK" dirty="0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223FB2B8-66C8-8E03-8EAD-9AB184C631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/users/list fører til /</a:t>
            </a:r>
            <a:r>
              <a:rPr lang="da-DK" dirty="0" err="1"/>
              <a:t>Account</a:t>
            </a:r>
            <a:r>
              <a:rPr lang="da-DK" dirty="0"/>
              <a:t>/Login </a:t>
            </a:r>
          </a:p>
        </p:txBody>
      </p:sp>
      <p:pic>
        <p:nvPicPr>
          <p:cNvPr id="8" name="Pladsholder til indhold 7">
            <a:extLst>
              <a:ext uri="{FF2B5EF4-FFF2-40B4-BE49-F238E27FC236}">
                <a16:creationId xmlns:a16="http://schemas.microsoft.com/office/drawing/2014/main" id="{5D9B5379-E885-E13E-EBB5-8B02CF2EC73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609600" y="2276474"/>
            <a:ext cx="4175954" cy="348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19CB5253-6D3A-C487-5A36-F9E7E835B0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a-DK" dirty="0"/>
              <a:t>/</a:t>
            </a:r>
            <a:r>
              <a:rPr lang="da-DK" dirty="0" err="1"/>
              <a:t>Account</a:t>
            </a:r>
            <a:r>
              <a:rPr lang="da-DK" dirty="0"/>
              <a:t>/</a:t>
            </a:r>
            <a:r>
              <a:rPr lang="da-DK" dirty="0" err="1"/>
              <a:t>AccessDenied</a:t>
            </a:r>
            <a:endParaRPr lang="da-DK" dirty="0"/>
          </a:p>
        </p:txBody>
      </p:sp>
      <p:pic>
        <p:nvPicPr>
          <p:cNvPr id="10" name="Pladsholder til indhold 9">
            <a:extLst>
              <a:ext uri="{FF2B5EF4-FFF2-40B4-BE49-F238E27FC236}">
                <a16:creationId xmlns:a16="http://schemas.microsoft.com/office/drawing/2014/main" id="{869A7EAD-885C-7E6A-6D31-EAA38A3F305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 bwMode="auto">
          <a:xfrm>
            <a:off x="6193368" y="2276474"/>
            <a:ext cx="4175954" cy="348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6512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234BF-75CB-2951-EAF6-AF50A50FE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69AA23DA-DE86-108F-5301-4328FDDB59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/users/list fører til /</a:t>
            </a:r>
            <a:r>
              <a:rPr lang="da-DK" dirty="0" err="1"/>
              <a:t>Account</a:t>
            </a:r>
            <a:r>
              <a:rPr lang="da-DK" dirty="0"/>
              <a:t>/Login 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E1EC2F47-19AF-5631-22C0-26FAD2A99F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a-DK" dirty="0"/>
              <a:t>/users/list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E84A8A64-59B2-4BC4-EB50-4C66674DB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Test af autorisation – adgang med </a:t>
            </a:r>
            <a:r>
              <a:rPr lang="da-DK" dirty="0" err="1"/>
              <a:t>admin</a:t>
            </a:r>
            <a:endParaRPr lang="da-DK" dirty="0"/>
          </a:p>
        </p:txBody>
      </p:sp>
      <p:pic>
        <p:nvPicPr>
          <p:cNvPr id="9" name="Pladsholder til indhold 8">
            <a:extLst>
              <a:ext uri="{FF2B5EF4-FFF2-40B4-BE49-F238E27FC236}">
                <a16:creationId xmlns:a16="http://schemas.microsoft.com/office/drawing/2014/main" id="{2FB1C215-3823-78EC-C845-1267262F5DA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609600" y="2276475"/>
            <a:ext cx="4175954" cy="348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ladsholder til indhold 12">
            <a:extLst>
              <a:ext uri="{FF2B5EF4-FFF2-40B4-BE49-F238E27FC236}">
                <a16:creationId xmlns:a16="http://schemas.microsoft.com/office/drawing/2014/main" id="{469DB237-D3FB-14D7-90A9-36180544D90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 bwMode="auto">
          <a:xfrm>
            <a:off x="6193368" y="2276475"/>
            <a:ext cx="4175954" cy="348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22990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2A7B5A-9F92-A763-A376-CD49F09FE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Forhindre ikke-autentificeret adgang</a:t>
            </a:r>
          </a:p>
        </p:txBody>
      </p:sp>
      <p:pic>
        <p:nvPicPr>
          <p:cNvPr id="13" name="Pladsholder til indhold 12">
            <a:extLst>
              <a:ext uri="{FF2B5EF4-FFF2-40B4-BE49-F238E27FC236}">
                <a16:creationId xmlns:a16="http://schemas.microsoft.com/office/drawing/2014/main" id="{75433BCD-FC80-A19E-A716-9ACBC67FF3B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 bwMode="auto">
          <a:xfrm>
            <a:off x="677678" y="1465263"/>
            <a:ext cx="5248644" cy="4340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Pladsholder til indhold 10">
            <a:extLst>
              <a:ext uri="{FF2B5EF4-FFF2-40B4-BE49-F238E27FC236}">
                <a16:creationId xmlns:a16="http://schemas.microsoft.com/office/drawing/2014/main" id="{3B83B147-13F0-CADF-CEA1-5570A9D9264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a-DK" dirty="0"/>
              <a:t>[</a:t>
            </a:r>
            <a:r>
              <a:rPr lang="da-DK" dirty="0" err="1"/>
              <a:t>Authorize</a:t>
            </a:r>
            <a:r>
              <a:rPr lang="da-DK" dirty="0"/>
              <a:t>] giver adgang til autentificerede brugere.</a:t>
            </a:r>
          </a:p>
          <a:p>
            <a:endParaRPr lang="da-DK" dirty="0"/>
          </a:p>
          <a:p>
            <a:r>
              <a:rPr lang="da-DK" dirty="0"/>
              <a:t>[</a:t>
            </a:r>
            <a:r>
              <a:rPr lang="da-DK" dirty="0" err="1"/>
              <a:t>Authorize</a:t>
            </a:r>
            <a:r>
              <a:rPr lang="da-DK" dirty="0"/>
              <a:t>(</a:t>
            </a:r>
            <a:r>
              <a:rPr lang="da-DK" dirty="0" err="1"/>
              <a:t>Roles</a:t>
            </a:r>
            <a:r>
              <a:rPr lang="da-DK" dirty="0"/>
              <a:t>="</a:t>
            </a:r>
            <a:r>
              <a:rPr lang="da-DK" dirty="0" err="1"/>
              <a:t>Admins</a:t>
            </a:r>
            <a:r>
              <a:rPr lang="da-DK" dirty="0"/>
              <a:t>")] giver rollebaseret adgang til brugere med rollen </a:t>
            </a:r>
            <a:r>
              <a:rPr lang="da-DK" dirty="0" err="1"/>
              <a:t>Admins</a:t>
            </a:r>
            <a:r>
              <a:rPr lang="da-DK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5037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21E16B-8933-FA5F-43ED-4056692D5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Øvelser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55D4A59-49F7-2943-0481-8AB3A7422B2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a-DK" dirty="0"/>
              <a:t>Øvelse 1</a:t>
            </a:r>
          </a:p>
          <a:p>
            <a:r>
              <a:rPr lang="da-DK" dirty="0"/>
              <a:t>Ekstra</a:t>
            </a:r>
            <a:r>
              <a:rPr lang="da-DK"/>
              <a:t>: Øvelse 2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3FAB2666-8D96-DA50-2B49-FFB1798A809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74497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EAMV">
      <a:dk1>
        <a:srgbClr val="595451"/>
      </a:dk1>
      <a:lt1>
        <a:srgbClr val="FFFFFF"/>
      </a:lt1>
      <a:dk2>
        <a:srgbClr val="595451"/>
      </a:dk2>
      <a:lt2>
        <a:srgbClr val="E5DFDD"/>
      </a:lt2>
      <a:accent1>
        <a:srgbClr val="F39800"/>
      </a:accent1>
      <a:accent2>
        <a:srgbClr val="000000"/>
      </a:accent2>
      <a:accent3>
        <a:srgbClr val="595451"/>
      </a:accent3>
      <a:accent4>
        <a:srgbClr val="8B8683"/>
      </a:accent4>
      <a:accent5>
        <a:srgbClr val="BDB8B5"/>
      </a:accent5>
      <a:accent6>
        <a:srgbClr val="EFEAE7"/>
      </a:accent6>
      <a:hlink>
        <a:srgbClr val="F39800"/>
      </a:hlink>
      <a:folHlink>
        <a:srgbClr val="F398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960A705C2DE254E8F78A837884E50C0" ma:contentTypeVersion="3" ma:contentTypeDescription="Opret et nyt dokument." ma:contentTypeScope="" ma:versionID="28048fa65363810c9c8bdff36c571e34">
  <xsd:schema xmlns:xsd="http://www.w3.org/2001/XMLSchema" xmlns:xs="http://www.w3.org/2001/XMLSchema" xmlns:p="http://schemas.microsoft.com/office/2006/metadata/properties" xmlns:ns2="c55bf11f-999e-4e03-b8a8-f54705c8f293" targetNamespace="http://schemas.microsoft.com/office/2006/metadata/properties" ma:root="true" ma:fieldsID="8dcfc624f52679de30ad9e22f048067b" ns2:_="">
    <xsd:import namespace="c55bf11f-999e-4e03-b8a8-f54705c8f29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5bf11f-999e-4e03-b8a8-f54705c8f2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7D6D31F-FDC6-4929-B92D-52EEE710D2A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FB617EB-268A-4020-AD01-543EA9B1DDC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1FEB2D8-57F6-4B44-9489-2636C656D33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5bf11f-999e-4e03-b8a8-f54705c8f29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641</TotalTime>
  <Words>197</Words>
  <Application>Microsoft Office PowerPoint</Application>
  <PresentationFormat>Widescreen</PresentationFormat>
  <Paragraphs>37</Paragraphs>
  <Slides>10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2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Office-tema</vt:lpstr>
      <vt:lpstr>Opfølgning på Umbraco-kurset</vt:lpstr>
      <vt:lpstr>Øvelser</vt:lpstr>
      <vt:lpstr>Autorisation i ASP.NET</vt:lpstr>
      <vt:lpstr>Forberedelse</vt:lpstr>
      <vt:lpstr>Roller og brugere</vt:lpstr>
      <vt:lpstr>Autentificering</vt:lpstr>
      <vt:lpstr>Test af autorisation – ingen adgang med jpb</vt:lpstr>
      <vt:lpstr>Test af autorisation – adgang med admin</vt:lpstr>
      <vt:lpstr>Forhindre ikke-autentificeret adgang</vt:lpstr>
      <vt:lpstr>Øvelser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Jesper Buch Poignée</dc:creator>
  <cp:keywords/>
  <dc:description>generated using python-pptx</dc:description>
  <cp:lastModifiedBy>Jesper Buch Poignée</cp:lastModifiedBy>
  <cp:revision>1</cp:revision>
  <dcterms:created xsi:type="dcterms:W3CDTF">2013-01-27T09:14:16Z</dcterms:created>
  <dcterms:modified xsi:type="dcterms:W3CDTF">2026-03-11T19:43:36Z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0x010100F960A705C2DE254E8F78A837884E50C0</vt:lpwstr>
  </property>
  <property fmtid="{D5CDD505-2E9C-101B-9397-08002B2CF9AE}" pid="3" name="ComplianceAssetId">
    <vt:lpwstr/>
  </property>
  <property fmtid="{D5CDD505-2E9C-101B-9397-08002B2CF9AE}" pid="4" name="_ExtendedDescription">
    <vt:lpwstr/>
  </property>
  <property fmtid="{D5CDD505-2E9C-101B-9397-08002B2CF9AE}" pid="5" name="TriggerFlowInfo">
    <vt:lpwstr/>
  </property>
</Properties>
</file>