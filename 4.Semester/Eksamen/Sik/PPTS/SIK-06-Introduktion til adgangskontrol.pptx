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321" r:id="rId5"/>
    <p:sldId id="302" r:id="rId6"/>
    <p:sldId id="311" r:id="rId7"/>
    <p:sldId id="280" r:id="rId8"/>
    <p:sldId id="295" r:id="rId9"/>
    <p:sldId id="312" r:id="rId10"/>
    <p:sldId id="313" r:id="rId11"/>
    <p:sldId id="315" r:id="rId12"/>
    <p:sldId id="316" r:id="rId13"/>
    <p:sldId id="317" r:id="rId14"/>
    <p:sldId id="318" r:id="rId15"/>
    <p:sldId id="314" r:id="rId16"/>
    <p:sldId id="319" r:id="rId17"/>
    <p:sldId id="320" r:id="rId18"/>
    <p:sldId id="32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1C30D-B1C1-47E3-9A7F-A12E1F650B56}" v="119" dt="2026-03-05T07:48:18.878"/>
    <p1510:client id="{8C4A7D7E-BD8C-486D-951E-8EC3B9315323}" v="1" dt="2026-03-05T08:25:58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3-05T08:25:58.628" v="14544"/>
      <pc:docMkLst>
        <pc:docMk/>
      </pc:docMkLst>
      <pc:sldChg chg="addSp modSp add del mod ord">
        <pc:chgData name="Jesper Buch Poignée" userId="e9c179cb-b07f-48e2-8bc5-99357f35e469" providerId="ADAL" clId="{0FA08CF4-302B-405B-A75E-5DF504EDE4A1}" dt="2026-03-04T14:11:31.438" v="13459"/>
        <pc:sldMkLst>
          <pc:docMk/>
          <pc:sldMk cId="4060648164" sldId="280"/>
        </pc:sldMkLst>
        <pc:graphicFrameChg chg="mod">
          <ac:chgData name="Jesper Buch Poignée" userId="e9c179cb-b07f-48e2-8bc5-99357f35e469" providerId="ADAL" clId="{0FA08CF4-302B-405B-A75E-5DF504EDE4A1}" dt="2026-02-27T08:00:11.756" v="13413" actId="13822"/>
          <ac:graphicFrameMkLst>
            <pc:docMk/>
            <pc:sldMk cId="4060648164" sldId="280"/>
            <ac:graphicFrameMk id="4" creationId="{93E087D4-9B93-5397-1B3B-201AA66A5C47}"/>
          </ac:graphicFrameMkLst>
        </pc:graphicFrameChg>
        <pc:picChg chg="add mod">
          <ac:chgData name="Jesper Buch Poignée" userId="e9c179cb-b07f-48e2-8bc5-99357f35e469" providerId="ADAL" clId="{0FA08CF4-302B-405B-A75E-5DF504EDE4A1}" dt="2026-02-27T08:01:27.321" v="13416" actId="1076"/>
          <ac:picMkLst>
            <pc:docMk/>
            <pc:sldMk cId="4060648164" sldId="280"/>
            <ac:picMk id="5" creationId="{FFE3B497-E069-AA2A-640C-151D18F9D909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3-04T14:09:20.665" v="13433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3-04T14:09:17.947" v="13431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3-04T14:09:20.665" v="13433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mod ord">
        <pc:chgData name="Jesper Buch Poignée" userId="e9c179cb-b07f-48e2-8bc5-99357f35e469" providerId="ADAL" clId="{0FA08CF4-302B-405B-A75E-5DF504EDE4A1}" dt="2026-03-04T14:10:41.121" v="13453"/>
        <pc:sldMkLst>
          <pc:docMk/>
          <pc:sldMk cId="4076912737" sldId="302"/>
        </pc:sldMkLst>
        <pc:spChg chg="mod">
          <ac:chgData name="Jesper Buch Poignée" userId="e9c179cb-b07f-48e2-8bc5-99357f35e469" providerId="ADAL" clId="{0FA08CF4-302B-405B-A75E-5DF504EDE4A1}" dt="2026-02-24T20:14:01.524" v="12935" actId="20577"/>
          <ac:spMkLst>
            <pc:docMk/>
            <pc:sldMk cId="4076912737" sldId="302"/>
            <ac:spMk id="2" creationId="{AA687E63-76CB-1EB7-B2D6-8B84E85A1C53}"/>
          </ac:spMkLst>
        </pc:spChg>
        <pc:spChg chg="mod">
          <ac:chgData name="Jesper Buch Poignée" userId="e9c179cb-b07f-48e2-8bc5-99357f35e469" providerId="ADAL" clId="{0FA08CF4-302B-405B-A75E-5DF504EDE4A1}" dt="2026-03-04T14:10:17.706" v="13449" actId="20577"/>
          <ac:spMkLst>
            <pc:docMk/>
            <pc:sldMk cId="4076912737" sldId="302"/>
            <ac:spMk id="3" creationId="{71BD23A5-1B2E-4C86-E4D6-2DB76F1B9DBC}"/>
          </ac:spMkLst>
        </pc:spChg>
      </pc:sldChg>
      <pc:sldChg chg="addSp delSp 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4286341707" sldId="303"/>
        </pc:sldMkLst>
      </pc:sldChg>
      <pc:sldChg chg="addSp delSp modSp new add del mod modClrScheme chgLayout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982846914" sldId="304"/>
        </pc:sldMkLst>
      </pc:sldChg>
      <pc:sldChg chg="addSp delSp 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1345641707" sldId="305"/>
        </pc:sldMkLst>
      </pc:sldChg>
      <pc:sldChg chg="addSp delSp 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4230466056" sldId="306"/>
        </pc:sldMkLst>
      </pc:sldChg>
      <pc:sldChg chg="addSp delSp 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2844981572" sldId="307"/>
        </pc:sldMkLst>
      </pc:sldChg>
      <pc:sldChg chg="addSp delSp 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3556410579" sldId="308"/>
        </pc:sldMkLst>
      </pc:sldChg>
      <pc:sldChg chg="addSp delSp 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1250897048" sldId="310"/>
        </pc:sldMkLst>
      </pc:sldChg>
      <pc:sldChg chg="addSp delSp modSp new mod ord modClrScheme modAnim chgLayout">
        <pc:chgData name="Jesper Buch Poignée" userId="e9c179cb-b07f-48e2-8bc5-99357f35e469" providerId="ADAL" clId="{0FA08CF4-302B-405B-A75E-5DF504EDE4A1}" dt="2026-03-05T08:25:58.628" v="14544"/>
        <pc:sldMkLst>
          <pc:docMk/>
          <pc:sldMk cId="4229527060" sldId="311"/>
        </pc:sldMkLst>
        <pc:spChg chg="mod ord">
          <ac:chgData name="Jesper Buch Poignée" userId="e9c179cb-b07f-48e2-8bc5-99357f35e469" providerId="ADAL" clId="{0FA08CF4-302B-405B-A75E-5DF504EDE4A1}" dt="2026-02-26T14:14:55.848" v="13276" actId="700"/>
          <ac:spMkLst>
            <pc:docMk/>
            <pc:sldMk cId="4229527060" sldId="311"/>
            <ac:spMk id="2" creationId="{D7FC9435-BB07-CE26-8FCD-AF008A63C494}"/>
          </ac:spMkLst>
        </pc:spChg>
        <pc:graphicFrameChg chg="add mod modGraphic">
          <ac:chgData name="Jesper Buch Poignée" userId="e9c179cb-b07f-48e2-8bc5-99357f35e469" providerId="ADAL" clId="{0FA08CF4-302B-405B-A75E-5DF504EDE4A1}" dt="2026-02-27T08:05:50.232" v="13417" actId="13822"/>
          <ac:graphicFrameMkLst>
            <pc:docMk/>
            <pc:sldMk cId="4229527060" sldId="311"/>
            <ac:graphicFrameMk id="6" creationId="{17F7B487-7CBB-681E-020F-4BD9BE95C0D0}"/>
          </ac:graphicFrameMkLst>
        </pc:graphicFrameChg>
        <pc:picChg chg="add mod">
          <ac:chgData name="Jesper Buch Poignée" userId="e9c179cb-b07f-48e2-8bc5-99357f35e469" providerId="ADAL" clId="{0FA08CF4-302B-405B-A75E-5DF504EDE4A1}" dt="2026-03-05T07:07:15.789" v="14365" actId="1076"/>
          <ac:picMkLst>
            <pc:docMk/>
            <pc:sldMk cId="4229527060" sldId="311"/>
            <ac:picMk id="4" creationId="{1BAD86CA-C4E4-A5C0-F7E6-AF9C8492C1E5}"/>
          </ac:picMkLst>
        </pc:picChg>
      </pc:sldChg>
      <pc:sldChg chg="modSp new add del mod">
        <pc:chgData name="Jesper Buch Poignée" userId="e9c179cb-b07f-48e2-8bc5-99357f35e469" providerId="ADAL" clId="{0FA08CF4-302B-405B-A75E-5DF504EDE4A1}" dt="2026-03-05T07:08:29.636" v="14372" actId="20577"/>
        <pc:sldMkLst>
          <pc:docMk/>
          <pc:sldMk cId="3508257444" sldId="312"/>
        </pc:sldMkLst>
        <pc:spChg chg="mod">
          <ac:chgData name="Jesper Buch Poignée" userId="e9c179cb-b07f-48e2-8bc5-99357f35e469" providerId="ADAL" clId="{0FA08CF4-302B-405B-A75E-5DF504EDE4A1}" dt="2026-03-05T07:08:29.636" v="14372" actId="20577"/>
          <ac:spMkLst>
            <pc:docMk/>
            <pc:sldMk cId="3508257444" sldId="312"/>
            <ac:spMk id="2" creationId="{54395200-C64A-844C-8476-EB1A449C77D3}"/>
          </ac:spMkLst>
        </pc:spChg>
        <pc:spChg chg="mod">
          <ac:chgData name="Jesper Buch Poignée" userId="e9c179cb-b07f-48e2-8bc5-99357f35e469" providerId="ADAL" clId="{0FA08CF4-302B-405B-A75E-5DF504EDE4A1}" dt="2026-03-04T14:11:19.666" v="13457"/>
          <ac:spMkLst>
            <pc:docMk/>
            <pc:sldMk cId="3508257444" sldId="312"/>
            <ac:spMk id="3" creationId="{D122A896-DC78-41C7-24DD-7B32FCFB1A38}"/>
          </ac:spMkLst>
        </pc:spChg>
      </pc:sldChg>
      <pc:sldChg chg="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66113083" sldId="313"/>
        </pc:sldMkLst>
      </pc:sldChg>
      <pc:sldChg chg="addSp modSp new mod modClrScheme modAnim chgLayout">
        <pc:chgData name="Jesper Buch Poignée" userId="e9c179cb-b07f-48e2-8bc5-99357f35e469" providerId="ADAL" clId="{0FA08CF4-302B-405B-A75E-5DF504EDE4A1}" dt="2026-03-04T14:19:23.863" v="13789"/>
        <pc:sldMkLst>
          <pc:docMk/>
          <pc:sldMk cId="2079853238" sldId="313"/>
        </pc:sldMkLst>
        <pc:spChg chg="mod ord">
          <ac:chgData name="Jesper Buch Poignée" userId="e9c179cb-b07f-48e2-8bc5-99357f35e469" providerId="ADAL" clId="{0FA08CF4-302B-405B-A75E-5DF504EDE4A1}" dt="2026-03-04T14:13:50.083" v="13583" actId="700"/>
          <ac:spMkLst>
            <pc:docMk/>
            <pc:sldMk cId="2079853238" sldId="313"/>
            <ac:spMk id="2" creationId="{96DED51A-8A2A-EF73-FBEC-6DDF7FEBF60E}"/>
          </ac:spMkLst>
        </pc:spChg>
        <pc:spChg chg="mod ord">
          <ac:chgData name="Jesper Buch Poignée" userId="e9c179cb-b07f-48e2-8bc5-99357f35e469" providerId="ADAL" clId="{0FA08CF4-302B-405B-A75E-5DF504EDE4A1}" dt="2026-03-04T14:19:10.091" v="13787" actId="20577"/>
          <ac:spMkLst>
            <pc:docMk/>
            <pc:sldMk cId="2079853238" sldId="313"/>
            <ac:spMk id="3" creationId="{2EBE859E-80BF-B3AE-BCA8-5F3ECD476C81}"/>
          </ac:spMkLst>
        </pc:spChg>
        <pc:spChg chg="add mod ord">
          <ac:chgData name="Jesper Buch Poignée" userId="e9c179cb-b07f-48e2-8bc5-99357f35e469" providerId="ADAL" clId="{0FA08CF4-302B-405B-A75E-5DF504EDE4A1}" dt="2026-03-04T14:18:22.985" v="13762" actId="20577"/>
          <ac:spMkLst>
            <pc:docMk/>
            <pc:sldMk cId="2079853238" sldId="313"/>
            <ac:spMk id="4" creationId="{F90477DB-59B2-E30A-964B-0830C9336E22}"/>
          </ac:spMkLst>
        </pc:spChg>
      </pc:sldChg>
      <pc:sldChg chg="addSp delSp modSp new mod ord modClrScheme chgLayout">
        <pc:chgData name="Jesper Buch Poignée" userId="e9c179cb-b07f-48e2-8bc5-99357f35e469" providerId="ADAL" clId="{0FA08CF4-302B-405B-A75E-5DF504EDE4A1}" dt="2026-03-05T07:32:29.012" v="14400"/>
        <pc:sldMkLst>
          <pc:docMk/>
          <pc:sldMk cId="3283069793" sldId="314"/>
        </pc:sldMkLst>
        <pc:spChg chg="mod ord">
          <ac:chgData name="Jesper Buch Poignée" userId="e9c179cb-b07f-48e2-8bc5-99357f35e469" providerId="ADAL" clId="{0FA08CF4-302B-405B-A75E-5DF504EDE4A1}" dt="2026-03-04T14:28:57.408" v="13807" actId="700"/>
          <ac:spMkLst>
            <pc:docMk/>
            <pc:sldMk cId="3283069793" sldId="314"/>
            <ac:spMk id="2" creationId="{638FFEAA-A1B7-B505-7FEB-1EEDBF0FF0A4}"/>
          </ac:spMkLst>
        </pc:spChg>
        <pc:spChg chg="del mod ord">
          <ac:chgData name="Jesper Buch Poignée" userId="e9c179cb-b07f-48e2-8bc5-99357f35e469" providerId="ADAL" clId="{0FA08CF4-302B-405B-A75E-5DF504EDE4A1}" dt="2026-03-04T14:28:57.408" v="13807" actId="700"/>
          <ac:spMkLst>
            <pc:docMk/>
            <pc:sldMk cId="3283069793" sldId="314"/>
            <ac:spMk id="3" creationId="{EDDB8D0D-9841-548C-6EFF-DD67699F4D56}"/>
          </ac:spMkLst>
        </pc:spChg>
        <pc:spChg chg="del">
          <ac:chgData name="Jesper Buch Poignée" userId="e9c179cb-b07f-48e2-8bc5-99357f35e469" providerId="ADAL" clId="{0FA08CF4-302B-405B-A75E-5DF504EDE4A1}" dt="2026-03-04T14:28:57.408" v="13807" actId="700"/>
          <ac:spMkLst>
            <pc:docMk/>
            <pc:sldMk cId="3283069793" sldId="314"/>
            <ac:spMk id="4" creationId="{0ED79226-89AD-B847-E090-4647BACE67DA}"/>
          </ac:spMkLst>
        </pc:spChg>
        <pc:spChg chg="add mod ord">
          <ac:chgData name="Jesper Buch Poignée" userId="e9c179cb-b07f-48e2-8bc5-99357f35e469" providerId="ADAL" clId="{0FA08CF4-302B-405B-A75E-5DF504EDE4A1}" dt="2026-03-04T14:29:22.071" v="13870" actId="5793"/>
          <ac:spMkLst>
            <pc:docMk/>
            <pc:sldMk cId="3283069793" sldId="314"/>
            <ac:spMk id="5" creationId="{AF90FF89-4077-B2CC-3D82-E375203AE4DB}"/>
          </ac:spMkLst>
        </pc:spChg>
      </pc:sldChg>
      <pc:sldChg chg="addSp delSp modSp new add del mod">
        <pc:chgData name="Jesper Buch Poignée" userId="e9c179cb-b07f-48e2-8bc5-99357f35e469" providerId="ADAL" clId="{0FA08CF4-302B-405B-A75E-5DF504EDE4A1}" dt="2026-03-04T14:11:11.197" v="13456" actId="47"/>
        <pc:sldMkLst>
          <pc:docMk/>
          <pc:sldMk cId="3696292372" sldId="314"/>
        </pc:sldMkLst>
      </pc:sldChg>
      <pc:sldChg chg="modSp new mod modAnim">
        <pc:chgData name="Jesper Buch Poignée" userId="e9c179cb-b07f-48e2-8bc5-99357f35e469" providerId="ADAL" clId="{0FA08CF4-302B-405B-A75E-5DF504EDE4A1}" dt="2026-03-05T07:09:54.236" v="14375"/>
        <pc:sldMkLst>
          <pc:docMk/>
          <pc:sldMk cId="1127358963" sldId="315"/>
        </pc:sldMkLst>
        <pc:spChg chg="mod">
          <ac:chgData name="Jesper Buch Poignée" userId="e9c179cb-b07f-48e2-8bc5-99357f35e469" providerId="ADAL" clId="{0FA08CF4-302B-405B-A75E-5DF504EDE4A1}" dt="2026-03-04T14:38:26.182" v="13880" actId="6549"/>
          <ac:spMkLst>
            <pc:docMk/>
            <pc:sldMk cId="1127358963" sldId="315"/>
            <ac:spMk id="2" creationId="{F00DE6D8-CBE8-490F-532F-CBD74BCD88E4}"/>
          </ac:spMkLst>
        </pc:spChg>
        <pc:spChg chg="mod">
          <ac:chgData name="Jesper Buch Poignée" userId="e9c179cb-b07f-48e2-8bc5-99357f35e469" providerId="ADAL" clId="{0FA08CF4-302B-405B-A75E-5DF504EDE4A1}" dt="2026-03-04T14:39:15.436" v="13890" actId="113"/>
          <ac:spMkLst>
            <pc:docMk/>
            <pc:sldMk cId="1127358963" sldId="315"/>
            <ac:spMk id="3" creationId="{27E29D0B-F518-AB02-B939-694EBF674851}"/>
          </ac:spMkLst>
        </pc:spChg>
        <pc:spChg chg="mod">
          <ac:chgData name="Jesper Buch Poignée" userId="e9c179cb-b07f-48e2-8bc5-99357f35e469" providerId="ADAL" clId="{0FA08CF4-302B-405B-A75E-5DF504EDE4A1}" dt="2026-03-04T14:39:45.101" v="13898" actId="20577"/>
          <ac:spMkLst>
            <pc:docMk/>
            <pc:sldMk cId="1127358963" sldId="315"/>
            <ac:spMk id="4" creationId="{8792056F-6BAF-4B61-AE77-8B63003ADC56}"/>
          </ac:spMkLst>
        </pc:spChg>
      </pc:sldChg>
      <pc:sldChg chg="modSp new mod modAnim">
        <pc:chgData name="Jesper Buch Poignée" userId="e9c179cb-b07f-48e2-8bc5-99357f35e469" providerId="ADAL" clId="{0FA08CF4-302B-405B-A75E-5DF504EDE4A1}" dt="2026-03-05T07:31:01.189" v="14389" actId="20577"/>
        <pc:sldMkLst>
          <pc:docMk/>
          <pc:sldMk cId="1553632041" sldId="316"/>
        </pc:sldMkLst>
        <pc:spChg chg="mod">
          <ac:chgData name="Jesper Buch Poignée" userId="e9c179cb-b07f-48e2-8bc5-99357f35e469" providerId="ADAL" clId="{0FA08CF4-302B-405B-A75E-5DF504EDE4A1}" dt="2026-03-04T14:44:17.953" v="14068" actId="20577"/>
          <ac:spMkLst>
            <pc:docMk/>
            <pc:sldMk cId="1553632041" sldId="316"/>
            <ac:spMk id="2" creationId="{2768FEFF-8B39-A561-F535-B94151C30B73}"/>
          </ac:spMkLst>
        </pc:spChg>
        <pc:spChg chg="mod">
          <ac:chgData name="Jesper Buch Poignée" userId="e9c179cb-b07f-48e2-8bc5-99357f35e469" providerId="ADAL" clId="{0FA08CF4-302B-405B-A75E-5DF504EDE4A1}" dt="2026-03-05T07:24:34.219" v="14388" actId="20577"/>
          <ac:spMkLst>
            <pc:docMk/>
            <pc:sldMk cId="1553632041" sldId="316"/>
            <ac:spMk id="3" creationId="{B2517D06-71EA-F4DC-B1E9-F59F3860521F}"/>
          </ac:spMkLst>
        </pc:spChg>
        <pc:spChg chg="mod">
          <ac:chgData name="Jesper Buch Poignée" userId="e9c179cb-b07f-48e2-8bc5-99357f35e469" providerId="ADAL" clId="{0FA08CF4-302B-405B-A75E-5DF504EDE4A1}" dt="2026-03-05T07:31:01.189" v="14389" actId="20577"/>
          <ac:spMkLst>
            <pc:docMk/>
            <pc:sldMk cId="1553632041" sldId="316"/>
            <ac:spMk id="4" creationId="{2A4F8C3C-9159-D5B7-6389-2DD86C06D4A5}"/>
          </ac:spMkLst>
        </pc:spChg>
      </pc:sldChg>
      <pc:sldChg chg="addSp delSp modSp new mod modAnim">
        <pc:chgData name="Jesper Buch Poignée" userId="e9c179cb-b07f-48e2-8bc5-99357f35e469" providerId="ADAL" clId="{0FA08CF4-302B-405B-A75E-5DF504EDE4A1}" dt="2026-03-05T07:32:06.241" v="14398" actId="20577"/>
        <pc:sldMkLst>
          <pc:docMk/>
          <pc:sldMk cId="1649834798" sldId="317"/>
        </pc:sldMkLst>
        <pc:spChg chg="mod">
          <ac:chgData name="Jesper Buch Poignée" userId="e9c179cb-b07f-48e2-8bc5-99357f35e469" providerId="ADAL" clId="{0FA08CF4-302B-405B-A75E-5DF504EDE4A1}" dt="2026-03-04T14:44:38.750" v="14099" actId="20577"/>
          <ac:spMkLst>
            <pc:docMk/>
            <pc:sldMk cId="1649834798" sldId="317"/>
            <ac:spMk id="2" creationId="{B0485FEB-403F-3103-2E4C-4C0FAE03937D}"/>
          </ac:spMkLst>
        </pc:spChg>
        <pc:spChg chg="mod">
          <ac:chgData name="Jesper Buch Poignée" userId="e9c179cb-b07f-48e2-8bc5-99357f35e469" providerId="ADAL" clId="{0FA08CF4-302B-405B-A75E-5DF504EDE4A1}" dt="2026-03-05T07:32:00.996" v="14397" actId="20577"/>
          <ac:spMkLst>
            <pc:docMk/>
            <pc:sldMk cId="1649834798" sldId="317"/>
            <ac:spMk id="3" creationId="{C569E3AD-1F6A-5494-5CC1-59EFA517226D}"/>
          </ac:spMkLst>
        </pc:spChg>
        <pc:spChg chg="add del mod">
          <ac:chgData name="Jesper Buch Poignée" userId="e9c179cb-b07f-48e2-8bc5-99357f35e469" providerId="ADAL" clId="{0FA08CF4-302B-405B-A75E-5DF504EDE4A1}" dt="2026-03-04T14:48:28.019" v="14144" actId="20577"/>
          <ac:spMkLst>
            <pc:docMk/>
            <pc:sldMk cId="1649834798" sldId="317"/>
            <ac:spMk id="4" creationId="{824D8F57-FEC7-4DE1-E408-E1AB6BB98AEB}"/>
          </ac:spMkLst>
        </pc:spChg>
        <pc:graphicFrameChg chg="add mod">
          <ac:chgData name="Jesper Buch Poignée" userId="e9c179cb-b07f-48e2-8bc5-99357f35e469" providerId="ADAL" clId="{0FA08CF4-302B-405B-A75E-5DF504EDE4A1}" dt="2026-03-04T14:45:26.274" v="14113"/>
          <ac:graphicFrameMkLst>
            <pc:docMk/>
            <pc:sldMk cId="1649834798" sldId="317"/>
            <ac:graphicFrameMk id="5" creationId="{6931D01B-B7FA-F904-176C-959161BE0FFD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04T14:45:30.933" v="14117"/>
          <ac:graphicFrameMkLst>
            <pc:docMk/>
            <pc:sldMk cId="1649834798" sldId="317"/>
            <ac:graphicFrameMk id="6" creationId="{16E3D77B-40E2-DDE5-4E21-2C55B2339114}"/>
          </ac:graphicFrameMkLst>
        </pc:graphicFrameChg>
      </pc:sldChg>
      <pc:sldChg chg="addSp delSp modSp new mod modAnim">
        <pc:chgData name="Jesper Buch Poignée" userId="e9c179cb-b07f-48e2-8bc5-99357f35e469" providerId="ADAL" clId="{0FA08CF4-302B-405B-A75E-5DF504EDE4A1}" dt="2026-03-05T07:41:16.151" v="14418" actId="6549"/>
        <pc:sldMkLst>
          <pc:docMk/>
          <pc:sldMk cId="1610682803" sldId="318"/>
        </pc:sldMkLst>
        <pc:spChg chg="mod">
          <ac:chgData name="Jesper Buch Poignée" userId="e9c179cb-b07f-48e2-8bc5-99357f35e469" providerId="ADAL" clId="{0FA08CF4-302B-405B-A75E-5DF504EDE4A1}" dt="2026-03-04T14:49:41.411" v="14146"/>
          <ac:spMkLst>
            <pc:docMk/>
            <pc:sldMk cId="1610682803" sldId="318"/>
            <ac:spMk id="2" creationId="{CFCFE66E-19A7-5AD2-4F72-11589FAD3720}"/>
          </ac:spMkLst>
        </pc:spChg>
        <pc:spChg chg="add del mod">
          <ac:chgData name="Jesper Buch Poignée" userId="e9c179cb-b07f-48e2-8bc5-99357f35e469" providerId="ADAL" clId="{0FA08CF4-302B-405B-A75E-5DF504EDE4A1}" dt="2026-03-05T07:32:55.694" v="14405" actId="20577"/>
          <ac:spMkLst>
            <pc:docMk/>
            <pc:sldMk cId="1610682803" sldId="318"/>
            <ac:spMk id="3" creationId="{DA26BCB7-E316-6BC2-4CD3-C503B43EC211}"/>
          </ac:spMkLst>
        </pc:spChg>
        <pc:spChg chg="mod">
          <ac:chgData name="Jesper Buch Poignée" userId="e9c179cb-b07f-48e2-8bc5-99357f35e469" providerId="ADAL" clId="{0FA08CF4-302B-405B-A75E-5DF504EDE4A1}" dt="2026-03-05T07:41:16.151" v="14418" actId="6549"/>
          <ac:spMkLst>
            <pc:docMk/>
            <pc:sldMk cId="1610682803" sldId="318"/>
            <ac:spMk id="4" creationId="{0992C1EA-BEBE-22D8-DE53-F3283FE398B6}"/>
          </ac:spMkLst>
        </pc:spChg>
        <pc:graphicFrameChg chg="add mod">
          <ac:chgData name="Jesper Buch Poignée" userId="e9c179cb-b07f-48e2-8bc5-99357f35e469" providerId="ADAL" clId="{0FA08CF4-302B-405B-A75E-5DF504EDE4A1}" dt="2026-03-04T14:50:26.582" v="14154"/>
          <ac:graphicFrameMkLst>
            <pc:docMk/>
            <pc:sldMk cId="1610682803" sldId="318"/>
            <ac:graphicFrameMk id="5" creationId="{1B59A5F6-EE27-4B79-2CB6-497BEC185365}"/>
          </ac:graphicFrameMkLst>
        </pc:graphicFrameChg>
      </pc:sldChg>
      <pc:sldChg chg="modSp new mod modAnim">
        <pc:chgData name="Jesper Buch Poignée" userId="e9c179cb-b07f-48e2-8bc5-99357f35e469" providerId="ADAL" clId="{0FA08CF4-302B-405B-A75E-5DF504EDE4A1}" dt="2026-03-05T07:43:14.749" v="14474"/>
        <pc:sldMkLst>
          <pc:docMk/>
          <pc:sldMk cId="3851322551" sldId="319"/>
        </pc:sldMkLst>
        <pc:spChg chg="mod">
          <ac:chgData name="Jesper Buch Poignée" userId="e9c179cb-b07f-48e2-8bc5-99357f35e469" providerId="ADAL" clId="{0FA08CF4-302B-405B-A75E-5DF504EDE4A1}" dt="2026-03-05T07:42:58.879" v="14472" actId="20577"/>
          <ac:spMkLst>
            <pc:docMk/>
            <pc:sldMk cId="3851322551" sldId="319"/>
            <ac:spMk id="2" creationId="{4B5A9ABA-64FC-C020-784C-F5E5A2EC8835}"/>
          </ac:spMkLst>
        </pc:spChg>
        <pc:spChg chg="mod">
          <ac:chgData name="Jesper Buch Poignée" userId="e9c179cb-b07f-48e2-8bc5-99357f35e469" providerId="ADAL" clId="{0FA08CF4-302B-405B-A75E-5DF504EDE4A1}" dt="2026-03-05T07:42:22.576" v="14443" actId="20577"/>
          <ac:spMkLst>
            <pc:docMk/>
            <pc:sldMk cId="3851322551" sldId="319"/>
            <ac:spMk id="3" creationId="{3A8263AD-3C7B-12A2-82F6-2084AF7335B7}"/>
          </ac:spMkLst>
        </pc:spChg>
        <pc:spChg chg="mod">
          <ac:chgData name="Jesper Buch Poignée" userId="e9c179cb-b07f-48e2-8bc5-99357f35e469" providerId="ADAL" clId="{0FA08CF4-302B-405B-A75E-5DF504EDE4A1}" dt="2026-03-05T07:42:15.184" v="14438" actId="113"/>
          <ac:spMkLst>
            <pc:docMk/>
            <pc:sldMk cId="3851322551" sldId="319"/>
            <ac:spMk id="4" creationId="{C2F7FF2A-1B30-F340-7E97-1EACC97640CF}"/>
          </ac:spMkLst>
        </pc:spChg>
      </pc:sldChg>
      <pc:sldChg chg="modSp new mod">
        <pc:chgData name="Jesper Buch Poignée" userId="e9c179cb-b07f-48e2-8bc5-99357f35e469" providerId="ADAL" clId="{0FA08CF4-302B-405B-A75E-5DF504EDE4A1}" dt="2026-03-04T19:40:05.146" v="14315" actId="5793"/>
        <pc:sldMkLst>
          <pc:docMk/>
          <pc:sldMk cId="1372931100" sldId="320"/>
        </pc:sldMkLst>
        <pc:spChg chg="mod">
          <ac:chgData name="Jesper Buch Poignée" userId="e9c179cb-b07f-48e2-8bc5-99357f35e469" providerId="ADAL" clId="{0FA08CF4-302B-405B-A75E-5DF504EDE4A1}" dt="2026-03-04T19:39:51.748" v="14313" actId="20577"/>
          <ac:spMkLst>
            <pc:docMk/>
            <pc:sldMk cId="1372931100" sldId="320"/>
            <ac:spMk id="2" creationId="{F6294070-EA3E-E2F6-E86A-27B9F81704E4}"/>
          </ac:spMkLst>
        </pc:spChg>
        <pc:spChg chg="mod">
          <ac:chgData name="Jesper Buch Poignée" userId="e9c179cb-b07f-48e2-8bc5-99357f35e469" providerId="ADAL" clId="{0FA08CF4-302B-405B-A75E-5DF504EDE4A1}" dt="2026-03-04T19:40:05.146" v="14315" actId="5793"/>
          <ac:spMkLst>
            <pc:docMk/>
            <pc:sldMk cId="1372931100" sldId="320"/>
            <ac:spMk id="3" creationId="{CF3297FF-9339-A268-CA7E-E843A4A0A6F9}"/>
          </ac:spMkLst>
        </pc:spChg>
      </pc:sldChg>
      <pc:sldChg chg="modSp new mod ord">
        <pc:chgData name="Jesper Buch Poignée" userId="e9c179cb-b07f-48e2-8bc5-99357f35e469" providerId="ADAL" clId="{0FA08CF4-302B-405B-A75E-5DF504EDE4A1}" dt="2026-03-05T07:05:08.525" v="14361" actId="20577"/>
        <pc:sldMkLst>
          <pc:docMk/>
          <pc:sldMk cId="69264102" sldId="321"/>
        </pc:sldMkLst>
        <pc:spChg chg="mod">
          <ac:chgData name="Jesper Buch Poignée" userId="e9c179cb-b07f-48e2-8bc5-99357f35e469" providerId="ADAL" clId="{0FA08CF4-302B-405B-A75E-5DF504EDE4A1}" dt="2026-03-05T07:05:08.525" v="14361" actId="20577"/>
          <ac:spMkLst>
            <pc:docMk/>
            <pc:sldMk cId="69264102" sldId="321"/>
            <ac:spMk id="2" creationId="{85985C20-2D81-791A-FCBD-D1224DFB82B1}"/>
          </ac:spMkLst>
        </pc:spChg>
      </pc:sldChg>
      <pc:sldChg chg="addSp modSp new mod">
        <pc:chgData name="Jesper Buch Poignée" userId="e9c179cb-b07f-48e2-8bc5-99357f35e469" providerId="ADAL" clId="{0FA08CF4-302B-405B-A75E-5DF504EDE4A1}" dt="2026-03-05T07:48:04.372" v="14543" actId="20577"/>
        <pc:sldMkLst>
          <pc:docMk/>
          <pc:sldMk cId="3329730790" sldId="322"/>
        </pc:sldMkLst>
        <pc:spChg chg="mod">
          <ac:chgData name="Jesper Buch Poignée" userId="e9c179cb-b07f-48e2-8bc5-99357f35e469" providerId="ADAL" clId="{0FA08CF4-302B-405B-A75E-5DF504EDE4A1}" dt="2026-03-05T07:45:50.379" v="14516" actId="20577"/>
          <ac:spMkLst>
            <pc:docMk/>
            <pc:sldMk cId="3329730790" sldId="322"/>
            <ac:spMk id="2" creationId="{26A3AA1F-A35C-2A7A-6D55-5E8E68C903AD}"/>
          </ac:spMkLst>
        </pc:spChg>
        <pc:spChg chg="mod">
          <ac:chgData name="Jesper Buch Poignée" userId="e9c179cb-b07f-48e2-8bc5-99357f35e469" providerId="ADAL" clId="{0FA08CF4-302B-405B-A75E-5DF504EDE4A1}" dt="2026-03-05T07:48:04.372" v="14543" actId="20577"/>
          <ac:spMkLst>
            <pc:docMk/>
            <pc:sldMk cId="3329730790" sldId="322"/>
            <ac:spMk id="3" creationId="{B3FB0789-961D-CFA5-232D-ED32CF5FA9A9}"/>
          </ac:spMkLst>
        </pc:spChg>
        <pc:spChg chg="add mod">
          <ac:chgData name="Jesper Buch Poignée" userId="e9c179cb-b07f-48e2-8bc5-99357f35e469" providerId="ADAL" clId="{0FA08CF4-302B-405B-A75E-5DF504EDE4A1}" dt="2026-03-05T07:47:49.438" v="14542" actId="20577"/>
          <ac:spMkLst>
            <pc:docMk/>
            <pc:sldMk cId="3329730790" sldId="322"/>
            <ac:spMk id="4" creationId="{86407256-7F79-04AF-5357-F34C3445ED6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A72839-33B9-4143-9564-2E89FBA6E818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582EF7E4-92BF-45EC-A233-59FE8556FEB8}">
      <dgm:prSet phldrT="[Teks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da-DK" b="1" i="0" dirty="0"/>
            <a:t>1. Risikoreduktion</a:t>
          </a:r>
          <a:endParaRPr lang="da-DK" dirty="0"/>
        </a:p>
      </dgm:t>
    </dgm:pt>
    <dgm:pt modelId="{5B809C05-F9AF-4AC3-A799-AFDFC7D5D260}" type="parTrans" cxnId="{B4E39461-621E-45A9-BC78-5A61465B064F}">
      <dgm:prSet/>
      <dgm:spPr/>
      <dgm:t>
        <a:bodyPr/>
        <a:lstStyle/>
        <a:p>
          <a:endParaRPr lang="da-DK"/>
        </a:p>
      </dgm:t>
    </dgm:pt>
    <dgm:pt modelId="{9923C86B-0D4B-4197-A2A7-0725EDB16573}" type="sibTrans" cxnId="{B4E39461-621E-45A9-BC78-5A61465B064F}">
      <dgm:prSet/>
      <dgm:spPr/>
      <dgm:t>
        <a:bodyPr/>
        <a:lstStyle/>
        <a:p>
          <a:endParaRPr lang="da-DK"/>
        </a:p>
      </dgm:t>
    </dgm:pt>
    <dgm:pt modelId="{8740CDAF-F990-4019-8437-EFEBD4C73C4D}">
      <dgm:prSet/>
      <dgm:spPr/>
      <dgm:t>
        <a:bodyPr/>
        <a:lstStyle/>
        <a:p>
          <a:pPr>
            <a:buNone/>
          </a:pPr>
          <a:r>
            <a:rPr lang="da-DK" b="0" i="0" dirty="0"/>
            <a:t>Reducer risikoen ved at implementere sikkerhedstiltag.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8AC1FD43-74DE-453B-A732-440E3BD84B6E}" type="parTrans" cxnId="{E2D07153-0DC9-4BE0-A7E8-7129B03737A6}">
      <dgm:prSet/>
      <dgm:spPr/>
      <dgm:t>
        <a:bodyPr/>
        <a:lstStyle/>
        <a:p>
          <a:endParaRPr lang="da-DK"/>
        </a:p>
      </dgm:t>
    </dgm:pt>
    <dgm:pt modelId="{0E3F76AD-EFDB-48D2-B4F0-5E48AE28F1B0}" type="sibTrans" cxnId="{E2D07153-0DC9-4BE0-A7E8-7129B03737A6}">
      <dgm:prSet/>
      <dgm:spPr/>
      <dgm:t>
        <a:bodyPr/>
        <a:lstStyle/>
        <a:p>
          <a:endParaRPr lang="da-DK"/>
        </a:p>
      </dgm:t>
    </dgm:pt>
    <dgm:pt modelId="{BB441661-1B34-44E5-9E1C-C90ADF68F2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MFA</a:t>
          </a:r>
        </a:p>
      </dgm:t>
    </dgm:pt>
    <dgm:pt modelId="{F42E4850-7DBD-46FB-8DCE-468310B18C65}" type="parTrans" cxnId="{E2144FB2-8129-40E4-9CC8-0926516A4700}">
      <dgm:prSet/>
      <dgm:spPr/>
      <dgm:t>
        <a:bodyPr/>
        <a:lstStyle/>
        <a:p>
          <a:endParaRPr lang="da-DK"/>
        </a:p>
      </dgm:t>
    </dgm:pt>
    <dgm:pt modelId="{5033627C-652C-4B4C-B8D7-7C4A37037399}" type="sibTrans" cxnId="{E2144FB2-8129-40E4-9CC8-0926516A4700}">
      <dgm:prSet/>
      <dgm:spPr/>
      <dgm:t>
        <a:bodyPr/>
        <a:lstStyle/>
        <a:p>
          <a:endParaRPr lang="da-DK"/>
        </a:p>
      </dgm:t>
    </dgm:pt>
    <dgm:pt modelId="{8D20D070-DA59-4CDD-84A8-15500DB26D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Patching</a:t>
          </a:r>
          <a:endParaRPr lang="da-DK" b="0" i="0" dirty="0"/>
        </a:p>
      </dgm:t>
    </dgm:pt>
    <dgm:pt modelId="{7FAD7DDA-F4D8-4602-9AE3-9DD555D15D72}" type="parTrans" cxnId="{89805EC0-B5BC-4DC3-8785-A6DC6B7931EA}">
      <dgm:prSet/>
      <dgm:spPr/>
      <dgm:t>
        <a:bodyPr/>
        <a:lstStyle/>
        <a:p>
          <a:endParaRPr lang="da-DK"/>
        </a:p>
      </dgm:t>
    </dgm:pt>
    <dgm:pt modelId="{9D7D21EA-BC46-431F-ACD9-C2CE47BC9F35}" type="sibTrans" cxnId="{89805EC0-B5BC-4DC3-8785-A6DC6B7931EA}">
      <dgm:prSet/>
      <dgm:spPr/>
      <dgm:t>
        <a:bodyPr/>
        <a:lstStyle/>
        <a:p>
          <a:endParaRPr lang="da-DK"/>
        </a:p>
      </dgm:t>
    </dgm:pt>
    <dgm:pt modelId="{08E6E3A7-F276-4FFB-889F-3F4468F33A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Kryptering</a:t>
          </a:r>
        </a:p>
      </dgm:t>
    </dgm:pt>
    <dgm:pt modelId="{61015B84-D6D3-4C24-87B6-1D8FAC43F9D4}" type="parTrans" cxnId="{DC4CA00E-B161-4FFB-B5EE-03D69E80D81E}">
      <dgm:prSet/>
      <dgm:spPr/>
      <dgm:t>
        <a:bodyPr/>
        <a:lstStyle/>
        <a:p>
          <a:endParaRPr lang="da-DK"/>
        </a:p>
      </dgm:t>
    </dgm:pt>
    <dgm:pt modelId="{4B8F8F2C-69A0-498D-BF66-32C20E44D682}" type="sibTrans" cxnId="{DC4CA00E-B161-4FFB-B5EE-03D69E80D81E}">
      <dgm:prSet/>
      <dgm:spPr/>
      <dgm:t>
        <a:bodyPr/>
        <a:lstStyle/>
        <a:p>
          <a:endParaRPr lang="da-DK"/>
        </a:p>
      </dgm:t>
    </dgm:pt>
    <dgm:pt modelId="{AD009EFD-FB2B-445B-96ED-1A261999F4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Rate‑</a:t>
          </a:r>
          <a:r>
            <a:rPr lang="da-DK" b="0" i="0" dirty="0" err="1"/>
            <a:t>limiting</a:t>
          </a:r>
          <a:endParaRPr lang="da-DK" b="0" i="0" dirty="0"/>
        </a:p>
      </dgm:t>
    </dgm:pt>
    <dgm:pt modelId="{47D2D116-8E04-4745-917D-CEBA201ABC48}" type="parTrans" cxnId="{ECDE8409-3AC7-4130-B555-885808F9815B}">
      <dgm:prSet/>
      <dgm:spPr/>
      <dgm:t>
        <a:bodyPr/>
        <a:lstStyle/>
        <a:p>
          <a:endParaRPr lang="da-DK"/>
        </a:p>
      </dgm:t>
    </dgm:pt>
    <dgm:pt modelId="{D3B0F3FF-E325-436E-9B82-128862F5B011}" type="sibTrans" cxnId="{ECDE8409-3AC7-4130-B555-885808F9815B}">
      <dgm:prSet/>
      <dgm:spPr/>
      <dgm:t>
        <a:bodyPr/>
        <a:lstStyle/>
        <a:p>
          <a:endParaRPr lang="da-DK"/>
        </a:p>
      </dgm:t>
    </dgm:pt>
    <dgm:pt modelId="{C72E6576-12FC-4911-BABE-DB613674266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Logging</a:t>
          </a:r>
          <a:r>
            <a:rPr lang="da-DK" b="0" i="0" dirty="0"/>
            <a:t> og overvågning</a:t>
          </a:r>
        </a:p>
      </dgm:t>
    </dgm:pt>
    <dgm:pt modelId="{A686B186-0D80-421A-B820-ACF1F36D7326}" type="parTrans" cxnId="{18CAD995-7435-48E0-BBFC-9733C00AC2BE}">
      <dgm:prSet/>
      <dgm:spPr/>
      <dgm:t>
        <a:bodyPr/>
        <a:lstStyle/>
        <a:p>
          <a:endParaRPr lang="da-DK"/>
        </a:p>
      </dgm:t>
    </dgm:pt>
    <dgm:pt modelId="{C2AB9393-F3EE-4AF5-8361-BFAA0B680939}" type="sibTrans" cxnId="{18CAD995-7435-48E0-BBFC-9733C00AC2BE}">
      <dgm:prSet/>
      <dgm:spPr/>
      <dgm:t>
        <a:bodyPr/>
        <a:lstStyle/>
        <a:p>
          <a:endParaRPr lang="da-DK"/>
        </a:p>
      </dgm:t>
    </dgm:pt>
    <dgm:pt modelId="{A4E59C4F-86C0-46C1-B400-2FE58E12418C}">
      <dgm:prSet/>
      <dgm:spPr/>
      <dgm:t>
        <a:bodyPr/>
        <a:lstStyle/>
        <a:p>
          <a:pPr>
            <a:buNone/>
          </a:pPr>
          <a:r>
            <a:rPr lang="da-DK" b="1" i="0" dirty="0"/>
            <a:t>2. Risikooverførsel</a:t>
          </a:r>
          <a:endParaRPr lang="da-DK" b="0" i="0" dirty="0"/>
        </a:p>
      </dgm:t>
    </dgm:pt>
    <dgm:pt modelId="{F96AF87C-AB7D-40B7-9071-8559F0673872}" type="parTrans" cxnId="{0355BF36-3DD5-4167-B3B4-748F3DAF874B}">
      <dgm:prSet/>
      <dgm:spPr/>
      <dgm:t>
        <a:bodyPr/>
        <a:lstStyle/>
        <a:p>
          <a:endParaRPr lang="da-DK"/>
        </a:p>
      </dgm:t>
    </dgm:pt>
    <dgm:pt modelId="{BD3FF92E-112E-4C99-8826-D5A0CA80A537}" type="sibTrans" cxnId="{0355BF36-3DD5-4167-B3B4-748F3DAF874B}">
      <dgm:prSet/>
      <dgm:spPr/>
      <dgm:t>
        <a:bodyPr/>
        <a:lstStyle/>
        <a:p>
          <a:endParaRPr lang="da-DK"/>
        </a:p>
      </dgm:t>
    </dgm:pt>
    <dgm:pt modelId="{5C7D54AC-493F-4A34-B1AC-F43399F695E0}">
      <dgm:prSet/>
      <dgm:spPr/>
      <dgm:t>
        <a:bodyPr/>
        <a:lstStyle/>
        <a:p>
          <a:pPr>
            <a:buNone/>
          </a:pPr>
          <a:r>
            <a:rPr lang="da-DK" b="0" i="0" dirty="0"/>
            <a:t>Flyt risikoen til en tredje part.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4669AC74-DF3F-4F68-9EAC-8D7935DDBAC6}" type="parTrans" cxnId="{51CD7E6B-E7AC-4467-AAD2-3F87EFACDB68}">
      <dgm:prSet/>
      <dgm:spPr/>
      <dgm:t>
        <a:bodyPr/>
        <a:lstStyle/>
        <a:p>
          <a:endParaRPr lang="da-DK"/>
        </a:p>
      </dgm:t>
    </dgm:pt>
    <dgm:pt modelId="{4D951CFB-01A9-491D-B6E1-81D48DC2D97B}" type="sibTrans" cxnId="{51CD7E6B-E7AC-4467-AAD2-3F87EFACDB68}">
      <dgm:prSet/>
      <dgm:spPr/>
      <dgm:t>
        <a:bodyPr/>
        <a:lstStyle/>
        <a:p>
          <a:endParaRPr lang="da-DK"/>
        </a:p>
      </dgm:t>
    </dgm:pt>
    <dgm:pt modelId="{A285D3BC-EC74-4968-9025-8C7724FF1C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Cyberforsikring</a:t>
          </a:r>
          <a:endParaRPr lang="da-DK" b="0" i="0" dirty="0"/>
        </a:p>
      </dgm:t>
    </dgm:pt>
    <dgm:pt modelId="{8F311E44-E577-4BA5-B062-1260DDE7F14A}" type="parTrans" cxnId="{53731597-BF82-4A40-9272-63FDE890A7EF}">
      <dgm:prSet/>
      <dgm:spPr/>
      <dgm:t>
        <a:bodyPr/>
        <a:lstStyle/>
        <a:p>
          <a:endParaRPr lang="da-DK"/>
        </a:p>
      </dgm:t>
    </dgm:pt>
    <dgm:pt modelId="{348594FF-A490-4DDD-90EC-B0DF8DE92BAE}" type="sibTrans" cxnId="{53731597-BF82-4A40-9272-63FDE890A7EF}">
      <dgm:prSet/>
      <dgm:spPr/>
      <dgm:t>
        <a:bodyPr/>
        <a:lstStyle/>
        <a:p>
          <a:endParaRPr lang="da-DK"/>
        </a:p>
      </dgm:t>
    </dgm:pt>
    <dgm:pt modelId="{D557E625-A4BC-4F13-90DD-D5951AD022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Cloud-leverandør</a:t>
          </a:r>
        </a:p>
      </dgm:t>
    </dgm:pt>
    <dgm:pt modelId="{F1A331A7-97F0-4F8A-91BF-613FE356CAE6}" type="parTrans" cxnId="{B6AA277E-BF0C-44D8-91C3-04BEFE61DE5B}">
      <dgm:prSet/>
      <dgm:spPr/>
      <dgm:t>
        <a:bodyPr/>
        <a:lstStyle/>
        <a:p>
          <a:endParaRPr lang="da-DK"/>
        </a:p>
      </dgm:t>
    </dgm:pt>
    <dgm:pt modelId="{B260F469-CC38-48A4-88F1-E4B82A278A78}" type="sibTrans" cxnId="{B6AA277E-BF0C-44D8-91C3-04BEFE61DE5B}">
      <dgm:prSet/>
      <dgm:spPr/>
      <dgm:t>
        <a:bodyPr/>
        <a:lstStyle/>
        <a:p>
          <a:endParaRPr lang="da-DK"/>
        </a:p>
      </dgm:t>
    </dgm:pt>
    <dgm:pt modelId="{4D2F4B9D-06DE-4758-A165-604D8BFC9F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Outsourcing af drift</a:t>
          </a:r>
        </a:p>
      </dgm:t>
    </dgm:pt>
    <dgm:pt modelId="{D9772FEC-8067-47EB-AD37-B6D410B2A3D6}" type="parTrans" cxnId="{40E8C488-14EA-43E1-A859-472202057A67}">
      <dgm:prSet/>
      <dgm:spPr/>
      <dgm:t>
        <a:bodyPr/>
        <a:lstStyle/>
        <a:p>
          <a:endParaRPr lang="da-DK"/>
        </a:p>
      </dgm:t>
    </dgm:pt>
    <dgm:pt modelId="{B79F8116-1F74-4D8B-93BA-C5F730ED861B}" type="sibTrans" cxnId="{40E8C488-14EA-43E1-A859-472202057A67}">
      <dgm:prSet/>
      <dgm:spPr/>
      <dgm:t>
        <a:bodyPr/>
        <a:lstStyle/>
        <a:p>
          <a:endParaRPr lang="da-DK"/>
        </a:p>
      </dgm:t>
    </dgm:pt>
    <dgm:pt modelId="{CF1A70A1-1519-4B61-8B81-A09ADD6ADE1C}">
      <dgm:prSet/>
      <dgm:spPr/>
      <dgm:t>
        <a:bodyPr/>
        <a:lstStyle/>
        <a:p>
          <a:pPr>
            <a:buNone/>
          </a:pPr>
          <a:r>
            <a:rPr lang="da-DK" b="1" i="0" dirty="0"/>
            <a:t>3. Risikoundgåelse</a:t>
          </a:r>
          <a:endParaRPr lang="da-DK" b="0" i="0" dirty="0"/>
        </a:p>
      </dgm:t>
    </dgm:pt>
    <dgm:pt modelId="{C2A20786-AF6C-441B-A671-A3E777396AB6}" type="parTrans" cxnId="{0C235CAC-C5A5-408D-9A90-82F48C0276A0}">
      <dgm:prSet/>
      <dgm:spPr/>
      <dgm:t>
        <a:bodyPr/>
        <a:lstStyle/>
        <a:p>
          <a:endParaRPr lang="da-DK"/>
        </a:p>
      </dgm:t>
    </dgm:pt>
    <dgm:pt modelId="{AB9B60AA-CD2E-4DDF-AAE6-6B9B39E6FECB}" type="sibTrans" cxnId="{0C235CAC-C5A5-408D-9A90-82F48C0276A0}">
      <dgm:prSet/>
      <dgm:spPr/>
      <dgm:t>
        <a:bodyPr/>
        <a:lstStyle/>
        <a:p>
          <a:endParaRPr lang="da-DK"/>
        </a:p>
      </dgm:t>
    </dgm:pt>
    <dgm:pt modelId="{98AE4A99-98BE-4110-AE5A-B351354294BC}">
      <dgm:prSet/>
      <dgm:spPr/>
      <dgm:t>
        <a:bodyPr/>
        <a:lstStyle/>
        <a:p>
          <a:pPr>
            <a:buNone/>
          </a:pPr>
          <a:r>
            <a:rPr lang="da-DK" b="0" i="0" dirty="0"/>
            <a:t>Stop den aktivitet, der skaber risikoen.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305D4FCB-808D-4344-BA10-133355335491}" type="parTrans" cxnId="{6C514B3C-6AB0-4163-8337-8A70FB5CFE6B}">
      <dgm:prSet/>
      <dgm:spPr/>
      <dgm:t>
        <a:bodyPr/>
        <a:lstStyle/>
        <a:p>
          <a:endParaRPr lang="da-DK"/>
        </a:p>
      </dgm:t>
    </dgm:pt>
    <dgm:pt modelId="{FC7BFA8A-5DC8-4294-A1FA-F1962362AEEF}" type="sibTrans" cxnId="{6C514B3C-6AB0-4163-8337-8A70FB5CFE6B}">
      <dgm:prSet/>
      <dgm:spPr/>
      <dgm:t>
        <a:bodyPr/>
        <a:lstStyle/>
        <a:p>
          <a:endParaRPr lang="da-DK"/>
        </a:p>
      </dgm:t>
    </dgm:pt>
    <dgm:pt modelId="{3320F67E-46FD-4A7F-B4AD-6DE653A908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Fjern en sårbar funktion</a:t>
          </a:r>
        </a:p>
      </dgm:t>
    </dgm:pt>
    <dgm:pt modelId="{86606F92-6008-499D-BD7F-6CA738F23EEC}" type="parTrans" cxnId="{0CE356A6-BBF1-43F1-9938-E8F2D42D2A9E}">
      <dgm:prSet/>
      <dgm:spPr/>
      <dgm:t>
        <a:bodyPr/>
        <a:lstStyle/>
        <a:p>
          <a:endParaRPr lang="da-DK"/>
        </a:p>
      </dgm:t>
    </dgm:pt>
    <dgm:pt modelId="{0E14511B-7694-4FE5-8A4C-1D3C2B37E4FC}" type="sibTrans" cxnId="{0CE356A6-BBF1-43F1-9938-E8F2D42D2A9E}">
      <dgm:prSet/>
      <dgm:spPr/>
      <dgm:t>
        <a:bodyPr/>
        <a:lstStyle/>
        <a:p>
          <a:endParaRPr lang="da-DK"/>
        </a:p>
      </dgm:t>
    </dgm:pt>
    <dgm:pt modelId="{5AE6068B-B423-4E76-93CA-F164FBD9E05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Luk et usikkert API</a:t>
          </a:r>
        </a:p>
      </dgm:t>
    </dgm:pt>
    <dgm:pt modelId="{BB4BB09C-647C-4606-A4D3-A116193796B3}" type="parTrans" cxnId="{693827E4-7CB5-47A9-9323-7DE8764FB7C0}">
      <dgm:prSet/>
      <dgm:spPr/>
      <dgm:t>
        <a:bodyPr/>
        <a:lstStyle/>
        <a:p>
          <a:endParaRPr lang="da-DK"/>
        </a:p>
      </dgm:t>
    </dgm:pt>
    <dgm:pt modelId="{E24510EE-F866-4A8A-B61E-0180CCC5DFC7}" type="sibTrans" cxnId="{693827E4-7CB5-47A9-9323-7DE8764FB7C0}">
      <dgm:prSet/>
      <dgm:spPr/>
      <dgm:t>
        <a:bodyPr/>
        <a:lstStyle/>
        <a:p>
          <a:endParaRPr lang="da-DK"/>
        </a:p>
      </dgm:t>
    </dgm:pt>
    <dgm:pt modelId="{E5BDFD1E-A87F-4E67-8BAA-8052C571B6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Begræns adgang eller funktionalitet</a:t>
          </a:r>
        </a:p>
      </dgm:t>
    </dgm:pt>
    <dgm:pt modelId="{8251C2AF-B41A-40D8-9AC9-D6959A23D64A}" type="parTrans" cxnId="{7747E5E8-0960-4B5C-8F93-F3A7ABFE3756}">
      <dgm:prSet/>
      <dgm:spPr/>
      <dgm:t>
        <a:bodyPr/>
        <a:lstStyle/>
        <a:p>
          <a:endParaRPr lang="da-DK"/>
        </a:p>
      </dgm:t>
    </dgm:pt>
    <dgm:pt modelId="{05EFC1AD-A29F-427A-8EE5-E99C6549BD79}" type="sibTrans" cxnId="{7747E5E8-0960-4B5C-8F93-F3A7ABFE3756}">
      <dgm:prSet/>
      <dgm:spPr/>
      <dgm:t>
        <a:bodyPr/>
        <a:lstStyle/>
        <a:p>
          <a:endParaRPr lang="da-DK"/>
        </a:p>
      </dgm:t>
    </dgm:pt>
    <dgm:pt modelId="{E2607AEE-7BC2-40B9-A6F2-B1F1F2797057}">
      <dgm:prSet/>
      <dgm:spPr/>
      <dgm:t>
        <a:bodyPr/>
        <a:lstStyle/>
        <a:p>
          <a:pPr>
            <a:buNone/>
          </a:pPr>
          <a:r>
            <a:rPr lang="da-DK" b="1" i="0" dirty="0"/>
            <a:t>4. Risikoaccept</a:t>
          </a:r>
          <a:endParaRPr lang="da-DK" b="0" i="0" dirty="0"/>
        </a:p>
      </dgm:t>
    </dgm:pt>
    <dgm:pt modelId="{FD63BB38-E848-4B01-8733-B799DB135304}" type="parTrans" cxnId="{0E6A809F-BCDE-4027-89EB-7CA01F90F4CF}">
      <dgm:prSet/>
      <dgm:spPr/>
      <dgm:t>
        <a:bodyPr/>
        <a:lstStyle/>
        <a:p>
          <a:endParaRPr lang="da-DK"/>
        </a:p>
      </dgm:t>
    </dgm:pt>
    <dgm:pt modelId="{6DB9985A-2754-473B-855B-F9AA4C866765}" type="sibTrans" cxnId="{0E6A809F-BCDE-4027-89EB-7CA01F90F4CF}">
      <dgm:prSet/>
      <dgm:spPr/>
      <dgm:t>
        <a:bodyPr/>
        <a:lstStyle/>
        <a:p>
          <a:endParaRPr lang="da-DK"/>
        </a:p>
      </dgm:t>
    </dgm:pt>
    <dgm:pt modelId="{7F3933B1-709B-4806-A358-174DA32C66B3}">
      <dgm:prSet/>
      <dgm:spPr/>
      <dgm:t>
        <a:bodyPr/>
        <a:lstStyle/>
        <a:p>
          <a:pPr>
            <a:buNone/>
          </a:pPr>
          <a:r>
            <a:rPr lang="da-DK" b="0" i="0" dirty="0"/>
            <a:t>Organisationen accepterer risikoen.</a:t>
          </a:r>
          <a:br>
            <a:rPr lang="da-DK" b="0" i="0" dirty="0"/>
          </a:br>
          <a:r>
            <a:rPr lang="da-DK" b="0" i="1" dirty="0"/>
            <a:t>Eksempler:</a:t>
          </a:r>
          <a:endParaRPr lang="da-DK" b="0" i="0" dirty="0"/>
        </a:p>
      </dgm:t>
    </dgm:pt>
    <dgm:pt modelId="{DF3E0D96-E5CC-4107-8C0E-D5FF9111E680}" type="parTrans" cxnId="{903D882C-43FD-4504-84B3-58E95C675ED9}">
      <dgm:prSet/>
      <dgm:spPr/>
      <dgm:t>
        <a:bodyPr/>
        <a:lstStyle/>
        <a:p>
          <a:endParaRPr lang="da-DK"/>
        </a:p>
      </dgm:t>
    </dgm:pt>
    <dgm:pt modelId="{894D6AC2-87F3-4131-BEE7-15D7D403A22F}" type="sibTrans" cxnId="{903D882C-43FD-4504-84B3-58E95C675ED9}">
      <dgm:prSet/>
      <dgm:spPr/>
      <dgm:t>
        <a:bodyPr/>
        <a:lstStyle/>
        <a:p>
          <a:endParaRPr lang="da-DK"/>
        </a:p>
      </dgm:t>
    </dgm:pt>
    <dgm:pt modelId="{994256B4-5075-4CC8-AA8C-641449944D9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Lav risiko, lav konsekvens</a:t>
          </a:r>
        </a:p>
      </dgm:t>
    </dgm:pt>
    <dgm:pt modelId="{7281C83C-B950-4B99-9052-5AAEC2A07F3D}" type="parTrans" cxnId="{D940D19B-2731-43CD-B164-B3C9772379E2}">
      <dgm:prSet/>
      <dgm:spPr/>
      <dgm:t>
        <a:bodyPr/>
        <a:lstStyle/>
        <a:p>
          <a:endParaRPr lang="da-DK"/>
        </a:p>
      </dgm:t>
    </dgm:pt>
    <dgm:pt modelId="{8FCC83CC-96E1-40E1-A80F-C41E2FF4C83E}" type="sibTrans" cxnId="{D940D19B-2731-43CD-B164-B3C9772379E2}">
      <dgm:prSet/>
      <dgm:spPr/>
      <dgm:t>
        <a:bodyPr/>
        <a:lstStyle/>
        <a:p>
          <a:endParaRPr lang="da-DK"/>
        </a:p>
      </dgm:t>
    </dgm:pt>
    <dgm:pt modelId="{18F2D319-76B0-4D4D-B86A-100CCB7AB6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Billigere at acceptere end at mitigere</a:t>
          </a:r>
        </a:p>
      </dgm:t>
    </dgm:pt>
    <dgm:pt modelId="{ED7A165D-48C4-4E03-B537-2E1F3874618D}" type="parTrans" cxnId="{0B893243-B4D2-43E6-9164-E8E7C5709B9E}">
      <dgm:prSet/>
      <dgm:spPr/>
      <dgm:t>
        <a:bodyPr/>
        <a:lstStyle/>
        <a:p>
          <a:endParaRPr lang="da-DK"/>
        </a:p>
      </dgm:t>
    </dgm:pt>
    <dgm:pt modelId="{DE452856-D81D-4E52-B4AC-F0DF5C6362EA}" type="sibTrans" cxnId="{0B893243-B4D2-43E6-9164-E8E7C5709B9E}">
      <dgm:prSet/>
      <dgm:spPr/>
      <dgm:t>
        <a:bodyPr/>
        <a:lstStyle/>
        <a:p>
          <a:endParaRPr lang="da-DK"/>
        </a:p>
      </dgm:t>
    </dgm:pt>
    <dgm:pt modelId="{534DB0CD-6588-4B58-8A0C-EFD2933736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Typisk dokumenteret i risikoregisteret</a:t>
          </a:r>
        </a:p>
      </dgm:t>
    </dgm:pt>
    <dgm:pt modelId="{8B860F7C-1888-4A57-951C-11BAAFE397F2}" type="parTrans" cxnId="{B7C91FED-9E1B-46E5-A909-9189EA286809}">
      <dgm:prSet/>
      <dgm:spPr/>
      <dgm:t>
        <a:bodyPr/>
        <a:lstStyle/>
        <a:p>
          <a:endParaRPr lang="da-DK"/>
        </a:p>
      </dgm:t>
    </dgm:pt>
    <dgm:pt modelId="{E9EA6267-A68B-47CB-8B0F-C963EBFD0966}" type="sibTrans" cxnId="{B7C91FED-9E1B-46E5-A909-9189EA286809}">
      <dgm:prSet/>
      <dgm:spPr/>
      <dgm:t>
        <a:bodyPr/>
        <a:lstStyle/>
        <a:p>
          <a:endParaRPr lang="da-DK"/>
        </a:p>
      </dgm:t>
    </dgm:pt>
    <dgm:pt modelId="{FC4094DD-EBBC-4119-A8E8-6D7A502ED108}" type="pres">
      <dgm:prSet presAssocID="{41A72839-33B9-4143-9564-2E89FBA6E818}" presName="Name0" presStyleCnt="0">
        <dgm:presLayoutVars>
          <dgm:dir/>
          <dgm:animLvl val="lvl"/>
          <dgm:resizeHandles val="exact"/>
        </dgm:presLayoutVars>
      </dgm:prSet>
      <dgm:spPr/>
    </dgm:pt>
    <dgm:pt modelId="{C6D89444-FB7A-48A3-B08B-A5613D45A915}" type="pres">
      <dgm:prSet presAssocID="{582EF7E4-92BF-45EC-A233-59FE8556FEB8}" presName="composite" presStyleCnt="0"/>
      <dgm:spPr/>
    </dgm:pt>
    <dgm:pt modelId="{95D797E8-58B8-4D54-929E-9005BF3A8A96}" type="pres">
      <dgm:prSet presAssocID="{582EF7E4-92BF-45EC-A233-59FE8556FEB8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B64C1DB-95E1-4B0F-9393-DEE0ADB1833C}" type="pres">
      <dgm:prSet presAssocID="{582EF7E4-92BF-45EC-A233-59FE8556FEB8}" presName="desTx" presStyleLbl="alignAccFollowNode1" presStyleIdx="0" presStyleCnt="4">
        <dgm:presLayoutVars>
          <dgm:bulletEnabled val="1"/>
        </dgm:presLayoutVars>
      </dgm:prSet>
      <dgm:spPr/>
    </dgm:pt>
    <dgm:pt modelId="{21F2C3C2-68DF-4D8F-B206-82EE1BE8AC33}" type="pres">
      <dgm:prSet presAssocID="{9923C86B-0D4B-4197-A2A7-0725EDB16573}" presName="space" presStyleCnt="0"/>
      <dgm:spPr/>
    </dgm:pt>
    <dgm:pt modelId="{28565FBE-CF80-4F16-9205-F3DF30BF0FD9}" type="pres">
      <dgm:prSet presAssocID="{A4E59C4F-86C0-46C1-B400-2FE58E12418C}" presName="composite" presStyleCnt="0"/>
      <dgm:spPr/>
    </dgm:pt>
    <dgm:pt modelId="{B8F52A9D-464C-4C19-A2D7-D8A7139171C2}" type="pres">
      <dgm:prSet presAssocID="{A4E59C4F-86C0-46C1-B400-2FE58E12418C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55ED29E-9564-4D15-B2C6-71F84ECCB3AE}" type="pres">
      <dgm:prSet presAssocID="{A4E59C4F-86C0-46C1-B400-2FE58E12418C}" presName="desTx" presStyleLbl="alignAccFollowNode1" presStyleIdx="1" presStyleCnt="4">
        <dgm:presLayoutVars>
          <dgm:bulletEnabled val="1"/>
        </dgm:presLayoutVars>
      </dgm:prSet>
      <dgm:spPr/>
    </dgm:pt>
    <dgm:pt modelId="{5054DAAA-85B1-4E5D-9BC7-B527DA0D1960}" type="pres">
      <dgm:prSet presAssocID="{BD3FF92E-112E-4C99-8826-D5A0CA80A537}" presName="space" presStyleCnt="0"/>
      <dgm:spPr/>
    </dgm:pt>
    <dgm:pt modelId="{A2F92681-5D06-4A2C-A39F-C2F9A2A1F1AD}" type="pres">
      <dgm:prSet presAssocID="{CF1A70A1-1519-4B61-8B81-A09ADD6ADE1C}" presName="composite" presStyleCnt="0"/>
      <dgm:spPr/>
    </dgm:pt>
    <dgm:pt modelId="{56271A1E-C1C4-4765-A3DF-AAA7F7FD3FA1}" type="pres">
      <dgm:prSet presAssocID="{CF1A70A1-1519-4B61-8B81-A09ADD6ADE1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C36ADAD-9EF4-4CAA-9064-3A58E59CB78C}" type="pres">
      <dgm:prSet presAssocID="{CF1A70A1-1519-4B61-8B81-A09ADD6ADE1C}" presName="desTx" presStyleLbl="alignAccFollowNode1" presStyleIdx="2" presStyleCnt="4">
        <dgm:presLayoutVars>
          <dgm:bulletEnabled val="1"/>
        </dgm:presLayoutVars>
      </dgm:prSet>
      <dgm:spPr/>
    </dgm:pt>
    <dgm:pt modelId="{A40862FB-6A7F-4381-BA6D-E22F2BF2890D}" type="pres">
      <dgm:prSet presAssocID="{AB9B60AA-CD2E-4DDF-AAE6-6B9B39E6FECB}" presName="space" presStyleCnt="0"/>
      <dgm:spPr/>
    </dgm:pt>
    <dgm:pt modelId="{FC26BECE-C6F3-457E-A5C8-6F15CCFC2C0E}" type="pres">
      <dgm:prSet presAssocID="{E2607AEE-7BC2-40B9-A6F2-B1F1F2797057}" presName="composite" presStyleCnt="0"/>
      <dgm:spPr/>
    </dgm:pt>
    <dgm:pt modelId="{FDB7DDAA-1167-4F61-B534-A0945AD1F6E8}" type="pres">
      <dgm:prSet presAssocID="{E2607AEE-7BC2-40B9-A6F2-B1F1F279705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4BA12C0-1BF8-45BC-AE08-F3D30A47B00D}" type="pres">
      <dgm:prSet presAssocID="{E2607AEE-7BC2-40B9-A6F2-B1F1F279705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7A7FC505-A4DC-4631-8D10-ACFA1905E487}" type="presOf" srcId="{8D20D070-DA59-4CDD-84A8-15500DB26DDD}" destId="{DB64C1DB-95E1-4B0F-9393-DEE0ADB1833C}" srcOrd="0" destOrd="2" presId="urn:microsoft.com/office/officeart/2005/8/layout/hList1"/>
    <dgm:cxn modelId="{ECDE8409-3AC7-4130-B555-885808F9815B}" srcId="{582EF7E4-92BF-45EC-A233-59FE8556FEB8}" destId="{AD009EFD-FB2B-445B-96ED-1A261999F4DE}" srcOrd="4" destOrd="0" parTransId="{47D2D116-8E04-4745-917D-CEBA201ABC48}" sibTransId="{D3B0F3FF-E325-436E-9B82-128862F5B011}"/>
    <dgm:cxn modelId="{50F9FC0B-84F1-4ECE-83B7-9C6AF0F31001}" type="presOf" srcId="{98AE4A99-98BE-4110-AE5A-B351354294BC}" destId="{8C36ADAD-9EF4-4CAA-9064-3A58E59CB78C}" srcOrd="0" destOrd="0" presId="urn:microsoft.com/office/officeart/2005/8/layout/hList1"/>
    <dgm:cxn modelId="{DC4CA00E-B161-4FFB-B5EE-03D69E80D81E}" srcId="{582EF7E4-92BF-45EC-A233-59FE8556FEB8}" destId="{08E6E3A7-F276-4FFB-889F-3F4468F33A40}" srcOrd="3" destOrd="0" parTransId="{61015B84-D6D3-4C24-87B6-1D8FAC43F9D4}" sibTransId="{4B8F8F2C-69A0-498D-BF66-32C20E44D682}"/>
    <dgm:cxn modelId="{8524A018-CF69-417B-A888-F1F69ACA9011}" type="presOf" srcId="{D557E625-A4BC-4F13-90DD-D5951AD02210}" destId="{055ED29E-9564-4D15-B2C6-71F84ECCB3AE}" srcOrd="0" destOrd="2" presId="urn:microsoft.com/office/officeart/2005/8/layout/hList1"/>
    <dgm:cxn modelId="{1BDED926-E1B2-4E0D-B6E8-9D0E39FB2E3B}" type="presOf" srcId="{3320F67E-46FD-4A7F-B4AD-6DE653A908BA}" destId="{8C36ADAD-9EF4-4CAA-9064-3A58E59CB78C}" srcOrd="0" destOrd="1" presId="urn:microsoft.com/office/officeart/2005/8/layout/hList1"/>
    <dgm:cxn modelId="{696D9328-0E30-4232-A487-38E3C313671E}" type="presOf" srcId="{E5BDFD1E-A87F-4E67-8BAA-8052C571B6B6}" destId="{8C36ADAD-9EF4-4CAA-9064-3A58E59CB78C}" srcOrd="0" destOrd="3" presId="urn:microsoft.com/office/officeart/2005/8/layout/hList1"/>
    <dgm:cxn modelId="{903D882C-43FD-4504-84B3-58E95C675ED9}" srcId="{E2607AEE-7BC2-40B9-A6F2-B1F1F2797057}" destId="{7F3933B1-709B-4806-A358-174DA32C66B3}" srcOrd="0" destOrd="0" parTransId="{DF3E0D96-E5CC-4107-8C0E-D5FF9111E680}" sibTransId="{894D6AC2-87F3-4131-BEE7-15D7D403A22F}"/>
    <dgm:cxn modelId="{C5074735-4906-46B6-BC19-58B70441A11E}" type="presOf" srcId="{08E6E3A7-F276-4FFB-889F-3F4468F33A40}" destId="{DB64C1DB-95E1-4B0F-9393-DEE0ADB1833C}" srcOrd="0" destOrd="3" presId="urn:microsoft.com/office/officeart/2005/8/layout/hList1"/>
    <dgm:cxn modelId="{0355BF36-3DD5-4167-B3B4-748F3DAF874B}" srcId="{41A72839-33B9-4143-9564-2E89FBA6E818}" destId="{A4E59C4F-86C0-46C1-B400-2FE58E12418C}" srcOrd="1" destOrd="0" parTransId="{F96AF87C-AB7D-40B7-9071-8559F0673872}" sibTransId="{BD3FF92E-112E-4C99-8826-D5A0CA80A537}"/>
    <dgm:cxn modelId="{6C514B3C-6AB0-4163-8337-8A70FB5CFE6B}" srcId="{CF1A70A1-1519-4B61-8B81-A09ADD6ADE1C}" destId="{98AE4A99-98BE-4110-AE5A-B351354294BC}" srcOrd="0" destOrd="0" parTransId="{305D4FCB-808D-4344-BA10-133355335491}" sibTransId="{FC7BFA8A-5DC8-4294-A1FA-F1962362AEEF}"/>
    <dgm:cxn modelId="{B4E39461-621E-45A9-BC78-5A61465B064F}" srcId="{41A72839-33B9-4143-9564-2E89FBA6E818}" destId="{582EF7E4-92BF-45EC-A233-59FE8556FEB8}" srcOrd="0" destOrd="0" parTransId="{5B809C05-F9AF-4AC3-A799-AFDFC7D5D260}" sibTransId="{9923C86B-0D4B-4197-A2A7-0725EDB16573}"/>
    <dgm:cxn modelId="{0B893243-B4D2-43E6-9164-E8E7C5709B9E}" srcId="{E2607AEE-7BC2-40B9-A6F2-B1F1F2797057}" destId="{18F2D319-76B0-4D4D-B86A-100CCB7AB608}" srcOrd="2" destOrd="0" parTransId="{ED7A165D-48C4-4E03-B537-2E1F3874618D}" sibTransId="{DE452856-D81D-4E52-B4AC-F0DF5C6362EA}"/>
    <dgm:cxn modelId="{7FCD0049-20A7-41EF-B0CD-104301FADA24}" type="presOf" srcId="{4D2F4B9D-06DE-4758-A165-604D8BFC9FFD}" destId="{055ED29E-9564-4D15-B2C6-71F84ECCB3AE}" srcOrd="0" destOrd="3" presId="urn:microsoft.com/office/officeart/2005/8/layout/hList1"/>
    <dgm:cxn modelId="{22BAA34A-8FED-491F-831A-ABB77BF1E2EF}" type="presOf" srcId="{5AE6068B-B423-4E76-93CA-F164FBD9E052}" destId="{8C36ADAD-9EF4-4CAA-9064-3A58E59CB78C}" srcOrd="0" destOrd="2" presId="urn:microsoft.com/office/officeart/2005/8/layout/hList1"/>
    <dgm:cxn modelId="{51CD7E6B-E7AC-4467-AAD2-3F87EFACDB68}" srcId="{A4E59C4F-86C0-46C1-B400-2FE58E12418C}" destId="{5C7D54AC-493F-4A34-B1AC-F43399F695E0}" srcOrd="0" destOrd="0" parTransId="{4669AC74-DF3F-4F68-9EAC-8D7935DDBAC6}" sibTransId="{4D951CFB-01A9-491D-B6E1-81D48DC2D97B}"/>
    <dgm:cxn modelId="{AB37C66C-5B18-4E01-9718-CBBD58336AF7}" type="presOf" srcId="{18F2D319-76B0-4D4D-B86A-100CCB7AB608}" destId="{54BA12C0-1BF8-45BC-AE08-F3D30A47B00D}" srcOrd="0" destOrd="2" presId="urn:microsoft.com/office/officeart/2005/8/layout/hList1"/>
    <dgm:cxn modelId="{E2D07153-0DC9-4BE0-A7E8-7129B03737A6}" srcId="{582EF7E4-92BF-45EC-A233-59FE8556FEB8}" destId="{8740CDAF-F990-4019-8437-EFEBD4C73C4D}" srcOrd="0" destOrd="0" parTransId="{8AC1FD43-74DE-453B-A732-440E3BD84B6E}" sibTransId="{0E3F76AD-EFDB-48D2-B4F0-5E48AE28F1B0}"/>
    <dgm:cxn modelId="{F9763B79-2CF1-490D-8583-AF7EB427352C}" type="presOf" srcId="{C72E6576-12FC-4911-BABE-DB613674266E}" destId="{DB64C1DB-95E1-4B0F-9393-DEE0ADB1833C}" srcOrd="0" destOrd="5" presId="urn:microsoft.com/office/officeart/2005/8/layout/hList1"/>
    <dgm:cxn modelId="{B6AA277E-BF0C-44D8-91C3-04BEFE61DE5B}" srcId="{A4E59C4F-86C0-46C1-B400-2FE58E12418C}" destId="{D557E625-A4BC-4F13-90DD-D5951AD02210}" srcOrd="2" destOrd="0" parTransId="{F1A331A7-97F0-4F8A-91BF-613FE356CAE6}" sibTransId="{B260F469-CC38-48A4-88F1-E4B82A278A78}"/>
    <dgm:cxn modelId="{40E8C488-14EA-43E1-A859-472202057A67}" srcId="{A4E59C4F-86C0-46C1-B400-2FE58E12418C}" destId="{4D2F4B9D-06DE-4758-A165-604D8BFC9FFD}" srcOrd="3" destOrd="0" parTransId="{D9772FEC-8067-47EB-AD37-B6D410B2A3D6}" sibTransId="{B79F8116-1F74-4D8B-93BA-C5F730ED861B}"/>
    <dgm:cxn modelId="{18CAD995-7435-48E0-BBFC-9733C00AC2BE}" srcId="{582EF7E4-92BF-45EC-A233-59FE8556FEB8}" destId="{C72E6576-12FC-4911-BABE-DB613674266E}" srcOrd="5" destOrd="0" parTransId="{A686B186-0D80-421A-B820-ACF1F36D7326}" sibTransId="{C2AB9393-F3EE-4AF5-8361-BFAA0B680939}"/>
    <dgm:cxn modelId="{53731597-BF82-4A40-9272-63FDE890A7EF}" srcId="{A4E59C4F-86C0-46C1-B400-2FE58E12418C}" destId="{A285D3BC-EC74-4968-9025-8C7724FF1C80}" srcOrd="1" destOrd="0" parTransId="{8F311E44-E577-4BA5-B062-1260DDE7F14A}" sibTransId="{348594FF-A490-4DDD-90EC-B0DF8DE92BAE}"/>
    <dgm:cxn modelId="{D940D19B-2731-43CD-B164-B3C9772379E2}" srcId="{E2607AEE-7BC2-40B9-A6F2-B1F1F2797057}" destId="{994256B4-5075-4CC8-AA8C-641449944D99}" srcOrd="1" destOrd="0" parTransId="{7281C83C-B950-4B99-9052-5AAEC2A07F3D}" sibTransId="{8FCC83CC-96E1-40E1-A80F-C41E2FF4C83E}"/>
    <dgm:cxn modelId="{0E6A809F-BCDE-4027-89EB-7CA01F90F4CF}" srcId="{41A72839-33B9-4143-9564-2E89FBA6E818}" destId="{E2607AEE-7BC2-40B9-A6F2-B1F1F2797057}" srcOrd="3" destOrd="0" parTransId="{FD63BB38-E848-4B01-8733-B799DB135304}" sibTransId="{6DB9985A-2754-473B-855B-F9AA4C866765}"/>
    <dgm:cxn modelId="{9D1AD3A1-1006-436C-9CCC-539A930D63B4}" type="presOf" srcId="{A285D3BC-EC74-4968-9025-8C7724FF1C80}" destId="{055ED29E-9564-4D15-B2C6-71F84ECCB3AE}" srcOrd="0" destOrd="1" presId="urn:microsoft.com/office/officeart/2005/8/layout/hList1"/>
    <dgm:cxn modelId="{ACFE12A5-C576-477C-B54E-D9FC47741E5F}" type="presOf" srcId="{AD009EFD-FB2B-445B-96ED-1A261999F4DE}" destId="{DB64C1DB-95E1-4B0F-9393-DEE0ADB1833C}" srcOrd="0" destOrd="4" presId="urn:microsoft.com/office/officeart/2005/8/layout/hList1"/>
    <dgm:cxn modelId="{0CE356A6-BBF1-43F1-9938-E8F2D42D2A9E}" srcId="{CF1A70A1-1519-4B61-8B81-A09ADD6ADE1C}" destId="{3320F67E-46FD-4A7F-B4AD-6DE653A908BA}" srcOrd="1" destOrd="0" parTransId="{86606F92-6008-499D-BD7F-6CA738F23EEC}" sibTransId="{0E14511B-7694-4FE5-8A4C-1D3C2B37E4FC}"/>
    <dgm:cxn modelId="{0C235CAC-C5A5-408D-9A90-82F48C0276A0}" srcId="{41A72839-33B9-4143-9564-2E89FBA6E818}" destId="{CF1A70A1-1519-4B61-8B81-A09ADD6ADE1C}" srcOrd="2" destOrd="0" parTransId="{C2A20786-AF6C-441B-A671-A3E777396AB6}" sibTransId="{AB9B60AA-CD2E-4DDF-AAE6-6B9B39E6FECB}"/>
    <dgm:cxn modelId="{E2144FB2-8129-40E4-9CC8-0926516A4700}" srcId="{582EF7E4-92BF-45EC-A233-59FE8556FEB8}" destId="{BB441661-1B34-44E5-9E1C-C90ADF68F23D}" srcOrd="1" destOrd="0" parTransId="{F42E4850-7DBD-46FB-8DCE-468310B18C65}" sibTransId="{5033627C-652C-4B4C-B8D7-7C4A37037399}"/>
    <dgm:cxn modelId="{35AAD9B6-6732-4E98-8856-EEA0279C9E50}" type="presOf" srcId="{5C7D54AC-493F-4A34-B1AC-F43399F695E0}" destId="{055ED29E-9564-4D15-B2C6-71F84ECCB3AE}" srcOrd="0" destOrd="0" presId="urn:microsoft.com/office/officeart/2005/8/layout/hList1"/>
    <dgm:cxn modelId="{828BE5B7-ADB9-4405-A659-1EED895AE89B}" type="presOf" srcId="{E2607AEE-7BC2-40B9-A6F2-B1F1F2797057}" destId="{FDB7DDAA-1167-4F61-B534-A0945AD1F6E8}" srcOrd="0" destOrd="0" presId="urn:microsoft.com/office/officeart/2005/8/layout/hList1"/>
    <dgm:cxn modelId="{5B193DB8-33A5-4CA9-B626-A79AA4D91748}" type="presOf" srcId="{BB441661-1B34-44E5-9E1C-C90ADF68F23D}" destId="{DB64C1DB-95E1-4B0F-9393-DEE0ADB1833C}" srcOrd="0" destOrd="1" presId="urn:microsoft.com/office/officeart/2005/8/layout/hList1"/>
    <dgm:cxn modelId="{89805EC0-B5BC-4DC3-8785-A6DC6B7931EA}" srcId="{582EF7E4-92BF-45EC-A233-59FE8556FEB8}" destId="{8D20D070-DA59-4CDD-84A8-15500DB26DDD}" srcOrd="2" destOrd="0" parTransId="{7FAD7DDA-F4D8-4602-9AE3-9DD555D15D72}" sibTransId="{9D7D21EA-BC46-431F-ACD9-C2CE47BC9F35}"/>
    <dgm:cxn modelId="{DB888FC0-8913-4905-9C29-E1A5B24F066A}" type="presOf" srcId="{582EF7E4-92BF-45EC-A233-59FE8556FEB8}" destId="{95D797E8-58B8-4D54-929E-9005BF3A8A96}" srcOrd="0" destOrd="0" presId="urn:microsoft.com/office/officeart/2005/8/layout/hList1"/>
    <dgm:cxn modelId="{6D5ACEC0-03F1-4C28-A40D-CB811074D42E}" type="presOf" srcId="{534DB0CD-6588-4B58-8A0C-EFD293373688}" destId="{54BA12C0-1BF8-45BC-AE08-F3D30A47B00D}" srcOrd="0" destOrd="3" presId="urn:microsoft.com/office/officeart/2005/8/layout/hList1"/>
    <dgm:cxn modelId="{730767C1-385B-4557-AB74-274F5A2BE038}" type="presOf" srcId="{41A72839-33B9-4143-9564-2E89FBA6E818}" destId="{FC4094DD-EBBC-4119-A8E8-6D7A502ED108}" srcOrd="0" destOrd="0" presId="urn:microsoft.com/office/officeart/2005/8/layout/hList1"/>
    <dgm:cxn modelId="{B651D4C4-36FC-4312-8465-C2B1216F84FC}" type="presOf" srcId="{7F3933B1-709B-4806-A358-174DA32C66B3}" destId="{54BA12C0-1BF8-45BC-AE08-F3D30A47B00D}" srcOrd="0" destOrd="0" presId="urn:microsoft.com/office/officeart/2005/8/layout/hList1"/>
    <dgm:cxn modelId="{8D8F06DD-A7CB-4A38-A39F-AAE534ABD93C}" type="presOf" srcId="{A4E59C4F-86C0-46C1-B400-2FE58E12418C}" destId="{B8F52A9D-464C-4C19-A2D7-D8A7139171C2}" srcOrd="0" destOrd="0" presId="urn:microsoft.com/office/officeart/2005/8/layout/hList1"/>
    <dgm:cxn modelId="{693827E4-7CB5-47A9-9323-7DE8764FB7C0}" srcId="{CF1A70A1-1519-4B61-8B81-A09ADD6ADE1C}" destId="{5AE6068B-B423-4E76-93CA-F164FBD9E052}" srcOrd="2" destOrd="0" parTransId="{BB4BB09C-647C-4606-A4D3-A116193796B3}" sibTransId="{E24510EE-F866-4A8A-B61E-0180CCC5DFC7}"/>
    <dgm:cxn modelId="{09C7FFE5-5446-4BCA-AAFB-C4A8D58B5E74}" type="presOf" srcId="{CF1A70A1-1519-4B61-8B81-A09ADD6ADE1C}" destId="{56271A1E-C1C4-4765-A3DF-AAA7F7FD3FA1}" srcOrd="0" destOrd="0" presId="urn:microsoft.com/office/officeart/2005/8/layout/hList1"/>
    <dgm:cxn modelId="{F446CBE7-8B92-460B-A211-698E6FA8C6A7}" type="presOf" srcId="{994256B4-5075-4CC8-AA8C-641449944D99}" destId="{54BA12C0-1BF8-45BC-AE08-F3D30A47B00D}" srcOrd="0" destOrd="1" presId="urn:microsoft.com/office/officeart/2005/8/layout/hList1"/>
    <dgm:cxn modelId="{7747E5E8-0960-4B5C-8F93-F3A7ABFE3756}" srcId="{CF1A70A1-1519-4B61-8B81-A09ADD6ADE1C}" destId="{E5BDFD1E-A87F-4E67-8BAA-8052C571B6B6}" srcOrd="3" destOrd="0" parTransId="{8251C2AF-B41A-40D8-9AC9-D6959A23D64A}" sibTransId="{05EFC1AD-A29F-427A-8EE5-E99C6549BD79}"/>
    <dgm:cxn modelId="{8CB375EC-5387-4AE6-92AF-DCB968D9CB53}" type="presOf" srcId="{8740CDAF-F990-4019-8437-EFEBD4C73C4D}" destId="{DB64C1DB-95E1-4B0F-9393-DEE0ADB1833C}" srcOrd="0" destOrd="0" presId="urn:microsoft.com/office/officeart/2005/8/layout/hList1"/>
    <dgm:cxn modelId="{B7C91FED-9E1B-46E5-A909-9189EA286809}" srcId="{E2607AEE-7BC2-40B9-A6F2-B1F1F2797057}" destId="{534DB0CD-6588-4B58-8A0C-EFD293373688}" srcOrd="3" destOrd="0" parTransId="{8B860F7C-1888-4A57-951C-11BAAFE397F2}" sibTransId="{E9EA6267-A68B-47CB-8B0F-C963EBFD0966}"/>
    <dgm:cxn modelId="{4A4317C5-BB61-4CAD-8AD8-41F1393BB817}" type="presParOf" srcId="{FC4094DD-EBBC-4119-A8E8-6D7A502ED108}" destId="{C6D89444-FB7A-48A3-B08B-A5613D45A915}" srcOrd="0" destOrd="0" presId="urn:microsoft.com/office/officeart/2005/8/layout/hList1"/>
    <dgm:cxn modelId="{E33B4A53-CE3A-4D8B-9E93-76DB40F53877}" type="presParOf" srcId="{C6D89444-FB7A-48A3-B08B-A5613D45A915}" destId="{95D797E8-58B8-4D54-929E-9005BF3A8A96}" srcOrd="0" destOrd="0" presId="urn:microsoft.com/office/officeart/2005/8/layout/hList1"/>
    <dgm:cxn modelId="{7C61DA03-14A4-4D94-9384-2D687A69D33B}" type="presParOf" srcId="{C6D89444-FB7A-48A3-B08B-A5613D45A915}" destId="{DB64C1DB-95E1-4B0F-9393-DEE0ADB1833C}" srcOrd="1" destOrd="0" presId="urn:microsoft.com/office/officeart/2005/8/layout/hList1"/>
    <dgm:cxn modelId="{286C10C5-0830-4D0C-871C-F500199F7606}" type="presParOf" srcId="{FC4094DD-EBBC-4119-A8E8-6D7A502ED108}" destId="{21F2C3C2-68DF-4D8F-B206-82EE1BE8AC33}" srcOrd="1" destOrd="0" presId="urn:microsoft.com/office/officeart/2005/8/layout/hList1"/>
    <dgm:cxn modelId="{204C289B-3C53-46EA-B278-838EA24DE0FB}" type="presParOf" srcId="{FC4094DD-EBBC-4119-A8E8-6D7A502ED108}" destId="{28565FBE-CF80-4F16-9205-F3DF30BF0FD9}" srcOrd="2" destOrd="0" presId="urn:microsoft.com/office/officeart/2005/8/layout/hList1"/>
    <dgm:cxn modelId="{CC5C320A-5297-4A79-9706-C11BEE567BAF}" type="presParOf" srcId="{28565FBE-CF80-4F16-9205-F3DF30BF0FD9}" destId="{B8F52A9D-464C-4C19-A2D7-D8A7139171C2}" srcOrd="0" destOrd="0" presId="urn:microsoft.com/office/officeart/2005/8/layout/hList1"/>
    <dgm:cxn modelId="{E471E20C-0A97-4273-9C39-1DA65C8DCF7D}" type="presParOf" srcId="{28565FBE-CF80-4F16-9205-F3DF30BF0FD9}" destId="{055ED29E-9564-4D15-B2C6-71F84ECCB3AE}" srcOrd="1" destOrd="0" presId="urn:microsoft.com/office/officeart/2005/8/layout/hList1"/>
    <dgm:cxn modelId="{D6F5276C-C494-49D6-AFA6-02DA93E04CB0}" type="presParOf" srcId="{FC4094DD-EBBC-4119-A8E8-6D7A502ED108}" destId="{5054DAAA-85B1-4E5D-9BC7-B527DA0D1960}" srcOrd="3" destOrd="0" presId="urn:microsoft.com/office/officeart/2005/8/layout/hList1"/>
    <dgm:cxn modelId="{0935CA51-3385-4781-A379-E41B0329937A}" type="presParOf" srcId="{FC4094DD-EBBC-4119-A8E8-6D7A502ED108}" destId="{A2F92681-5D06-4A2C-A39F-C2F9A2A1F1AD}" srcOrd="4" destOrd="0" presId="urn:microsoft.com/office/officeart/2005/8/layout/hList1"/>
    <dgm:cxn modelId="{F1D9BF08-5CE1-41D7-99B7-88C11A02E150}" type="presParOf" srcId="{A2F92681-5D06-4A2C-A39F-C2F9A2A1F1AD}" destId="{56271A1E-C1C4-4765-A3DF-AAA7F7FD3FA1}" srcOrd="0" destOrd="0" presId="urn:microsoft.com/office/officeart/2005/8/layout/hList1"/>
    <dgm:cxn modelId="{44979514-B3C9-4FE3-A7DC-7300D25508D8}" type="presParOf" srcId="{A2F92681-5D06-4A2C-A39F-C2F9A2A1F1AD}" destId="{8C36ADAD-9EF4-4CAA-9064-3A58E59CB78C}" srcOrd="1" destOrd="0" presId="urn:microsoft.com/office/officeart/2005/8/layout/hList1"/>
    <dgm:cxn modelId="{372148A8-E5CB-4A46-A10E-10F34FF05663}" type="presParOf" srcId="{FC4094DD-EBBC-4119-A8E8-6D7A502ED108}" destId="{A40862FB-6A7F-4381-BA6D-E22F2BF2890D}" srcOrd="5" destOrd="0" presId="urn:microsoft.com/office/officeart/2005/8/layout/hList1"/>
    <dgm:cxn modelId="{F4B115BC-BC0C-4A9D-AE12-15DD174FB1A5}" type="presParOf" srcId="{FC4094DD-EBBC-4119-A8E8-6D7A502ED108}" destId="{FC26BECE-C6F3-457E-A5C8-6F15CCFC2C0E}" srcOrd="6" destOrd="0" presId="urn:microsoft.com/office/officeart/2005/8/layout/hList1"/>
    <dgm:cxn modelId="{6FC68A6E-0869-4482-92DF-F3B200F34B39}" type="presParOf" srcId="{FC26BECE-C6F3-457E-A5C8-6F15CCFC2C0E}" destId="{FDB7DDAA-1167-4F61-B534-A0945AD1F6E8}" srcOrd="0" destOrd="0" presId="urn:microsoft.com/office/officeart/2005/8/layout/hList1"/>
    <dgm:cxn modelId="{9955C52D-4C49-4D6E-A45F-A9645CFAEBCF}" type="presParOf" srcId="{FC26BECE-C6F3-457E-A5C8-6F15CCFC2C0E}" destId="{54BA12C0-1BF8-45BC-AE08-F3D30A47B0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422CA9-B1E8-48CA-A58F-42CBFDF79463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a-DK"/>
        </a:p>
      </dgm:t>
    </dgm:pt>
    <dgm:pt modelId="{35BF1CC6-3E3E-4463-9D28-B96BC47BF52E}">
      <dgm:prSet/>
      <dgm:spPr/>
      <dgm:t>
        <a:bodyPr/>
        <a:lstStyle/>
        <a:p>
          <a:pPr>
            <a:buNone/>
          </a:pPr>
          <a:r>
            <a:rPr lang="da-DK" dirty="0"/>
            <a:t>Grundlæggende it-sikkerhed</a:t>
          </a:r>
        </a:p>
      </dgm:t>
    </dgm:pt>
    <dgm:pt modelId="{F33EBABC-79C9-4B56-A85D-88AFE4CF6886}" type="parTrans" cxnId="{FB98B24B-D62E-4210-AFCD-A03709130058}">
      <dgm:prSet/>
      <dgm:spPr/>
      <dgm:t>
        <a:bodyPr/>
        <a:lstStyle/>
        <a:p>
          <a:endParaRPr lang="da-DK"/>
        </a:p>
      </dgm:t>
    </dgm:pt>
    <dgm:pt modelId="{2AB304FD-DBC8-4979-BE98-2CA8B6A3374F}" type="sibTrans" cxnId="{FB98B24B-D62E-4210-AFCD-A03709130058}">
      <dgm:prSet/>
      <dgm:spPr/>
      <dgm:t>
        <a:bodyPr/>
        <a:lstStyle/>
        <a:p>
          <a:endParaRPr lang="da-DK"/>
        </a:p>
      </dgm:t>
    </dgm:pt>
    <dgm:pt modelId="{69744024-0780-4C9A-AD36-2C661BCA5162}">
      <dgm:prSet/>
      <dgm:spPr/>
      <dgm:t>
        <a:bodyPr/>
        <a:lstStyle/>
        <a:p>
          <a:pPr>
            <a:buNone/>
          </a:pPr>
          <a:r>
            <a:rPr lang="da-DK" dirty="0"/>
            <a:t>Sikker systemudvikling</a:t>
          </a:r>
        </a:p>
      </dgm:t>
    </dgm:pt>
    <dgm:pt modelId="{FAEE7D6E-28F0-4763-AD29-AC0F0F8EA652}" type="parTrans" cxnId="{7C211B4F-8C33-4854-AFBA-92A84CC79D54}">
      <dgm:prSet/>
      <dgm:spPr/>
      <dgm:t>
        <a:bodyPr/>
        <a:lstStyle/>
        <a:p>
          <a:endParaRPr lang="da-DK"/>
        </a:p>
      </dgm:t>
    </dgm:pt>
    <dgm:pt modelId="{E33A2C95-D4D7-4B50-932E-B8B0E91EB145}" type="sibTrans" cxnId="{7C211B4F-8C33-4854-AFBA-92A84CC79D54}">
      <dgm:prSet/>
      <dgm:spPr/>
      <dgm:t>
        <a:bodyPr/>
        <a:lstStyle/>
        <a:p>
          <a:endParaRPr lang="da-DK"/>
        </a:p>
      </dgm:t>
    </dgm:pt>
    <dgm:pt modelId="{F29D6C87-C706-45D1-BDC3-9603F48AAC44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da-DK" dirty="0"/>
            <a:t>Tekniske aspekter af it-sikkerhed</a:t>
          </a:r>
        </a:p>
      </dgm:t>
    </dgm:pt>
    <dgm:pt modelId="{DBA71462-7405-429D-9E22-1B5A3A7586CF}" type="parTrans" cxnId="{45E13AEE-693A-4158-B3D6-7628A01E8024}">
      <dgm:prSet/>
      <dgm:spPr/>
      <dgm:t>
        <a:bodyPr/>
        <a:lstStyle/>
        <a:p>
          <a:endParaRPr lang="da-DK"/>
        </a:p>
      </dgm:t>
    </dgm:pt>
    <dgm:pt modelId="{A7F0387E-1808-4DFC-8A6C-B33A9CF8FF8A}" type="sibTrans" cxnId="{45E13AEE-693A-4158-B3D6-7628A01E8024}">
      <dgm:prSet/>
      <dgm:spPr/>
      <dgm:t>
        <a:bodyPr/>
        <a:lstStyle/>
        <a:p>
          <a:endParaRPr lang="da-DK"/>
        </a:p>
      </dgm:t>
    </dgm:pt>
    <dgm:pt modelId="{EBC34D9E-8A56-4660-98B2-CC111BD23E57}">
      <dgm:prSet/>
      <dgm:spPr/>
      <dgm:t>
        <a:bodyPr/>
        <a:lstStyle/>
        <a:p>
          <a:pPr>
            <a:buNone/>
          </a:pPr>
          <a:r>
            <a:rPr lang="da-DK" dirty="0"/>
            <a:t>Privatliv, etik og GDPR</a:t>
          </a:r>
        </a:p>
      </dgm:t>
    </dgm:pt>
    <dgm:pt modelId="{1B939FF2-02C2-457F-B1BE-A0FA96DCC6EF}" type="parTrans" cxnId="{C2639530-CEBC-4FAA-9546-0EBC7C0F4F0E}">
      <dgm:prSet/>
      <dgm:spPr/>
      <dgm:t>
        <a:bodyPr/>
        <a:lstStyle/>
        <a:p>
          <a:endParaRPr lang="da-DK"/>
        </a:p>
      </dgm:t>
    </dgm:pt>
    <dgm:pt modelId="{3B352351-19DB-418E-9BEF-8875C94624B0}" type="sibTrans" cxnId="{C2639530-CEBC-4FAA-9546-0EBC7C0F4F0E}">
      <dgm:prSet/>
      <dgm:spPr/>
      <dgm:t>
        <a:bodyPr/>
        <a:lstStyle/>
        <a:p>
          <a:endParaRPr lang="da-DK"/>
        </a:p>
      </dgm:t>
    </dgm:pt>
    <dgm:pt modelId="{48142702-5DBD-4578-B758-51F946075D58}">
      <dgm:prSet/>
      <dgm:spPr/>
      <dgm:t>
        <a:bodyPr/>
        <a:lstStyle/>
        <a:p>
          <a:pPr>
            <a:buNone/>
          </a:pPr>
          <a:r>
            <a:rPr lang="da-DK" dirty="0"/>
            <a:t>Kvalitetssikring og sikkerhed</a:t>
          </a:r>
        </a:p>
      </dgm:t>
    </dgm:pt>
    <dgm:pt modelId="{48616A69-53B0-4E67-9771-C508AFE3453C}" type="parTrans" cxnId="{EE9F6EDF-37A7-4B5C-8B32-B117A2ADB4CD}">
      <dgm:prSet/>
      <dgm:spPr/>
      <dgm:t>
        <a:bodyPr/>
        <a:lstStyle/>
        <a:p>
          <a:endParaRPr lang="da-DK"/>
        </a:p>
      </dgm:t>
    </dgm:pt>
    <dgm:pt modelId="{91DCB4D1-F420-49D7-ABBD-894D2CCCBED4}" type="sibTrans" cxnId="{EE9F6EDF-37A7-4B5C-8B32-B117A2ADB4CD}">
      <dgm:prSet/>
      <dgm:spPr/>
      <dgm:t>
        <a:bodyPr/>
        <a:lstStyle/>
        <a:p>
          <a:endParaRPr lang="da-DK"/>
        </a:p>
      </dgm:t>
    </dgm:pt>
    <dgm:pt modelId="{AAD006C0-3584-4904-97C5-7DDDA3392A15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da-DK" b="1" dirty="0"/>
            <a:t>Uge 10-12</a:t>
          </a:r>
        </a:p>
      </dgm:t>
    </dgm:pt>
    <dgm:pt modelId="{56EB1C8E-CBA3-4557-AC25-8D254AC884B0}" type="parTrans" cxnId="{8B53E856-B64F-469E-BEE7-0FCB9582B7B2}">
      <dgm:prSet/>
      <dgm:spPr/>
      <dgm:t>
        <a:bodyPr/>
        <a:lstStyle/>
        <a:p>
          <a:endParaRPr lang="da-DK"/>
        </a:p>
      </dgm:t>
    </dgm:pt>
    <dgm:pt modelId="{04460B3C-6BC7-443A-85D9-47CF8DB404F1}" type="sibTrans" cxnId="{8B53E856-B64F-469E-BEE7-0FCB9582B7B2}">
      <dgm:prSet/>
      <dgm:spPr/>
      <dgm:t>
        <a:bodyPr/>
        <a:lstStyle/>
        <a:p>
          <a:endParaRPr lang="da-DK"/>
        </a:p>
      </dgm:t>
    </dgm:pt>
    <dgm:pt modelId="{4384AEDB-FC14-4524-A093-CF7C7B68DAE8}">
      <dgm:prSet/>
      <dgm:spPr/>
      <dgm:t>
        <a:bodyPr/>
        <a:lstStyle/>
        <a:p>
          <a:pPr>
            <a:buNone/>
          </a:pPr>
          <a:r>
            <a:rPr lang="da-DK" b="1" dirty="0"/>
            <a:t>Uge 13-16</a:t>
          </a:r>
        </a:p>
      </dgm:t>
    </dgm:pt>
    <dgm:pt modelId="{8C67F1C2-2D3D-427A-B50E-E5E29D5E0404}" type="parTrans" cxnId="{401DEA39-9466-480B-AFC1-A1ADC00DFB2F}">
      <dgm:prSet/>
      <dgm:spPr/>
      <dgm:t>
        <a:bodyPr/>
        <a:lstStyle/>
        <a:p>
          <a:endParaRPr lang="da-DK"/>
        </a:p>
      </dgm:t>
    </dgm:pt>
    <dgm:pt modelId="{9DE258FA-70FD-4AB2-B307-8FDC31C812B0}" type="sibTrans" cxnId="{401DEA39-9466-480B-AFC1-A1ADC00DFB2F}">
      <dgm:prSet/>
      <dgm:spPr/>
      <dgm:t>
        <a:bodyPr/>
        <a:lstStyle/>
        <a:p>
          <a:endParaRPr lang="da-DK"/>
        </a:p>
      </dgm:t>
    </dgm:pt>
    <dgm:pt modelId="{A914966C-E8B0-4AB4-B8E8-ACEBD2CE2436}">
      <dgm:prSet/>
      <dgm:spPr/>
      <dgm:t>
        <a:bodyPr/>
        <a:lstStyle/>
        <a:p>
          <a:pPr>
            <a:buNone/>
          </a:pPr>
          <a:r>
            <a:rPr lang="da-DK" b="1" dirty="0"/>
            <a:t>Uge 17-18</a:t>
          </a:r>
        </a:p>
      </dgm:t>
    </dgm:pt>
    <dgm:pt modelId="{18D35B37-49D0-4B0A-A643-094AF080EB46}" type="parTrans" cxnId="{92F25D57-6C1A-47FA-B380-65BF9F5FBC8E}">
      <dgm:prSet/>
      <dgm:spPr/>
      <dgm:t>
        <a:bodyPr/>
        <a:lstStyle/>
        <a:p>
          <a:endParaRPr lang="da-DK"/>
        </a:p>
      </dgm:t>
    </dgm:pt>
    <dgm:pt modelId="{C8060613-0B59-4AC0-BFD0-2264664440C2}" type="sibTrans" cxnId="{92F25D57-6C1A-47FA-B380-65BF9F5FBC8E}">
      <dgm:prSet/>
      <dgm:spPr/>
      <dgm:t>
        <a:bodyPr/>
        <a:lstStyle/>
        <a:p>
          <a:endParaRPr lang="da-DK"/>
        </a:p>
      </dgm:t>
    </dgm:pt>
    <dgm:pt modelId="{487B3172-17C9-4F4C-8C74-33A96AEB56F1}">
      <dgm:prSet/>
      <dgm:spPr/>
      <dgm:t>
        <a:bodyPr/>
        <a:lstStyle/>
        <a:p>
          <a:pPr>
            <a:buNone/>
          </a:pPr>
          <a:r>
            <a:rPr lang="da-DK" b="1" dirty="0"/>
            <a:t>Uge 19-21</a:t>
          </a:r>
        </a:p>
      </dgm:t>
    </dgm:pt>
    <dgm:pt modelId="{8D350663-2CC6-4702-ADE6-187F7DFAC4E7}" type="parTrans" cxnId="{455BABB2-C880-4F6A-B6F6-549EC9C2C41F}">
      <dgm:prSet/>
      <dgm:spPr/>
      <dgm:t>
        <a:bodyPr/>
        <a:lstStyle/>
        <a:p>
          <a:endParaRPr lang="da-DK"/>
        </a:p>
      </dgm:t>
    </dgm:pt>
    <dgm:pt modelId="{C9F59A6D-ABB6-406E-8376-7FFDC8580B3A}" type="sibTrans" cxnId="{455BABB2-C880-4F6A-B6F6-549EC9C2C41F}">
      <dgm:prSet/>
      <dgm:spPr/>
      <dgm:t>
        <a:bodyPr/>
        <a:lstStyle/>
        <a:p>
          <a:endParaRPr lang="da-DK"/>
        </a:p>
      </dgm:t>
    </dgm:pt>
    <dgm:pt modelId="{54B5D7A2-AC77-41AB-9DE2-C6073593B89A}">
      <dgm:prSet/>
      <dgm:spPr/>
      <dgm:t>
        <a:bodyPr/>
        <a:lstStyle/>
        <a:p>
          <a:r>
            <a:rPr lang="da-DK" dirty="0"/>
            <a:t>Trusler</a:t>
          </a:r>
        </a:p>
      </dgm:t>
    </dgm:pt>
    <dgm:pt modelId="{25CA4AF0-6430-4842-A24F-83235E4FB007}" type="parTrans" cxnId="{61CB9358-1682-4D45-AA40-4DB393141A29}">
      <dgm:prSet/>
      <dgm:spPr/>
      <dgm:t>
        <a:bodyPr/>
        <a:lstStyle/>
        <a:p>
          <a:endParaRPr lang="da-DK"/>
        </a:p>
      </dgm:t>
    </dgm:pt>
    <dgm:pt modelId="{100FC6CB-EDF8-455C-81AB-985F572021B8}" type="sibTrans" cxnId="{61CB9358-1682-4D45-AA40-4DB393141A29}">
      <dgm:prSet/>
      <dgm:spPr/>
      <dgm:t>
        <a:bodyPr/>
        <a:lstStyle/>
        <a:p>
          <a:endParaRPr lang="da-DK"/>
        </a:p>
      </dgm:t>
    </dgm:pt>
    <dgm:pt modelId="{F0440220-40FF-4D30-8B8B-4E9B9E6CC59B}">
      <dgm:prSet/>
      <dgm:spPr/>
      <dgm:t>
        <a:bodyPr/>
        <a:lstStyle/>
        <a:p>
          <a:r>
            <a:rPr lang="da-DK" dirty="0"/>
            <a:t>Sårbarheder</a:t>
          </a:r>
        </a:p>
      </dgm:t>
    </dgm:pt>
    <dgm:pt modelId="{E5FDC3C8-5400-4C8F-8975-B4DA56912A30}" type="parTrans" cxnId="{BF101258-7E39-41ED-A275-84B25370571D}">
      <dgm:prSet/>
      <dgm:spPr/>
      <dgm:t>
        <a:bodyPr/>
        <a:lstStyle/>
        <a:p>
          <a:endParaRPr lang="da-DK"/>
        </a:p>
      </dgm:t>
    </dgm:pt>
    <dgm:pt modelId="{D85762D6-9FA0-4A99-895D-6393912FAA82}" type="sibTrans" cxnId="{BF101258-7E39-41ED-A275-84B25370571D}">
      <dgm:prSet/>
      <dgm:spPr/>
      <dgm:t>
        <a:bodyPr/>
        <a:lstStyle/>
        <a:p>
          <a:endParaRPr lang="da-DK"/>
        </a:p>
      </dgm:t>
    </dgm:pt>
    <dgm:pt modelId="{39A9B8C4-9ABB-4A4D-A244-C188091BACFC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Adgangskontrol</a:t>
          </a:r>
        </a:p>
      </dgm:t>
    </dgm:pt>
    <dgm:pt modelId="{1E9434D7-383E-42D0-BC8D-0E7E294D7685}" type="parTrans" cxnId="{0AAD4FBE-80FE-46F2-9F34-CF65D16419E9}">
      <dgm:prSet/>
      <dgm:spPr/>
      <dgm:t>
        <a:bodyPr/>
        <a:lstStyle/>
        <a:p>
          <a:endParaRPr lang="da-DK"/>
        </a:p>
      </dgm:t>
    </dgm:pt>
    <dgm:pt modelId="{325EA55A-48F7-4235-9550-E0A718E1B237}" type="sibTrans" cxnId="{0AAD4FBE-80FE-46F2-9F34-CF65D16419E9}">
      <dgm:prSet/>
      <dgm:spPr/>
      <dgm:t>
        <a:bodyPr/>
        <a:lstStyle/>
        <a:p>
          <a:endParaRPr lang="da-DK"/>
        </a:p>
      </dgm:t>
    </dgm:pt>
    <dgm:pt modelId="{C9C17F51-1E4E-47D8-9E09-1AAD8A89C75B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Kryptografi</a:t>
          </a:r>
        </a:p>
      </dgm:t>
    </dgm:pt>
    <dgm:pt modelId="{72D986E6-9DA8-48D0-BAA6-FDD86CD482CC}" type="parTrans" cxnId="{D5CB769B-6D4B-4BA7-AC87-8972D6C314FA}">
      <dgm:prSet/>
      <dgm:spPr/>
      <dgm:t>
        <a:bodyPr/>
        <a:lstStyle/>
        <a:p>
          <a:endParaRPr lang="da-DK"/>
        </a:p>
      </dgm:t>
    </dgm:pt>
    <dgm:pt modelId="{F59E51EC-C601-464A-A5A3-5FD19C96A82E}" type="sibTrans" cxnId="{D5CB769B-6D4B-4BA7-AC87-8972D6C314FA}">
      <dgm:prSet/>
      <dgm:spPr/>
      <dgm:t>
        <a:bodyPr/>
        <a:lstStyle/>
        <a:p>
          <a:endParaRPr lang="da-DK"/>
        </a:p>
      </dgm:t>
    </dgm:pt>
    <dgm:pt modelId="{D25DB855-B299-46A6-836F-61718F9C2F3C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Netværkssikkerhed</a:t>
          </a:r>
        </a:p>
      </dgm:t>
    </dgm:pt>
    <dgm:pt modelId="{56ABE9EE-84DC-451E-98E0-C1D74A95144F}" type="parTrans" cxnId="{020891D1-5E2C-4039-8DE2-26C159B8A763}">
      <dgm:prSet/>
      <dgm:spPr/>
      <dgm:t>
        <a:bodyPr/>
        <a:lstStyle/>
        <a:p>
          <a:endParaRPr lang="da-DK"/>
        </a:p>
      </dgm:t>
    </dgm:pt>
    <dgm:pt modelId="{FEC8F41C-F3A1-401F-89F8-C99268D4A0CD}" type="sibTrans" cxnId="{020891D1-5E2C-4039-8DE2-26C159B8A763}">
      <dgm:prSet/>
      <dgm:spPr/>
      <dgm:t>
        <a:bodyPr/>
        <a:lstStyle/>
        <a:p>
          <a:endParaRPr lang="da-DK"/>
        </a:p>
      </dgm:t>
    </dgm:pt>
    <dgm:pt modelId="{1D95A77C-4044-4052-9921-63B6D5B2C245}">
      <dgm:prSet/>
      <dgm:spPr/>
      <dgm:t>
        <a:bodyPr/>
        <a:lstStyle/>
        <a:p>
          <a:r>
            <a:rPr lang="da-DK" dirty="0"/>
            <a:t>Krav og design </a:t>
          </a:r>
        </a:p>
      </dgm:t>
    </dgm:pt>
    <dgm:pt modelId="{AF84A43C-5DEB-4CA8-8402-66FD95765E21}" type="parTrans" cxnId="{6DD6C4EB-4886-444C-91A5-30C780F190A6}">
      <dgm:prSet/>
      <dgm:spPr/>
      <dgm:t>
        <a:bodyPr/>
        <a:lstStyle/>
        <a:p>
          <a:endParaRPr lang="da-DK"/>
        </a:p>
      </dgm:t>
    </dgm:pt>
    <dgm:pt modelId="{7A47F158-5D61-4A7F-8E6A-A374A387A57E}" type="sibTrans" cxnId="{6DD6C4EB-4886-444C-91A5-30C780F190A6}">
      <dgm:prSet/>
      <dgm:spPr/>
      <dgm:t>
        <a:bodyPr/>
        <a:lstStyle/>
        <a:p>
          <a:endParaRPr lang="da-DK"/>
        </a:p>
      </dgm:t>
    </dgm:pt>
    <dgm:pt modelId="{05CCFE5F-5B8F-4388-9A01-0E78CAB91176}">
      <dgm:prSet/>
      <dgm:spPr/>
      <dgm:t>
        <a:bodyPr/>
        <a:lstStyle/>
        <a:p>
          <a:r>
            <a:rPr lang="da-DK" dirty="0"/>
            <a:t>Brugere og sikkerhed</a:t>
          </a:r>
        </a:p>
      </dgm:t>
    </dgm:pt>
    <dgm:pt modelId="{3CD8E0EA-F025-486E-8E05-4872A89550F3}" type="parTrans" cxnId="{D541394F-FE62-429E-8A54-F4BB253A555F}">
      <dgm:prSet/>
      <dgm:spPr/>
      <dgm:t>
        <a:bodyPr/>
        <a:lstStyle/>
        <a:p>
          <a:endParaRPr lang="da-DK"/>
        </a:p>
      </dgm:t>
    </dgm:pt>
    <dgm:pt modelId="{215E26B3-C457-4DFF-889A-A74ADFF74B96}" type="sibTrans" cxnId="{D541394F-FE62-429E-8A54-F4BB253A555F}">
      <dgm:prSet/>
      <dgm:spPr/>
      <dgm:t>
        <a:bodyPr/>
        <a:lstStyle/>
        <a:p>
          <a:endParaRPr lang="da-DK"/>
        </a:p>
      </dgm:t>
    </dgm:pt>
    <dgm:pt modelId="{6B672CD3-1817-48EE-AA28-DB8ED003D0C8}">
      <dgm:prSet/>
      <dgm:spPr/>
      <dgm:t>
        <a:bodyPr/>
        <a:lstStyle/>
        <a:p>
          <a:r>
            <a:rPr lang="da-DK" dirty="0"/>
            <a:t>Evaluering</a:t>
          </a:r>
        </a:p>
      </dgm:t>
    </dgm:pt>
    <dgm:pt modelId="{6984B49C-6DE9-438E-88F6-71FDD70E8438}" type="parTrans" cxnId="{7F4E97AD-6E07-4F3C-AE8C-7519FC1B49E5}">
      <dgm:prSet/>
      <dgm:spPr/>
      <dgm:t>
        <a:bodyPr/>
        <a:lstStyle/>
        <a:p>
          <a:endParaRPr lang="da-DK"/>
        </a:p>
      </dgm:t>
    </dgm:pt>
    <dgm:pt modelId="{33BA619B-7588-4200-BF0D-C6026B26CF7D}" type="sibTrans" cxnId="{7F4E97AD-6E07-4F3C-AE8C-7519FC1B49E5}">
      <dgm:prSet/>
      <dgm:spPr/>
      <dgm:t>
        <a:bodyPr/>
        <a:lstStyle/>
        <a:p>
          <a:endParaRPr lang="da-DK"/>
        </a:p>
      </dgm:t>
    </dgm:pt>
    <dgm:pt modelId="{BAE824A2-B348-4E74-ADAA-A6B5262E535A}">
      <dgm:prSet/>
      <dgm:spPr/>
      <dgm:t>
        <a:bodyPr/>
        <a:lstStyle/>
        <a:p>
          <a:r>
            <a:rPr lang="da-DK" dirty="0"/>
            <a:t>Test</a:t>
          </a:r>
        </a:p>
      </dgm:t>
    </dgm:pt>
    <dgm:pt modelId="{7B14EBA1-0E54-4C2B-8D05-FC91F1F3582E}" type="parTrans" cxnId="{8AB6DF77-04B2-4EBD-BDFC-C33392083C0F}">
      <dgm:prSet/>
      <dgm:spPr/>
      <dgm:t>
        <a:bodyPr/>
        <a:lstStyle/>
        <a:p>
          <a:endParaRPr lang="da-DK"/>
        </a:p>
      </dgm:t>
    </dgm:pt>
    <dgm:pt modelId="{3A9552E9-902A-498F-B791-6C506594E9AD}" type="sibTrans" cxnId="{8AB6DF77-04B2-4EBD-BDFC-C33392083C0F}">
      <dgm:prSet/>
      <dgm:spPr/>
      <dgm:t>
        <a:bodyPr/>
        <a:lstStyle/>
        <a:p>
          <a:endParaRPr lang="da-DK"/>
        </a:p>
      </dgm:t>
    </dgm:pt>
    <dgm:pt modelId="{42729FE9-7A2B-4FE4-913E-1C6BF93BEE27}">
      <dgm:prSet/>
      <dgm:spPr/>
      <dgm:t>
        <a:bodyPr/>
        <a:lstStyle/>
        <a:p>
          <a:r>
            <a:rPr lang="da-DK" dirty="0"/>
            <a:t>Etik </a:t>
          </a:r>
        </a:p>
      </dgm:t>
    </dgm:pt>
    <dgm:pt modelId="{F16A83EA-B7C9-4344-A5FE-34FC11899943}" type="parTrans" cxnId="{C9C993C8-0A20-4511-8677-04DCF4627D46}">
      <dgm:prSet/>
      <dgm:spPr/>
      <dgm:t>
        <a:bodyPr/>
        <a:lstStyle/>
        <a:p>
          <a:endParaRPr lang="da-DK"/>
        </a:p>
      </dgm:t>
    </dgm:pt>
    <dgm:pt modelId="{FFE5D162-C202-49EA-9C82-57F08054E340}" type="sibTrans" cxnId="{C9C993C8-0A20-4511-8677-04DCF4627D46}">
      <dgm:prSet/>
      <dgm:spPr/>
      <dgm:t>
        <a:bodyPr/>
        <a:lstStyle/>
        <a:p>
          <a:endParaRPr lang="da-DK"/>
        </a:p>
      </dgm:t>
    </dgm:pt>
    <dgm:pt modelId="{5CB12892-2937-4DD8-AA75-FE5ED170030C}">
      <dgm:prSet/>
      <dgm:spPr/>
      <dgm:t>
        <a:bodyPr/>
        <a:lstStyle/>
        <a:p>
          <a:r>
            <a:rPr lang="da-DK" dirty="0"/>
            <a:t>Lovgivning</a:t>
          </a:r>
        </a:p>
      </dgm:t>
    </dgm:pt>
    <dgm:pt modelId="{BEFFBCA0-7AF3-4DFF-A26E-B8EB6A38FF1C}" type="parTrans" cxnId="{7C30049B-79DE-43C4-B40F-2968C116D477}">
      <dgm:prSet/>
      <dgm:spPr/>
      <dgm:t>
        <a:bodyPr/>
        <a:lstStyle/>
        <a:p>
          <a:endParaRPr lang="da-DK"/>
        </a:p>
      </dgm:t>
    </dgm:pt>
    <dgm:pt modelId="{1ED6A341-AD98-4608-85B1-E4EDB9E5750F}" type="sibTrans" cxnId="{7C30049B-79DE-43C4-B40F-2968C116D477}">
      <dgm:prSet/>
      <dgm:spPr/>
      <dgm:t>
        <a:bodyPr/>
        <a:lstStyle/>
        <a:p>
          <a:endParaRPr lang="da-DK"/>
        </a:p>
      </dgm:t>
    </dgm:pt>
    <dgm:pt modelId="{D7088105-574B-41EE-A670-1F87E1F71AEA}">
      <dgm:prSet/>
      <dgm:spPr/>
      <dgm:t>
        <a:bodyPr/>
        <a:lstStyle/>
        <a:p>
          <a:r>
            <a:rPr lang="da-DK" dirty="0"/>
            <a:t>Ansvar </a:t>
          </a:r>
        </a:p>
      </dgm:t>
    </dgm:pt>
    <dgm:pt modelId="{353245A7-0BEF-46FF-B611-3E86140C4E78}" type="parTrans" cxnId="{4D03786B-E227-41C0-9459-36E767F4139A}">
      <dgm:prSet/>
      <dgm:spPr/>
      <dgm:t>
        <a:bodyPr/>
        <a:lstStyle/>
        <a:p>
          <a:endParaRPr lang="da-DK"/>
        </a:p>
      </dgm:t>
    </dgm:pt>
    <dgm:pt modelId="{D47A24E5-2DD2-45B0-8B39-323998D84C36}" type="sibTrans" cxnId="{4D03786B-E227-41C0-9459-36E767F4139A}">
      <dgm:prSet/>
      <dgm:spPr/>
      <dgm:t>
        <a:bodyPr/>
        <a:lstStyle/>
        <a:p>
          <a:endParaRPr lang="da-DK"/>
        </a:p>
      </dgm:t>
    </dgm:pt>
    <dgm:pt modelId="{77860F2F-2B88-4CEB-BC95-2541D37A70F4}">
      <dgm:prSet/>
      <dgm:spPr/>
      <dgm:t>
        <a:bodyPr/>
        <a:lstStyle/>
        <a:p>
          <a:pPr>
            <a:buNone/>
          </a:pPr>
          <a:r>
            <a:rPr lang="da-DK" b="1" dirty="0"/>
            <a:t>Uge 5-9</a:t>
          </a:r>
        </a:p>
      </dgm:t>
    </dgm:pt>
    <dgm:pt modelId="{79551F1E-CD43-45EF-A8EC-81273146C57B}" type="parTrans" cxnId="{27AB12CD-06A7-4423-9D77-D1BB5CCE1435}">
      <dgm:prSet/>
      <dgm:spPr/>
      <dgm:t>
        <a:bodyPr/>
        <a:lstStyle/>
        <a:p>
          <a:endParaRPr lang="da-DK"/>
        </a:p>
      </dgm:t>
    </dgm:pt>
    <dgm:pt modelId="{FFDB1388-E667-4F4C-ADB7-0938B3914F46}" type="sibTrans" cxnId="{27AB12CD-06A7-4423-9D77-D1BB5CCE1435}">
      <dgm:prSet/>
      <dgm:spPr/>
      <dgm:t>
        <a:bodyPr/>
        <a:lstStyle/>
        <a:p>
          <a:endParaRPr lang="da-DK"/>
        </a:p>
      </dgm:t>
    </dgm:pt>
    <dgm:pt modelId="{988B384C-BE59-48CC-AB51-A10BDF204BB2}" type="pres">
      <dgm:prSet presAssocID="{9D422CA9-B1E8-48CA-A58F-42CBFDF79463}" presName="CompostProcess" presStyleCnt="0">
        <dgm:presLayoutVars>
          <dgm:dir/>
          <dgm:resizeHandles val="exact"/>
        </dgm:presLayoutVars>
      </dgm:prSet>
      <dgm:spPr/>
    </dgm:pt>
    <dgm:pt modelId="{E12795BC-5AEE-4765-96F1-8F064854B43F}" type="pres">
      <dgm:prSet presAssocID="{9D422CA9-B1E8-48CA-A58F-42CBFDF79463}" presName="arrow" presStyleLbl="bgShp" presStyleIdx="0" presStyleCnt="1"/>
      <dgm:spPr/>
    </dgm:pt>
    <dgm:pt modelId="{366E8FAE-A54C-4FC4-A50A-B107E1BB8A95}" type="pres">
      <dgm:prSet presAssocID="{9D422CA9-B1E8-48CA-A58F-42CBFDF79463}" presName="linearProcess" presStyleCnt="0"/>
      <dgm:spPr/>
    </dgm:pt>
    <dgm:pt modelId="{2F99CAD8-5237-4B68-936F-1D4C80CF644A}" type="pres">
      <dgm:prSet presAssocID="{35BF1CC6-3E3E-4463-9D28-B96BC47BF52E}" presName="textNode" presStyleLbl="node1" presStyleIdx="0" presStyleCnt="5">
        <dgm:presLayoutVars>
          <dgm:bulletEnabled val="1"/>
        </dgm:presLayoutVars>
      </dgm:prSet>
      <dgm:spPr/>
    </dgm:pt>
    <dgm:pt modelId="{EAE384B0-EAE6-440C-8E2E-E8BF0CE17ED8}" type="pres">
      <dgm:prSet presAssocID="{2AB304FD-DBC8-4979-BE98-2CA8B6A3374F}" presName="sibTrans" presStyleCnt="0"/>
      <dgm:spPr/>
    </dgm:pt>
    <dgm:pt modelId="{A6045007-CE6D-4AC4-A22C-5A0BD8A0932D}" type="pres">
      <dgm:prSet presAssocID="{F29D6C87-C706-45D1-BDC3-9603F48AAC44}" presName="textNode" presStyleLbl="node1" presStyleIdx="1" presStyleCnt="5">
        <dgm:presLayoutVars>
          <dgm:bulletEnabled val="1"/>
        </dgm:presLayoutVars>
      </dgm:prSet>
      <dgm:spPr/>
    </dgm:pt>
    <dgm:pt modelId="{847F1175-C031-4944-B6AB-B61347CFF6B1}" type="pres">
      <dgm:prSet presAssocID="{A7F0387E-1808-4DFC-8A6C-B33A9CF8FF8A}" presName="sibTrans" presStyleCnt="0"/>
      <dgm:spPr/>
    </dgm:pt>
    <dgm:pt modelId="{5E3BD372-0009-4DDB-88F9-0C77B666930A}" type="pres">
      <dgm:prSet presAssocID="{69744024-0780-4C9A-AD36-2C661BCA5162}" presName="textNode" presStyleLbl="node1" presStyleIdx="2" presStyleCnt="5">
        <dgm:presLayoutVars>
          <dgm:bulletEnabled val="1"/>
        </dgm:presLayoutVars>
      </dgm:prSet>
      <dgm:spPr/>
    </dgm:pt>
    <dgm:pt modelId="{9AB67639-63F3-4E20-B0D1-D759DA1EF01D}" type="pres">
      <dgm:prSet presAssocID="{E33A2C95-D4D7-4B50-932E-B8B0E91EB145}" presName="sibTrans" presStyleCnt="0"/>
      <dgm:spPr/>
    </dgm:pt>
    <dgm:pt modelId="{1D3D1B56-66CB-4E84-AEBF-44F3C409A65B}" type="pres">
      <dgm:prSet presAssocID="{48142702-5DBD-4578-B758-51F946075D58}" presName="textNode" presStyleLbl="node1" presStyleIdx="3" presStyleCnt="5">
        <dgm:presLayoutVars>
          <dgm:bulletEnabled val="1"/>
        </dgm:presLayoutVars>
      </dgm:prSet>
      <dgm:spPr/>
    </dgm:pt>
    <dgm:pt modelId="{3078FF1B-F2BB-4884-821D-CFE6CC49B141}" type="pres">
      <dgm:prSet presAssocID="{91DCB4D1-F420-49D7-ABBD-894D2CCCBED4}" presName="sibTrans" presStyleCnt="0"/>
      <dgm:spPr/>
    </dgm:pt>
    <dgm:pt modelId="{B03F450B-E8B4-4CAC-BE04-9FA4881E5FCF}" type="pres">
      <dgm:prSet presAssocID="{EBC34D9E-8A56-4660-98B2-CC111BD23E57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8814F400-BEF0-46DF-BBFA-02B176EF9FFA}" type="presOf" srcId="{6B672CD3-1817-48EE-AA28-DB8ED003D0C8}" destId="{1D3D1B56-66CB-4E84-AEBF-44F3C409A65B}" srcOrd="0" destOrd="2" presId="urn:microsoft.com/office/officeart/2005/8/layout/hProcess9"/>
    <dgm:cxn modelId="{E4F01C06-740A-4072-881D-FFFC20973699}" type="presOf" srcId="{69744024-0780-4C9A-AD36-2C661BCA5162}" destId="{5E3BD372-0009-4DDB-88F9-0C77B666930A}" srcOrd="0" destOrd="0" presId="urn:microsoft.com/office/officeart/2005/8/layout/hProcess9"/>
    <dgm:cxn modelId="{97EE1714-7828-4D81-8D37-15D299A47F11}" type="presOf" srcId="{05CCFE5F-5B8F-4388-9A01-0E78CAB91176}" destId="{5E3BD372-0009-4DDB-88F9-0C77B666930A}" srcOrd="0" destOrd="3" presId="urn:microsoft.com/office/officeart/2005/8/layout/hProcess9"/>
    <dgm:cxn modelId="{0390171E-09A3-4ACD-A5E1-5313FE5C51BA}" type="presOf" srcId="{1D95A77C-4044-4052-9921-63B6D5B2C245}" destId="{5E3BD372-0009-4DDB-88F9-0C77B666930A}" srcOrd="0" destOrd="2" presId="urn:microsoft.com/office/officeart/2005/8/layout/hProcess9"/>
    <dgm:cxn modelId="{C2639530-CEBC-4FAA-9546-0EBC7C0F4F0E}" srcId="{9D422CA9-B1E8-48CA-A58F-42CBFDF79463}" destId="{EBC34D9E-8A56-4660-98B2-CC111BD23E57}" srcOrd="4" destOrd="0" parTransId="{1B939FF2-02C2-457F-B1BE-A0FA96DCC6EF}" sibTransId="{3B352351-19DB-418E-9BEF-8875C94624B0}"/>
    <dgm:cxn modelId="{17CE8D33-2F98-4AC3-86C6-7C109CECE64D}" type="presOf" srcId="{C9C17F51-1E4E-47D8-9E09-1AAD8A89C75B}" destId="{A6045007-CE6D-4AC4-A22C-5A0BD8A0932D}" srcOrd="0" destOrd="3" presId="urn:microsoft.com/office/officeart/2005/8/layout/hProcess9"/>
    <dgm:cxn modelId="{7D163638-9539-4C6C-94F8-D0DAC74529C7}" type="presOf" srcId="{487B3172-17C9-4F4C-8C74-33A96AEB56F1}" destId="{B03F450B-E8B4-4CAC-BE04-9FA4881E5FCF}" srcOrd="0" destOrd="1" presId="urn:microsoft.com/office/officeart/2005/8/layout/hProcess9"/>
    <dgm:cxn modelId="{401DEA39-9466-480B-AFC1-A1ADC00DFB2F}" srcId="{69744024-0780-4C9A-AD36-2C661BCA5162}" destId="{4384AEDB-FC14-4524-A093-CF7C7B68DAE8}" srcOrd="0" destOrd="0" parTransId="{8C67F1C2-2D3D-427A-B50E-E5E29D5E0404}" sibTransId="{9DE258FA-70FD-4AB2-B307-8FDC31C812B0}"/>
    <dgm:cxn modelId="{0CE91E3C-AE42-49B9-AB73-C25B15EF8351}" type="presOf" srcId="{F29D6C87-C706-45D1-BDC3-9603F48AAC44}" destId="{A6045007-CE6D-4AC4-A22C-5A0BD8A0932D}" srcOrd="0" destOrd="0" presId="urn:microsoft.com/office/officeart/2005/8/layout/hProcess9"/>
    <dgm:cxn modelId="{81BF2661-6C97-4A6F-BA91-7B9954B27009}" type="presOf" srcId="{9D422CA9-B1E8-48CA-A58F-42CBFDF79463}" destId="{988B384C-BE59-48CC-AB51-A10BDF204BB2}" srcOrd="0" destOrd="0" presId="urn:microsoft.com/office/officeart/2005/8/layout/hProcess9"/>
    <dgm:cxn modelId="{4D03786B-E227-41C0-9459-36E767F4139A}" srcId="{EBC34D9E-8A56-4660-98B2-CC111BD23E57}" destId="{D7088105-574B-41EE-A670-1F87E1F71AEA}" srcOrd="2" destOrd="0" parTransId="{353245A7-0BEF-46FF-B611-3E86140C4E78}" sibTransId="{D47A24E5-2DD2-45B0-8B39-323998D84C36}"/>
    <dgm:cxn modelId="{FB98B24B-D62E-4210-AFCD-A03709130058}" srcId="{9D422CA9-B1E8-48CA-A58F-42CBFDF79463}" destId="{35BF1CC6-3E3E-4463-9D28-B96BC47BF52E}" srcOrd="0" destOrd="0" parTransId="{F33EBABC-79C9-4B56-A85D-88AFE4CF6886}" sibTransId="{2AB304FD-DBC8-4979-BE98-2CA8B6A3374F}"/>
    <dgm:cxn modelId="{30C01D4E-9154-4B7D-A124-EEF78279A9FC}" type="presOf" srcId="{77860F2F-2B88-4CEB-BC95-2541D37A70F4}" destId="{2F99CAD8-5237-4B68-936F-1D4C80CF644A}" srcOrd="0" destOrd="1" presId="urn:microsoft.com/office/officeart/2005/8/layout/hProcess9"/>
    <dgm:cxn modelId="{7C211B4F-8C33-4854-AFBA-92A84CC79D54}" srcId="{9D422CA9-B1E8-48CA-A58F-42CBFDF79463}" destId="{69744024-0780-4C9A-AD36-2C661BCA5162}" srcOrd="2" destOrd="0" parTransId="{FAEE7D6E-28F0-4763-AD29-AC0F0F8EA652}" sibTransId="{E33A2C95-D4D7-4B50-932E-B8B0E91EB145}"/>
    <dgm:cxn modelId="{D541394F-FE62-429E-8A54-F4BB253A555F}" srcId="{69744024-0780-4C9A-AD36-2C661BCA5162}" destId="{05CCFE5F-5B8F-4388-9A01-0E78CAB91176}" srcOrd="2" destOrd="0" parTransId="{3CD8E0EA-F025-486E-8E05-4872A89550F3}" sibTransId="{215E26B3-C457-4DFF-889A-A74ADFF74B96}"/>
    <dgm:cxn modelId="{4378806F-6C11-4CA8-9A5D-76589E56BD09}" type="presOf" srcId="{A914966C-E8B0-4AB4-B8E8-ACEBD2CE2436}" destId="{1D3D1B56-66CB-4E84-AEBF-44F3C409A65B}" srcOrd="0" destOrd="1" presId="urn:microsoft.com/office/officeart/2005/8/layout/hProcess9"/>
    <dgm:cxn modelId="{48B57350-F406-42ED-9DF9-4EA110F7E154}" type="presOf" srcId="{D7088105-574B-41EE-A670-1F87E1F71AEA}" destId="{B03F450B-E8B4-4CAC-BE04-9FA4881E5FCF}" srcOrd="0" destOrd="3" presId="urn:microsoft.com/office/officeart/2005/8/layout/hProcess9"/>
    <dgm:cxn modelId="{CD5A7872-727B-461A-BAF3-528D1B431DC3}" type="presOf" srcId="{5CB12892-2937-4DD8-AA75-FE5ED170030C}" destId="{B03F450B-E8B4-4CAC-BE04-9FA4881E5FCF}" srcOrd="0" destOrd="4" presId="urn:microsoft.com/office/officeart/2005/8/layout/hProcess9"/>
    <dgm:cxn modelId="{8B53E856-B64F-469E-BEE7-0FCB9582B7B2}" srcId="{F29D6C87-C706-45D1-BDC3-9603F48AAC44}" destId="{AAD006C0-3584-4904-97C5-7DDDA3392A15}" srcOrd="0" destOrd="0" parTransId="{56EB1C8E-CBA3-4557-AC25-8D254AC884B0}" sibTransId="{04460B3C-6BC7-443A-85D9-47CF8DB404F1}"/>
    <dgm:cxn modelId="{92F25D57-6C1A-47FA-B380-65BF9F5FBC8E}" srcId="{48142702-5DBD-4578-B758-51F946075D58}" destId="{A914966C-E8B0-4AB4-B8E8-ACEBD2CE2436}" srcOrd="0" destOrd="0" parTransId="{18D35B37-49D0-4B0A-A643-094AF080EB46}" sibTransId="{C8060613-0B59-4AC0-BFD0-2264664440C2}"/>
    <dgm:cxn modelId="{8AB6DF77-04B2-4EBD-BDFC-C33392083C0F}" srcId="{48142702-5DBD-4578-B758-51F946075D58}" destId="{BAE824A2-B348-4E74-ADAA-A6B5262E535A}" srcOrd="2" destOrd="0" parTransId="{7B14EBA1-0E54-4C2B-8D05-FC91F1F3582E}" sibTransId="{3A9552E9-902A-498F-B791-6C506594E9AD}"/>
    <dgm:cxn modelId="{BF101258-7E39-41ED-A275-84B25370571D}" srcId="{35BF1CC6-3E3E-4463-9D28-B96BC47BF52E}" destId="{F0440220-40FF-4D30-8B8B-4E9B9E6CC59B}" srcOrd="2" destOrd="0" parTransId="{E5FDC3C8-5400-4C8F-8975-B4DA56912A30}" sibTransId="{D85762D6-9FA0-4A99-895D-6393912FAA82}"/>
    <dgm:cxn modelId="{61CB9358-1682-4D45-AA40-4DB393141A29}" srcId="{35BF1CC6-3E3E-4463-9D28-B96BC47BF52E}" destId="{54B5D7A2-AC77-41AB-9DE2-C6073593B89A}" srcOrd="1" destOrd="0" parTransId="{25CA4AF0-6430-4842-A24F-83235E4FB007}" sibTransId="{100FC6CB-EDF8-455C-81AB-985F572021B8}"/>
    <dgm:cxn modelId="{97982896-1CAC-4CCA-BC20-781969BBF655}" type="presOf" srcId="{AAD006C0-3584-4904-97C5-7DDDA3392A15}" destId="{A6045007-CE6D-4AC4-A22C-5A0BD8A0932D}" srcOrd="0" destOrd="1" presId="urn:microsoft.com/office/officeart/2005/8/layout/hProcess9"/>
    <dgm:cxn modelId="{7C30049B-79DE-43C4-B40F-2968C116D477}" srcId="{EBC34D9E-8A56-4660-98B2-CC111BD23E57}" destId="{5CB12892-2937-4DD8-AA75-FE5ED170030C}" srcOrd="3" destOrd="0" parTransId="{BEFFBCA0-7AF3-4DFF-A26E-B8EB6A38FF1C}" sibTransId="{1ED6A341-AD98-4608-85B1-E4EDB9E5750F}"/>
    <dgm:cxn modelId="{D5CB769B-6D4B-4BA7-AC87-8972D6C314FA}" srcId="{F29D6C87-C706-45D1-BDC3-9603F48AAC44}" destId="{C9C17F51-1E4E-47D8-9E09-1AAD8A89C75B}" srcOrd="2" destOrd="0" parTransId="{72D986E6-9DA8-48D0-BAA6-FDD86CD482CC}" sibTransId="{F59E51EC-C601-464A-A5A3-5FD19C96A82E}"/>
    <dgm:cxn modelId="{648257A2-0DE0-4EEF-8440-64B03D7D8FFE}" type="presOf" srcId="{EBC34D9E-8A56-4660-98B2-CC111BD23E57}" destId="{B03F450B-E8B4-4CAC-BE04-9FA4881E5FCF}" srcOrd="0" destOrd="0" presId="urn:microsoft.com/office/officeart/2005/8/layout/hProcess9"/>
    <dgm:cxn modelId="{A30381A5-7A72-4670-85F9-703D9C6EE629}" type="presOf" srcId="{35BF1CC6-3E3E-4463-9D28-B96BC47BF52E}" destId="{2F99CAD8-5237-4B68-936F-1D4C80CF644A}" srcOrd="0" destOrd="0" presId="urn:microsoft.com/office/officeart/2005/8/layout/hProcess9"/>
    <dgm:cxn modelId="{A28C5DA7-1FEF-4086-AADB-588C92B22AD8}" type="presOf" srcId="{D25DB855-B299-46A6-836F-61718F9C2F3C}" destId="{A6045007-CE6D-4AC4-A22C-5A0BD8A0932D}" srcOrd="0" destOrd="4" presId="urn:microsoft.com/office/officeart/2005/8/layout/hProcess9"/>
    <dgm:cxn modelId="{8BE0D7AC-D2C7-4B64-BB7A-241FB796E106}" type="presOf" srcId="{BAE824A2-B348-4E74-ADAA-A6B5262E535A}" destId="{1D3D1B56-66CB-4E84-AEBF-44F3C409A65B}" srcOrd="0" destOrd="3" presId="urn:microsoft.com/office/officeart/2005/8/layout/hProcess9"/>
    <dgm:cxn modelId="{7F4E97AD-6E07-4F3C-AE8C-7519FC1B49E5}" srcId="{48142702-5DBD-4578-B758-51F946075D58}" destId="{6B672CD3-1817-48EE-AA28-DB8ED003D0C8}" srcOrd="1" destOrd="0" parTransId="{6984B49C-6DE9-438E-88F6-71FDD70E8438}" sibTransId="{33BA619B-7588-4200-BF0D-C6026B26CF7D}"/>
    <dgm:cxn modelId="{455BABB2-C880-4F6A-B6F6-549EC9C2C41F}" srcId="{EBC34D9E-8A56-4660-98B2-CC111BD23E57}" destId="{487B3172-17C9-4F4C-8C74-33A96AEB56F1}" srcOrd="0" destOrd="0" parTransId="{8D350663-2CC6-4702-ADE6-187F7DFAC4E7}" sibTransId="{C9F59A6D-ABB6-406E-8376-7FFDC8580B3A}"/>
    <dgm:cxn modelId="{0AAD4FBE-80FE-46F2-9F34-CF65D16419E9}" srcId="{F29D6C87-C706-45D1-BDC3-9603F48AAC44}" destId="{39A9B8C4-9ABB-4A4D-A244-C188091BACFC}" srcOrd="1" destOrd="0" parTransId="{1E9434D7-383E-42D0-BC8D-0E7E294D7685}" sibTransId="{325EA55A-48F7-4235-9550-E0A718E1B237}"/>
    <dgm:cxn modelId="{C9C993C8-0A20-4511-8677-04DCF4627D46}" srcId="{EBC34D9E-8A56-4660-98B2-CC111BD23E57}" destId="{42729FE9-7A2B-4FE4-913E-1C6BF93BEE27}" srcOrd="1" destOrd="0" parTransId="{F16A83EA-B7C9-4344-A5FE-34FC11899943}" sibTransId="{FFE5D162-C202-49EA-9C82-57F08054E340}"/>
    <dgm:cxn modelId="{A4C1E6CC-B350-47AF-8B3C-2E0845DAD8FC}" type="presOf" srcId="{42729FE9-7A2B-4FE4-913E-1C6BF93BEE27}" destId="{B03F450B-E8B4-4CAC-BE04-9FA4881E5FCF}" srcOrd="0" destOrd="2" presId="urn:microsoft.com/office/officeart/2005/8/layout/hProcess9"/>
    <dgm:cxn modelId="{27AB12CD-06A7-4423-9D77-D1BB5CCE1435}" srcId="{35BF1CC6-3E3E-4463-9D28-B96BC47BF52E}" destId="{77860F2F-2B88-4CEB-BC95-2541D37A70F4}" srcOrd="0" destOrd="0" parTransId="{79551F1E-CD43-45EF-A8EC-81273146C57B}" sibTransId="{FFDB1388-E667-4F4C-ADB7-0938B3914F46}"/>
    <dgm:cxn modelId="{020891D1-5E2C-4039-8DE2-26C159B8A763}" srcId="{F29D6C87-C706-45D1-BDC3-9603F48AAC44}" destId="{D25DB855-B299-46A6-836F-61718F9C2F3C}" srcOrd="3" destOrd="0" parTransId="{56ABE9EE-84DC-451E-98E0-C1D74A95144F}" sibTransId="{FEC8F41C-F3A1-401F-89F8-C99268D4A0CD}"/>
    <dgm:cxn modelId="{7855B1D1-C4D9-446B-991B-47A448211128}" type="presOf" srcId="{F0440220-40FF-4D30-8B8B-4E9B9E6CC59B}" destId="{2F99CAD8-5237-4B68-936F-1D4C80CF644A}" srcOrd="0" destOrd="3" presId="urn:microsoft.com/office/officeart/2005/8/layout/hProcess9"/>
    <dgm:cxn modelId="{EE9F6EDF-37A7-4B5C-8B32-B117A2ADB4CD}" srcId="{9D422CA9-B1E8-48CA-A58F-42CBFDF79463}" destId="{48142702-5DBD-4578-B758-51F946075D58}" srcOrd="3" destOrd="0" parTransId="{48616A69-53B0-4E67-9771-C508AFE3453C}" sibTransId="{91DCB4D1-F420-49D7-ABBD-894D2CCCBED4}"/>
    <dgm:cxn modelId="{3E6014E0-61B2-48BB-90ED-500B7F42D2A3}" type="presOf" srcId="{4384AEDB-FC14-4524-A093-CF7C7B68DAE8}" destId="{5E3BD372-0009-4DDB-88F9-0C77B666930A}" srcOrd="0" destOrd="1" presId="urn:microsoft.com/office/officeart/2005/8/layout/hProcess9"/>
    <dgm:cxn modelId="{A9CB90E2-99F2-4C83-AA81-961F1D07AD88}" type="presOf" srcId="{48142702-5DBD-4578-B758-51F946075D58}" destId="{1D3D1B56-66CB-4E84-AEBF-44F3C409A65B}" srcOrd="0" destOrd="0" presId="urn:microsoft.com/office/officeart/2005/8/layout/hProcess9"/>
    <dgm:cxn modelId="{EC0B5DE5-7B72-438B-BD0B-0385C9441391}" type="presOf" srcId="{54B5D7A2-AC77-41AB-9DE2-C6073593B89A}" destId="{2F99CAD8-5237-4B68-936F-1D4C80CF644A}" srcOrd="0" destOrd="2" presId="urn:microsoft.com/office/officeart/2005/8/layout/hProcess9"/>
    <dgm:cxn modelId="{6DD6C4EB-4886-444C-91A5-30C780F190A6}" srcId="{69744024-0780-4C9A-AD36-2C661BCA5162}" destId="{1D95A77C-4044-4052-9921-63B6D5B2C245}" srcOrd="1" destOrd="0" parTransId="{AF84A43C-5DEB-4CA8-8402-66FD95765E21}" sibTransId="{7A47F158-5D61-4A7F-8E6A-A374A387A57E}"/>
    <dgm:cxn modelId="{47A5D4EB-866D-4F8E-B359-226F9D22A799}" type="presOf" srcId="{39A9B8C4-9ABB-4A4D-A244-C188091BACFC}" destId="{A6045007-CE6D-4AC4-A22C-5A0BD8A0932D}" srcOrd="0" destOrd="2" presId="urn:microsoft.com/office/officeart/2005/8/layout/hProcess9"/>
    <dgm:cxn modelId="{45E13AEE-693A-4158-B3D6-7628A01E8024}" srcId="{9D422CA9-B1E8-48CA-A58F-42CBFDF79463}" destId="{F29D6C87-C706-45D1-BDC3-9603F48AAC44}" srcOrd="1" destOrd="0" parTransId="{DBA71462-7405-429D-9E22-1B5A3A7586CF}" sibTransId="{A7F0387E-1808-4DFC-8A6C-B33A9CF8FF8A}"/>
    <dgm:cxn modelId="{F5902BD6-5770-4E8E-95E4-0165B2E080E8}" type="presParOf" srcId="{988B384C-BE59-48CC-AB51-A10BDF204BB2}" destId="{E12795BC-5AEE-4765-96F1-8F064854B43F}" srcOrd="0" destOrd="0" presId="urn:microsoft.com/office/officeart/2005/8/layout/hProcess9"/>
    <dgm:cxn modelId="{BFEA90E7-A4F7-42B7-8AD2-EF01CE9D43CA}" type="presParOf" srcId="{988B384C-BE59-48CC-AB51-A10BDF204BB2}" destId="{366E8FAE-A54C-4FC4-A50A-B107E1BB8A95}" srcOrd="1" destOrd="0" presId="urn:microsoft.com/office/officeart/2005/8/layout/hProcess9"/>
    <dgm:cxn modelId="{F428CAF8-BEF9-4A19-B1DE-C62546AE1329}" type="presParOf" srcId="{366E8FAE-A54C-4FC4-A50A-B107E1BB8A95}" destId="{2F99CAD8-5237-4B68-936F-1D4C80CF644A}" srcOrd="0" destOrd="0" presId="urn:microsoft.com/office/officeart/2005/8/layout/hProcess9"/>
    <dgm:cxn modelId="{24C451B6-13DD-4F2E-9802-6787FBADEDF2}" type="presParOf" srcId="{366E8FAE-A54C-4FC4-A50A-B107E1BB8A95}" destId="{EAE384B0-EAE6-440C-8E2E-E8BF0CE17ED8}" srcOrd="1" destOrd="0" presId="urn:microsoft.com/office/officeart/2005/8/layout/hProcess9"/>
    <dgm:cxn modelId="{66B29BC6-8059-446C-B3DD-7406CCBD60DF}" type="presParOf" srcId="{366E8FAE-A54C-4FC4-A50A-B107E1BB8A95}" destId="{A6045007-CE6D-4AC4-A22C-5A0BD8A0932D}" srcOrd="2" destOrd="0" presId="urn:microsoft.com/office/officeart/2005/8/layout/hProcess9"/>
    <dgm:cxn modelId="{6B494F49-284E-4837-8249-795DCE7073AE}" type="presParOf" srcId="{366E8FAE-A54C-4FC4-A50A-B107E1BB8A95}" destId="{847F1175-C031-4944-B6AB-B61347CFF6B1}" srcOrd="3" destOrd="0" presId="urn:microsoft.com/office/officeart/2005/8/layout/hProcess9"/>
    <dgm:cxn modelId="{E0DE3653-E603-4ACF-B459-2F265446A763}" type="presParOf" srcId="{366E8FAE-A54C-4FC4-A50A-B107E1BB8A95}" destId="{5E3BD372-0009-4DDB-88F9-0C77B666930A}" srcOrd="4" destOrd="0" presId="urn:microsoft.com/office/officeart/2005/8/layout/hProcess9"/>
    <dgm:cxn modelId="{29AA7B24-9D1A-4B53-8BD1-9BBC309A1545}" type="presParOf" srcId="{366E8FAE-A54C-4FC4-A50A-B107E1BB8A95}" destId="{9AB67639-63F3-4E20-B0D1-D759DA1EF01D}" srcOrd="5" destOrd="0" presId="urn:microsoft.com/office/officeart/2005/8/layout/hProcess9"/>
    <dgm:cxn modelId="{0B421CB7-5C2B-4167-8448-C650CEFB5291}" type="presParOf" srcId="{366E8FAE-A54C-4FC4-A50A-B107E1BB8A95}" destId="{1D3D1B56-66CB-4E84-AEBF-44F3C409A65B}" srcOrd="6" destOrd="0" presId="urn:microsoft.com/office/officeart/2005/8/layout/hProcess9"/>
    <dgm:cxn modelId="{17999774-CDAC-4DC1-B947-6D35D9666DA3}" type="presParOf" srcId="{366E8FAE-A54C-4FC4-A50A-B107E1BB8A95}" destId="{3078FF1B-F2BB-4884-821D-CFE6CC49B141}" srcOrd="7" destOrd="0" presId="urn:microsoft.com/office/officeart/2005/8/layout/hProcess9"/>
    <dgm:cxn modelId="{DC90CF38-7C42-47D3-AE24-100043CD114E}" type="presParOf" srcId="{366E8FAE-A54C-4FC4-A50A-B107E1BB8A95}" destId="{B03F450B-E8B4-4CAC-BE04-9FA4881E5FCF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797E8-58B8-4D54-929E-9005BF3A8A96}">
      <dsp:nvSpPr>
        <dsp:cNvPr id="0" name=""/>
        <dsp:cNvSpPr/>
      </dsp:nvSpPr>
      <dsp:spPr>
        <a:xfrm>
          <a:off x="4125" y="351706"/>
          <a:ext cx="2480667" cy="547200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1. Risikoreduktion</a:t>
          </a:r>
          <a:endParaRPr lang="da-DK" sz="1900" kern="1200" dirty="0"/>
        </a:p>
      </dsp:txBody>
      <dsp:txXfrm>
        <a:off x="4125" y="351706"/>
        <a:ext cx="2480667" cy="547200"/>
      </dsp:txXfrm>
    </dsp:sp>
    <dsp:sp modelId="{DB64C1DB-95E1-4B0F-9393-DEE0ADB1833C}">
      <dsp:nvSpPr>
        <dsp:cNvPr id="0" name=""/>
        <dsp:cNvSpPr/>
      </dsp:nvSpPr>
      <dsp:spPr>
        <a:xfrm>
          <a:off x="4125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Reducer risikoen ved at implementere sikkerhedstiltag.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MFA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 err="1"/>
            <a:t>Patching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Kryptering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Rate‑</a:t>
          </a:r>
          <a:r>
            <a:rPr lang="da-DK" sz="1900" b="0" i="0" kern="1200" dirty="0" err="1"/>
            <a:t>limiting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 err="1"/>
            <a:t>Logging</a:t>
          </a:r>
          <a:r>
            <a:rPr lang="da-DK" sz="1900" b="0" i="0" kern="1200" dirty="0"/>
            <a:t> og overvågning</a:t>
          </a:r>
        </a:p>
      </dsp:txBody>
      <dsp:txXfrm>
        <a:off x="4125" y="898906"/>
        <a:ext cx="2480667" cy="3129300"/>
      </dsp:txXfrm>
    </dsp:sp>
    <dsp:sp modelId="{B8F52A9D-464C-4C19-A2D7-D8A7139171C2}">
      <dsp:nvSpPr>
        <dsp:cNvPr id="0" name=""/>
        <dsp:cNvSpPr/>
      </dsp:nvSpPr>
      <dsp:spPr>
        <a:xfrm>
          <a:off x="2832086" y="351706"/>
          <a:ext cx="2480667" cy="547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2. Risikooverførsel</a:t>
          </a:r>
          <a:endParaRPr lang="da-DK" sz="1900" b="0" i="0" kern="1200" dirty="0"/>
        </a:p>
      </dsp:txBody>
      <dsp:txXfrm>
        <a:off x="2832086" y="351706"/>
        <a:ext cx="2480667" cy="547200"/>
      </dsp:txXfrm>
    </dsp:sp>
    <dsp:sp modelId="{055ED29E-9564-4D15-B2C6-71F84ECCB3AE}">
      <dsp:nvSpPr>
        <dsp:cNvPr id="0" name=""/>
        <dsp:cNvSpPr/>
      </dsp:nvSpPr>
      <dsp:spPr>
        <a:xfrm>
          <a:off x="2832086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Flyt risikoen til en tredje part.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 err="1"/>
            <a:t>Cyberforsikring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Cloud-leverandør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Outsourcing af drift</a:t>
          </a:r>
        </a:p>
      </dsp:txBody>
      <dsp:txXfrm>
        <a:off x="2832086" y="898906"/>
        <a:ext cx="2480667" cy="3129300"/>
      </dsp:txXfrm>
    </dsp:sp>
    <dsp:sp modelId="{56271A1E-C1C4-4765-A3DF-AAA7F7FD3FA1}">
      <dsp:nvSpPr>
        <dsp:cNvPr id="0" name=""/>
        <dsp:cNvSpPr/>
      </dsp:nvSpPr>
      <dsp:spPr>
        <a:xfrm>
          <a:off x="5660046" y="351706"/>
          <a:ext cx="2480667" cy="547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3. Risikoundgåelse</a:t>
          </a:r>
          <a:endParaRPr lang="da-DK" sz="1900" b="0" i="0" kern="1200" dirty="0"/>
        </a:p>
      </dsp:txBody>
      <dsp:txXfrm>
        <a:off x="5660046" y="351706"/>
        <a:ext cx="2480667" cy="547200"/>
      </dsp:txXfrm>
    </dsp:sp>
    <dsp:sp modelId="{8C36ADAD-9EF4-4CAA-9064-3A58E59CB78C}">
      <dsp:nvSpPr>
        <dsp:cNvPr id="0" name=""/>
        <dsp:cNvSpPr/>
      </dsp:nvSpPr>
      <dsp:spPr>
        <a:xfrm>
          <a:off x="5660046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Stop den aktivitet, der skaber risikoen.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Fjern en sårbar funktion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Luk et usikkert API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Begræns adgang eller funktionalitet</a:t>
          </a:r>
        </a:p>
      </dsp:txBody>
      <dsp:txXfrm>
        <a:off x="5660046" y="898906"/>
        <a:ext cx="2480667" cy="3129300"/>
      </dsp:txXfrm>
    </dsp:sp>
    <dsp:sp modelId="{FDB7DDAA-1167-4F61-B534-A0945AD1F6E8}">
      <dsp:nvSpPr>
        <dsp:cNvPr id="0" name=""/>
        <dsp:cNvSpPr/>
      </dsp:nvSpPr>
      <dsp:spPr>
        <a:xfrm>
          <a:off x="8488007" y="351706"/>
          <a:ext cx="2480667" cy="547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b="1" i="0" kern="1200" dirty="0"/>
            <a:t>4. Risikoaccept</a:t>
          </a:r>
          <a:endParaRPr lang="da-DK" sz="1900" b="0" i="0" kern="1200" dirty="0"/>
        </a:p>
      </dsp:txBody>
      <dsp:txXfrm>
        <a:off x="8488007" y="351706"/>
        <a:ext cx="2480667" cy="547200"/>
      </dsp:txXfrm>
    </dsp:sp>
    <dsp:sp modelId="{54BA12C0-1BF8-45BC-AE08-F3D30A47B00D}">
      <dsp:nvSpPr>
        <dsp:cNvPr id="0" name=""/>
        <dsp:cNvSpPr/>
      </dsp:nvSpPr>
      <dsp:spPr>
        <a:xfrm>
          <a:off x="8488007" y="898906"/>
          <a:ext cx="2480667" cy="31293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b="0" i="0" kern="1200" dirty="0"/>
            <a:t>Organisationen accepterer risikoen.</a:t>
          </a:r>
          <a:br>
            <a:rPr lang="da-DK" sz="1900" b="0" i="0" kern="1200" dirty="0"/>
          </a:br>
          <a:r>
            <a:rPr lang="da-DK" sz="1900" b="0" i="1" kern="1200" dirty="0"/>
            <a:t>Eksempler:</a:t>
          </a:r>
          <a:endParaRPr lang="da-DK" sz="1900" b="0" i="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Lav risiko, lav konsekvens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Billigere at acceptere end at mitigere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900" b="0" i="0" kern="1200" dirty="0"/>
            <a:t>Typisk dokumenteret i risikoregisteret</a:t>
          </a:r>
        </a:p>
      </dsp:txBody>
      <dsp:txXfrm>
        <a:off x="8488007" y="898906"/>
        <a:ext cx="2480667" cy="31293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795BC-5AEE-4765-96F1-8F064854B43F}">
      <dsp:nvSpPr>
        <dsp:cNvPr id="0" name=""/>
        <dsp:cNvSpPr/>
      </dsp:nvSpPr>
      <dsp:spPr>
        <a:xfrm>
          <a:off x="822959" y="0"/>
          <a:ext cx="9326880" cy="4379912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9CAD8-5237-4B68-936F-1D4C80CF644A}">
      <dsp:nvSpPr>
        <dsp:cNvPr id="0" name=""/>
        <dsp:cNvSpPr/>
      </dsp:nvSpPr>
      <dsp:spPr>
        <a:xfrm>
          <a:off x="4855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Grundlæggende it-sikkerhed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5-9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Trusler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Sårbarheder</a:t>
          </a:r>
        </a:p>
      </dsp:txBody>
      <dsp:txXfrm>
        <a:off x="90379" y="1399497"/>
        <a:ext cx="1931558" cy="1580916"/>
      </dsp:txXfrm>
    </dsp:sp>
    <dsp:sp modelId="{A6045007-CE6D-4AC4-A22C-5A0BD8A0932D}">
      <dsp:nvSpPr>
        <dsp:cNvPr id="0" name=""/>
        <dsp:cNvSpPr/>
      </dsp:nvSpPr>
      <dsp:spPr>
        <a:xfrm>
          <a:off x="2219976" y="1313973"/>
          <a:ext cx="2102606" cy="1751964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Tekniske aspekter af it-sikkerhed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10-12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Adgangskontrol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Kryptografi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Netværkssikkerhed</a:t>
          </a:r>
        </a:p>
      </dsp:txBody>
      <dsp:txXfrm>
        <a:off x="2305500" y="1399497"/>
        <a:ext cx="1931558" cy="1580916"/>
      </dsp:txXfrm>
    </dsp:sp>
    <dsp:sp modelId="{5E3BD372-0009-4DDB-88F9-0C77B666930A}">
      <dsp:nvSpPr>
        <dsp:cNvPr id="0" name=""/>
        <dsp:cNvSpPr/>
      </dsp:nvSpPr>
      <dsp:spPr>
        <a:xfrm>
          <a:off x="4435096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Sikker systemudvikling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13-16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Krav og design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Brugere og sikkerhed</a:t>
          </a:r>
        </a:p>
      </dsp:txBody>
      <dsp:txXfrm>
        <a:off x="4520620" y="1399497"/>
        <a:ext cx="1931558" cy="1580916"/>
      </dsp:txXfrm>
    </dsp:sp>
    <dsp:sp modelId="{1D3D1B56-66CB-4E84-AEBF-44F3C409A65B}">
      <dsp:nvSpPr>
        <dsp:cNvPr id="0" name=""/>
        <dsp:cNvSpPr/>
      </dsp:nvSpPr>
      <dsp:spPr>
        <a:xfrm>
          <a:off x="6650217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Kvalitetssikring og 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17-18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Evaluering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Test</a:t>
          </a:r>
        </a:p>
      </dsp:txBody>
      <dsp:txXfrm>
        <a:off x="6735741" y="1399497"/>
        <a:ext cx="1931558" cy="1580916"/>
      </dsp:txXfrm>
    </dsp:sp>
    <dsp:sp modelId="{B03F450B-E8B4-4CAC-BE04-9FA4881E5FCF}">
      <dsp:nvSpPr>
        <dsp:cNvPr id="0" name=""/>
        <dsp:cNvSpPr/>
      </dsp:nvSpPr>
      <dsp:spPr>
        <a:xfrm>
          <a:off x="8865337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Privatliv, etik og GDPR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dirty="0"/>
            <a:t>Uge 19-21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Etik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Ansvar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dirty="0"/>
            <a:t>Lovgivning</a:t>
          </a:r>
        </a:p>
      </dsp:txBody>
      <dsp:txXfrm>
        <a:off x="8950861" y="1399497"/>
        <a:ext cx="1931558" cy="1580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3/5/2026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3/5/2026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ress/pro-asp.net-core-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985C20-2D81-791A-FCBD-D1224DFB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Installation af </a:t>
            </a:r>
            <a:r>
              <a:rPr lang="da-DK" dirty="0" err="1"/>
              <a:t>Umbraco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ACC6DE-8D79-8FB5-82FE-246BBFBD8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26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87E63-76CB-1EB7-B2D6-8B84E85A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BD23A5-1B2E-4C86-E4D6-2DB76F1B9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SIK-05-Øvelse om risikoanalyse </a:t>
            </a:r>
          </a:p>
          <a:p>
            <a:r>
              <a:rPr lang="da-DK" dirty="0"/>
              <a:t>Prioritering</a:t>
            </a:r>
          </a:p>
          <a:p>
            <a:r>
              <a:rPr lang="da-DK" dirty="0"/>
              <a:t>Behandling af risici</a:t>
            </a:r>
          </a:p>
        </p:txBody>
      </p:sp>
    </p:spTree>
    <p:extLst>
      <p:ext uri="{BB962C8B-B14F-4D97-AF65-F5344CB8AC3E}">
        <p14:creationId xmlns:p14="http://schemas.microsoft.com/office/powerpoint/2010/main" val="407691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C9435-BB07-CE26-8FCD-AF008A63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7: Prioriter og behandl risici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17F7B487-7CBB-681E-020F-4BD9BE95C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584262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Billede 3">
            <a:extLst>
              <a:ext uri="{FF2B5EF4-FFF2-40B4-BE49-F238E27FC236}">
                <a16:creationId xmlns:a16="http://schemas.microsoft.com/office/drawing/2014/main" id="{1BAD86CA-C4E4-A5C0-F7E6-AF9C8492C1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011" y="1609471"/>
            <a:ext cx="6468378" cy="3639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952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9E691A-7678-B135-1F00-B721DC90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Semesterplan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93E087D4-9B93-5397-1B3B-201AA66A5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016418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fik 4" descr="Badge Flueben med massiv udfyldning">
            <a:extLst>
              <a:ext uri="{FF2B5EF4-FFF2-40B4-BE49-F238E27FC236}">
                <a16:creationId xmlns:a16="http://schemas.microsoft.com/office/drawing/2014/main" id="{FFE3B497-E069-AA2A-640C-151D18F9D9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3184" y="36552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48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Introduktion til adgangskontrol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Pedersen og Vandrup, kapitel 4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95200-C64A-844C-8476-EB1A449C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Læringsmål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22A896-DC78-41C7-24DD-7B32FCFB1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 dirty="0"/>
              <a:t>viden om adgangskontrol, kryptografi og netværkssikkerhed</a:t>
            </a:r>
          </a:p>
        </p:txBody>
      </p:sp>
    </p:spTree>
    <p:extLst>
      <p:ext uri="{BB962C8B-B14F-4D97-AF65-F5344CB8AC3E}">
        <p14:creationId xmlns:p14="http://schemas.microsoft.com/office/powerpoint/2010/main" val="350825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ED51A-8A2A-EF73-FBEC-6DDF7FEB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Beskyttelse af it-systemer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EBE859E-80BF-B3AE-BCA8-5F3ECD476C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i="1" dirty="0"/>
              <a:t>Teknisk foranstaltning</a:t>
            </a:r>
            <a:r>
              <a:rPr lang="da-DK" dirty="0"/>
              <a:t>: Teknologisk beskyttelse, som skærmer systemets sårbarheder fra hændelser</a:t>
            </a:r>
          </a:p>
          <a:p>
            <a:r>
              <a:rPr lang="da-DK" dirty="0"/>
              <a:t>Udgangspunkt for at vælge beskyttelse:</a:t>
            </a:r>
          </a:p>
          <a:p>
            <a:pPr lvl="1"/>
            <a:r>
              <a:rPr lang="da-DK" dirty="0"/>
              <a:t>Trusselsbilledet</a:t>
            </a:r>
          </a:p>
          <a:p>
            <a:pPr lvl="1"/>
            <a:r>
              <a:rPr lang="da-DK" dirty="0"/>
              <a:t>Systemets sårbarheder</a:t>
            </a:r>
          </a:p>
          <a:p>
            <a:pPr lvl="1"/>
            <a:r>
              <a:rPr lang="da-DK" dirty="0"/>
              <a:t>Risikoanalyse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90477DB-59B2-E30A-964B-0830C9336E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Det er afgørende, at tekniske foranstaltninger implementeres korrekt.</a:t>
            </a:r>
          </a:p>
          <a:p>
            <a:r>
              <a:rPr lang="da-DK" dirty="0"/>
              <a:t>Systemerne er ikke stærkere end det svageste led.</a:t>
            </a:r>
          </a:p>
        </p:txBody>
      </p:sp>
    </p:spTree>
    <p:extLst>
      <p:ext uri="{BB962C8B-B14F-4D97-AF65-F5344CB8AC3E}">
        <p14:creationId xmlns:p14="http://schemas.microsoft.com/office/powerpoint/2010/main" val="207985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DE6D8-CBE8-490F-532F-CBD74BCD8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Identity &amp; Access Management (IAM)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7E29D0B-F518-AB02-B939-694EBF6748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Definition</a:t>
            </a:r>
            <a:r>
              <a:rPr lang="da-DK" dirty="0"/>
              <a:t>: </a:t>
            </a:r>
          </a:p>
          <a:p>
            <a:r>
              <a:rPr lang="da-DK" dirty="0"/>
              <a:t>IAM er processer, politikker og teknologier, der sikrer, at de rette personer har den rette adgang på det rette tidspunkt.</a:t>
            </a:r>
          </a:p>
          <a:p>
            <a:r>
              <a:rPr lang="da-DK" dirty="0"/>
              <a:t>Hovedformål: Beskytte data, minimere risiko og understøtte compliance.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792056F-6BAF-4B61-AE77-8B63003AD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Kernekomponenter:</a:t>
            </a:r>
          </a:p>
          <a:p>
            <a:r>
              <a:rPr lang="da-DK" dirty="0"/>
              <a:t>Identiteter (brugere, roller, systemer, services)</a:t>
            </a:r>
          </a:p>
          <a:p>
            <a:r>
              <a:rPr lang="da-DK" dirty="0"/>
              <a:t>Autentificering (verificering af identitet)</a:t>
            </a:r>
          </a:p>
          <a:p>
            <a:r>
              <a:rPr lang="da-DK" dirty="0"/>
              <a:t>Autorisation (tilladelser/rollebaseret adgang)</a:t>
            </a:r>
          </a:p>
          <a:p>
            <a:r>
              <a:rPr lang="da-DK" dirty="0"/>
              <a:t>Audit &amp; overvågning (kontrol og </a:t>
            </a:r>
            <a:r>
              <a:rPr lang="da-DK" dirty="0" err="1"/>
              <a:t>efterprøvbarhed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735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8FEFF-8B39-A561-F535-B94151C3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Autentificering: Bekræftelse af identitet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2517D06-71EA-F4DC-B1E9-F59F386052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Typer af autentificering</a:t>
            </a:r>
            <a:r>
              <a:rPr lang="da-DK" dirty="0"/>
              <a:t>:</a:t>
            </a:r>
          </a:p>
          <a:p>
            <a:r>
              <a:rPr lang="da-DK" dirty="0"/>
              <a:t>Noget du ved: Adgangskode</a:t>
            </a:r>
          </a:p>
          <a:p>
            <a:r>
              <a:rPr lang="da-DK" dirty="0"/>
              <a:t>Noget du har: Mobilapp, </a:t>
            </a:r>
            <a:r>
              <a:rPr lang="da-DK" dirty="0" err="1"/>
              <a:t>sikkerhedstoken</a:t>
            </a:r>
            <a:endParaRPr lang="da-DK" dirty="0"/>
          </a:p>
          <a:p>
            <a:r>
              <a:rPr lang="da-DK" dirty="0"/>
              <a:t>Noget du er: Biometrisk data (fingeraftryk, ansigt)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b="1" dirty="0"/>
              <a:t>MFA</a:t>
            </a:r>
            <a:r>
              <a:rPr lang="da-DK" dirty="0"/>
              <a:t>: Kombination af flere og dermed styrkelse af sikkerheden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A4F8C3C-9159-D5B7-6389-2DD86C06D4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Standarder og teknologier</a:t>
            </a:r>
            <a:r>
              <a:rPr lang="da-DK" dirty="0"/>
              <a:t>:</a:t>
            </a:r>
          </a:p>
          <a:p>
            <a:r>
              <a:rPr lang="da-DK" dirty="0"/>
              <a:t>OAuth2/</a:t>
            </a:r>
            <a:r>
              <a:rPr lang="da-DK" dirty="0" err="1"/>
              <a:t>OpenID</a:t>
            </a:r>
            <a:r>
              <a:rPr lang="da-DK" dirty="0"/>
              <a:t>: Bruges til Single </a:t>
            </a:r>
            <a:r>
              <a:rPr lang="da-DK" dirty="0" err="1"/>
              <a:t>Sign-On</a:t>
            </a:r>
            <a:r>
              <a:rPr lang="da-DK" dirty="0"/>
              <a:t> på websider</a:t>
            </a:r>
          </a:p>
          <a:p>
            <a:r>
              <a:rPr lang="da-DK" dirty="0"/>
              <a:t>Kerberos – klassisk netværksautentificering i især Windows-domæner</a:t>
            </a:r>
          </a:p>
        </p:txBody>
      </p:sp>
    </p:spTree>
    <p:extLst>
      <p:ext uri="{BB962C8B-B14F-4D97-AF65-F5344CB8AC3E}">
        <p14:creationId xmlns:p14="http://schemas.microsoft.com/office/powerpoint/2010/main" val="155363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85FEB-403F-3103-2E4C-4C0FAE03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Autorisation: Styring af rettigheder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569E3AD-1F6A-5494-5CC1-59EFA51722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b="1" dirty="0"/>
              <a:t>Formål</a:t>
            </a:r>
            <a:r>
              <a:rPr lang="da-DK" dirty="0"/>
              <a:t>: Styre adgang til ressourcer baseret på brugerens rolle og behov</a:t>
            </a:r>
          </a:p>
          <a:p>
            <a:r>
              <a:rPr lang="da-DK" b="1" dirty="0"/>
              <a:t>Eksempler</a:t>
            </a:r>
            <a:r>
              <a:rPr lang="da-DK" dirty="0"/>
              <a:t>: </a:t>
            </a:r>
          </a:p>
          <a:p>
            <a:pPr lvl="1"/>
            <a:r>
              <a:rPr lang="da-DK" dirty="0"/>
              <a:t>I et journalsystem kan kun læger se bestemte patientnoter, mens sekretærer kun må se administrative oplysninger.</a:t>
            </a:r>
          </a:p>
          <a:p>
            <a:pPr lvl="1"/>
            <a:r>
              <a:rPr lang="da-DK" dirty="0"/>
              <a:t>En udvikler må tilgå databasen, hvis vedkommende er på virksomhedens netværk.</a:t>
            </a:r>
          </a:p>
          <a:p>
            <a:pPr lvl="1"/>
            <a:r>
              <a:rPr lang="da-DK" dirty="0"/>
              <a:t>En leder må kun ændre i medarbejderdata i egen afdeling.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24D8F57-FEC7-4DE1-E408-E1AB6BB98A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Adgangsmodeller:</a:t>
            </a:r>
          </a:p>
          <a:p>
            <a:r>
              <a:rPr lang="da-DK" dirty="0"/>
              <a:t>RBAC: Rettigheder gives via roller (f.eks. Studerende, Underviser, Administrator).</a:t>
            </a:r>
          </a:p>
          <a:p>
            <a:r>
              <a:rPr lang="da-DK" dirty="0"/>
              <a:t>ABAC: Adgang baseret på attributter (tidspunkt, lokation, afdeling, </a:t>
            </a:r>
            <a:r>
              <a:rPr lang="da-DK" dirty="0" err="1"/>
              <a:t>device</a:t>
            </a:r>
            <a:r>
              <a:rPr lang="da-DK" dirty="0"/>
              <a:t> type).</a:t>
            </a:r>
          </a:p>
          <a:p>
            <a:r>
              <a:rPr lang="da-DK" dirty="0"/>
              <a:t>PBAC: Regler defineret i politikker, ofte maskinlæsbare.</a:t>
            </a:r>
          </a:p>
        </p:txBody>
      </p:sp>
    </p:spTree>
    <p:extLst>
      <p:ext uri="{BB962C8B-B14F-4D97-AF65-F5344CB8AC3E}">
        <p14:creationId xmlns:p14="http://schemas.microsoft.com/office/powerpoint/2010/main" val="164983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CFE66E-19A7-5AD2-4F72-11589FAD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IAM i praksis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A26BCB7-E316-6BC2-4CD3-C503B43EC2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Processer</a:t>
            </a:r>
            <a:r>
              <a:rPr lang="da-DK" dirty="0"/>
              <a:t>:</a:t>
            </a:r>
          </a:p>
          <a:p>
            <a:r>
              <a:rPr lang="da-DK" dirty="0"/>
              <a:t>Livscyklus for identiteter: Oprettelse → ændring → nedlukning</a:t>
            </a:r>
          </a:p>
          <a:p>
            <a:r>
              <a:rPr lang="da-DK" dirty="0"/>
              <a:t>Automatisk tildeling af roller og rettigheder</a:t>
            </a:r>
          </a:p>
          <a:p>
            <a:r>
              <a:rPr lang="da-DK" dirty="0"/>
              <a:t>Regelmæssige </a:t>
            </a:r>
            <a:r>
              <a:rPr lang="da-DK" dirty="0" err="1"/>
              <a:t>adgangsreviews</a:t>
            </a:r>
            <a:r>
              <a:rPr lang="da-DK" dirty="0"/>
              <a:t>: Skal brugere stadig have adgang?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992C1EA-BEBE-22D8-DE53-F3283FE398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Teknologier</a:t>
            </a:r>
            <a:r>
              <a:rPr lang="da-DK" dirty="0"/>
              <a:t>:</a:t>
            </a:r>
          </a:p>
          <a:p>
            <a:r>
              <a:rPr lang="en-US" dirty="0"/>
              <a:t>Directory Services: Active Directory, LDAP-</a:t>
            </a:r>
            <a:r>
              <a:rPr lang="en-US" dirty="0" err="1"/>
              <a:t>baserede</a:t>
            </a:r>
            <a:r>
              <a:rPr lang="en-US" dirty="0"/>
              <a:t> </a:t>
            </a:r>
            <a:r>
              <a:rPr lang="en-US" dirty="0" err="1"/>
              <a:t>systemer</a:t>
            </a:r>
            <a:r>
              <a:rPr lang="en-US" dirty="0"/>
              <a:t> (protocol)</a:t>
            </a:r>
          </a:p>
          <a:p>
            <a:r>
              <a:rPr lang="da-DK" dirty="0"/>
              <a:t>Systemer integrerer typisk via SAML og OAuth2.</a:t>
            </a:r>
          </a:p>
        </p:txBody>
      </p:sp>
    </p:spTree>
    <p:extLst>
      <p:ext uri="{BB962C8B-B14F-4D97-AF65-F5344CB8AC3E}">
        <p14:creationId xmlns:p14="http://schemas.microsoft.com/office/powerpoint/2010/main" val="161068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8FFEAA-A1B7-B505-7FEB-1EEDBF0F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 fra bogen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AF90FF89-4077-B2CC-3D82-E375203AE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Anden øvelse på side 113: </a:t>
            </a:r>
            <a:r>
              <a:rPr lang="da-DK" i="1" dirty="0"/>
              <a:t>Du anvender sikkert allerede…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83069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5A9ABA-64FC-C020-784C-F5E5A2EC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Best practice og eksempel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A8263AD-3C7B-12A2-82F6-2084AF7335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God praksis</a:t>
            </a:r>
            <a:r>
              <a:rPr lang="da-DK" dirty="0"/>
              <a:t>:</a:t>
            </a:r>
          </a:p>
          <a:p>
            <a:r>
              <a:rPr lang="da-DK" dirty="0"/>
              <a:t>Mindste privilegium</a:t>
            </a:r>
          </a:p>
          <a:p>
            <a:r>
              <a:rPr lang="da-DK" dirty="0"/>
              <a:t>”Aldrig tillid, altid verificér”</a:t>
            </a:r>
          </a:p>
          <a:p>
            <a:r>
              <a:rPr lang="da-DK" dirty="0"/>
              <a:t>MFA på konti — især privilegerede</a:t>
            </a:r>
          </a:p>
          <a:p>
            <a:r>
              <a:rPr lang="da-DK" dirty="0"/>
              <a:t>Regelmæssige adgangsevalueringer</a:t>
            </a:r>
          </a:p>
          <a:p>
            <a:r>
              <a:rPr lang="da-DK" dirty="0"/>
              <a:t>Adgangslogning og overvågning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2F7FF2A-1B30-F340-7E97-1EACC97640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Eksempel - Ny medarbejder</a:t>
            </a:r>
            <a:r>
              <a:rPr lang="da-DK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HR godkender oprettelse af identitet.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IAM-systemet tildeler automatisk roller: </a:t>
            </a:r>
            <a:r>
              <a:rPr lang="da-DK" i="1" dirty="0"/>
              <a:t>Marketing + Office Tools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MFA aktiveres automatisk.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Efter fratrædelse deaktiveres kontoen og rettigheder fjernes.</a:t>
            </a:r>
          </a:p>
        </p:txBody>
      </p:sp>
    </p:spTree>
    <p:extLst>
      <p:ext uri="{BB962C8B-B14F-4D97-AF65-F5344CB8AC3E}">
        <p14:creationId xmlns:p14="http://schemas.microsoft.com/office/powerpoint/2010/main" val="385132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94070-EA3E-E2F6-E86A-27B9F817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F3297FF-9339-A268-CA7E-E843A4A0A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SIK-06-Øvelser i adgangskontrol</a:t>
            </a:r>
          </a:p>
        </p:txBody>
      </p:sp>
    </p:spTree>
    <p:extLst>
      <p:ext uri="{BB962C8B-B14F-4D97-AF65-F5344CB8AC3E}">
        <p14:creationId xmlns:p14="http://schemas.microsoft.com/office/powerpoint/2010/main" val="1372931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3AA1F-A35C-2A7A-6D55-5E8E68C9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Opsætning af Visual Studio ASP.NET case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3FB0789-961D-CFA5-232D-ED32CF5F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buNone/>
            </a:pPr>
            <a:r>
              <a:rPr lang="da-DK" sz="3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Forudsætninger</a:t>
            </a:r>
            <a:r>
              <a:rPr lang="da-DK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da-DK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Microsoft Visual Studio 2026 (Community)</a:t>
            </a:r>
          </a:p>
          <a:p>
            <a:pPr marL="0" marR="0">
              <a:buNone/>
            </a:pPr>
            <a:br>
              <a:rPr lang="da-DK" sz="3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3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Instruktioner</a:t>
            </a:r>
            <a:r>
              <a:rPr lang="da-DK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Åbn Visual Studio, og vælg at klone et projekt.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Indsæt </a:t>
            </a: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URL'en til GitHub</a:t>
            </a: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Efter kloning bliver du muligvis bedt om at installere en ny version af .NET, hvilket du bekræfter.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Åbn løsningen </a:t>
            </a:r>
            <a:r>
              <a:rPr lang="da-DK" sz="3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SportsSln</a:t>
            </a: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hørende til slutning af kapitel 11.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Klik på den grønne startknap for at starte et </a:t>
            </a:r>
            <a:r>
              <a:rPr lang="da-DK" sz="3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da-DK" sz="3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og bekræft at certifikatet kan installeres.</a:t>
            </a:r>
          </a:p>
          <a:p>
            <a:pPr marL="0" indent="0">
              <a:buNone/>
            </a:pPr>
            <a:endParaRPr lang="da-D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86407256-7F79-04AF-5357-F34C3445ED67}"/>
              </a:ext>
            </a:extLst>
          </p:cNvPr>
          <p:cNvSpPr txBox="1"/>
          <p:nvPr/>
        </p:nvSpPr>
        <p:spPr>
          <a:xfrm>
            <a:off x="609600" y="6270134"/>
            <a:ext cx="4699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hlinkClick r:id="rId2"/>
              </a:rPr>
              <a:t>https://github.com/apress/pro-asp.net-core-6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9730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A78E0F-5B17-4609-BE21-160EBE050176}"/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</TotalTime>
  <Words>681</Words>
  <Application>Microsoft Office PowerPoint</Application>
  <PresentationFormat>Widescreen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Office-tema</vt:lpstr>
      <vt:lpstr>Installation af Umbraco</vt:lpstr>
      <vt:lpstr>Øvelse</vt:lpstr>
      <vt:lpstr>Trin 7: Prioriter og behandl risici</vt:lpstr>
      <vt:lpstr>Semesterplan</vt:lpstr>
      <vt:lpstr>Introduktion til adgangskontrol</vt:lpstr>
      <vt:lpstr>Læringsmål</vt:lpstr>
      <vt:lpstr>Beskyttelse af it-systemer</vt:lpstr>
      <vt:lpstr>Identity &amp; Access Management (IAM)</vt:lpstr>
      <vt:lpstr>Autentificering: Bekræftelse af identitet</vt:lpstr>
      <vt:lpstr>Autorisation: Styring af rettigheder</vt:lpstr>
      <vt:lpstr>IAM i praksis</vt:lpstr>
      <vt:lpstr>Øvelse fra bogen</vt:lpstr>
      <vt:lpstr>Best practice og eksempel</vt:lpstr>
      <vt:lpstr>Øvelse</vt:lpstr>
      <vt:lpstr>Opsætning af Visual Studio ASP.NET case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2026-03-05T08:26:09Z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