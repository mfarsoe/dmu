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302" r:id="rId5"/>
    <p:sldId id="295" r:id="rId6"/>
    <p:sldId id="312" r:id="rId7"/>
    <p:sldId id="303" r:id="rId8"/>
    <p:sldId id="304" r:id="rId9"/>
    <p:sldId id="305" r:id="rId10"/>
    <p:sldId id="306" r:id="rId11"/>
    <p:sldId id="307" r:id="rId12"/>
    <p:sldId id="308" r:id="rId13"/>
    <p:sldId id="314" r:id="rId14"/>
    <p:sldId id="310" r:id="rId15"/>
    <p:sldId id="311" r:id="rId16"/>
    <p:sldId id="313" r:id="rId17"/>
    <p:sldId id="28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AB230A-CD66-4050-BE5C-625724793805}" v="170" dt="2026-02-27T08:05:50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ne Nørholt Brødsgaard Hansen" userId="S::trije01@eamv.dk::1fa9aab0-b870-4f6c-95b5-0dd2f83cfbca" providerId="AD" clId="Web-{B9A84291-7AC6-9841-0F6D-97C2FC123E90}"/>
    <pc:docChg chg="addSld delSld">
      <pc:chgData name="Trine Nørholt Brødsgaard Hansen" userId="S::trije01@eamv.dk::1fa9aab0-b870-4f6c-95b5-0dd2f83cfbca" providerId="AD" clId="Web-{B9A84291-7AC6-9841-0F6D-97C2FC123E90}" dt="2026-01-29T13:41:51.174" v="1"/>
      <pc:docMkLst>
        <pc:docMk/>
      </pc:docMkLst>
    </pc:docChg>
  </pc:docChgLst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2-27T09:01:23.564" v="13430" actId="20577"/>
      <pc:docMkLst>
        <pc:docMk/>
      </pc:docMkLst>
      <pc:sldChg chg="addSp modSp add mod">
        <pc:chgData name="Jesper Buch Poignée" userId="e9c179cb-b07f-48e2-8bc5-99357f35e469" providerId="ADAL" clId="{0FA08CF4-302B-405B-A75E-5DF504EDE4A1}" dt="2026-02-27T08:01:27.321" v="13416" actId="1076"/>
        <pc:sldMkLst>
          <pc:docMk/>
          <pc:sldMk cId="4060648164" sldId="280"/>
        </pc:sldMkLst>
        <pc:graphicFrameChg chg="mod">
          <ac:chgData name="Jesper Buch Poignée" userId="e9c179cb-b07f-48e2-8bc5-99357f35e469" providerId="ADAL" clId="{0FA08CF4-302B-405B-A75E-5DF504EDE4A1}" dt="2026-02-27T08:00:11.756" v="13413" actId="13822"/>
          <ac:graphicFrameMkLst>
            <pc:docMk/>
            <pc:sldMk cId="4060648164" sldId="280"/>
            <ac:graphicFrameMk id="4" creationId="{93E087D4-9B93-5397-1B3B-201AA66A5C47}"/>
          </ac:graphicFrameMkLst>
        </pc:graphicFrameChg>
        <pc:picChg chg="add mod">
          <ac:chgData name="Jesper Buch Poignée" userId="e9c179cb-b07f-48e2-8bc5-99357f35e469" providerId="ADAL" clId="{0FA08CF4-302B-405B-A75E-5DF504EDE4A1}" dt="2026-02-27T08:01:27.321" v="13416" actId="1076"/>
          <ac:picMkLst>
            <pc:docMk/>
            <pc:sldMk cId="4060648164" sldId="280"/>
            <ac:picMk id="5" creationId="{FFE3B497-E069-AA2A-640C-151D18F9D909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2-26T13:23:21.557" v="13003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2-26T13:23:13.852" v="13001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2-26T13:23:21.557" v="13003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del mod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2584677224" sldId="296"/>
        </pc:sldMkLst>
      </pc:sldChg>
      <pc:sldChg chg="addSp modSp new del mod modClrScheme modAnim chgLayout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1592924347" sldId="297"/>
        </pc:sldMkLst>
        <pc:spChg chg="add mod ord">
          <ac:chgData name="Jesper Buch Poignée" userId="e9c179cb-b07f-48e2-8bc5-99357f35e469" providerId="ADAL" clId="{0FA08CF4-302B-405B-A75E-5DF504EDE4A1}" dt="2026-02-26T08:01:43.294" v="12999" actId="20577"/>
          <ac:spMkLst>
            <pc:docMk/>
            <pc:sldMk cId="1592924347" sldId="297"/>
            <ac:spMk id="4" creationId="{7F20F7D2-B906-31E6-8851-3C66CB2CC9A3}"/>
          </ac:spMkLst>
        </pc:spChg>
      </pc:sldChg>
      <pc:sldChg chg="addSp delSp modSp new del mod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3003376513" sldId="298"/>
        </pc:sldMkLst>
        <pc:spChg chg="mod">
          <ac:chgData name="Jesper Buch Poignée" userId="e9c179cb-b07f-48e2-8bc5-99357f35e469" providerId="ADAL" clId="{0FA08CF4-302B-405B-A75E-5DF504EDE4A1}" dt="2026-02-26T08:01:58.613" v="13000" actId="20577"/>
          <ac:spMkLst>
            <pc:docMk/>
            <pc:sldMk cId="3003376513" sldId="298"/>
            <ac:spMk id="3" creationId="{2C9F2EF0-B8D3-416F-CC52-441C39B32136}"/>
          </ac:spMkLst>
        </pc:spChg>
      </pc:sldChg>
      <pc:sldChg chg="addSp delSp modSp new del mod modClrScheme chgLayout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2068699368" sldId="299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3814924401" sldId="300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2-26T13:23:31.819" v="13004" actId="2696"/>
        <pc:sldMkLst>
          <pc:docMk/>
          <pc:sldMk cId="1756703590" sldId="301"/>
        </pc:sldMkLst>
      </pc:sldChg>
      <pc:sldChg chg="modSp new mod ord">
        <pc:chgData name="Jesper Buch Poignée" userId="e9c179cb-b07f-48e2-8bc5-99357f35e469" providerId="ADAL" clId="{0FA08CF4-302B-405B-A75E-5DF504EDE4A1}" dt="2026-02-27T06:42:07.690" v="13309"/>
        <pc:sldMkLst>
          <pc:docMk/>
          <pc:sldMk cId="4076912737" sldId="302"/>
        </pc:sldMkLst>
        <pc:spChg chg="mod">
          <ac:chgData name="Jesper Buch Poignée" userId="e9c179cb-b07f-48e2-8bc5-99357f35e469" providerId="ADAL" clId="{0FA08CF4-302B-405B-A75E-5DF504EDE4A1}" dt="2026-02-24T20:14:01.524" v="12935" actId="20577"/>
          <ac:spMkLst>
            <pc:docMk/>
            <pc:sldMk cId="4076912737" sldId="302"/>
            <ac:spMk id="2" creationId="{AA687E63-76CB-1EB7-B2D6-8B84E85A1C53}"/>
          </ac:spMkLst>
        </pc:spChg>
        <pc:spChg chg="mod">
          <ac:chgData name="Jesper Buch Poignée" userId="e9c179cb-b07f-48e2-8bc5-99357f35e469" providerId="ADAL" clId="{0FA08CF4-302B-405B-A75E-5DF504EDE4A1}" dt="2026-02-25T06:55:50.800" v="12973"/>
          <ac:spMkLst>
            <pc:docMk/>
            <pc:sldMk cId="4076912737" sldId="302"/>
            <ac:spMk id="3" creationId="{71BD23A5-1B2E-4C86-E4D6-2DB76F1B9DBC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2-27T09:01:23.564" v="13430" actId="20577"/>
        <pc:sldMkLst>
          <pc:docMk/>
          <pc:sldMk cId="4286341707" sldId="303"/>
        </pc:sldMkLst>
        <pc:spChg chg="mod">
          <ac:chgData name="Jesper Buch Poignée" userId="e9c179cb-b07f-48e2-8bc5-99357f35e469" providerId="ADAL" clId="{0FA08CF4-302B-405B-A75E-5DF504EDE4A1}" dt="2026-02-26T13:24:15.620" v="13031" actId="20577"/>
          <ac:spMkLst>
            <pc:docMk/>
            <pc:sldMk cId="4286341707" sldId="303"/>
            <ac:spMk id="2" creationId="{ACB7D1CB-3AA5-6173-C93D-2523730049D3}"/>
          </ac:spMkLst>
        </pc:spChg>
        <pc:spChg chg="del">
          <ac:chgData name="Jesper Buch Poignée" userId="e9c179cb-b07f-48e2-8bc5-99357f35e469" providerId="ADAL" clId="{0FA08CF4-302B-405B-A75E-5DF504EDE4A1}" dt="2026-02-26T13:24:20.949" v="13032" actId="1032"/>
          <ac:spMkLst>
            <pc:docMk/>
            <pc:sldMk cId="4286341707" sldId="303"/>
            <ac:spMk id="3" creationId="{29EA102E-95B4-7D5A-B3F5-D50765197691}"/>
          </ac:spMkLst>
        </pc:spChg>
        <pc:graphicFrameChg chg="add mod modGraphic">
          <ac:chgData name="Jesper Buch Poignée" userId="e9c179cb-b07f-48e2-8bc5-99357f35e469" providerId="ADAL" clId="{0FA08CF4-302B-405B-A75E-5DF504EDE4A1}" dt="2026-02-27T09:01:23.564" v="13430" actId="20577"/>
          <ac:graphicFrameMkLst>
            <pc:docMk/>
            <pc:sldMk cId="4286341707" sldId="303"/>
            <ac:graphicFrameMk id="4" creationId="{E3A881EB-0F48-51E2-FE7C-E010DC01B861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2-26T18:53:25.107" v="13303" actId="20577"/>
        <pc:sldMkLst>
          <pc:docMk/>
          <pc:sldMk cId="982846914" sldId="304"/>
        </pc:sldMkLst>
        <pc:spChg chg="mod ord">
          <ac:chgData name="Jesper Buch Poignée" userId="e9c179cb-b07f-48e2-8bc5-99357f35e469" providerId="ADAL" clId="{0FA08CF4-302B-405B-A75E-5DF504EDE4A1}" dt="2026-02-26T14:06:34.076" v="13052" actId="700"/>
          <ac:spMkLst>
            <pc:docMk/>
            <pc:sldMk cId="982846914" sldId="304"/>
            <ac:spMk id="2" creationId="{B1B82689-92AF-5A2A-3AEF-FC4CE5015438}"/>
          </ac:spMkLst>
        </pc:spChg>
        <pc:spChg chg="add del mod ord">
          <ac:chgData name="Jesper Buch Poignée" userId="e9c179cb-b07f-48e2-8bc5-99357f35e469" providerId="ADAL" clId="{0FA08CF4-302B-405B-A75E-5DF504EDE4A1}" dt="2026-02-26T14:06:34.076" v="13052" actId="700"/>
          <ac:spMkLst>
            <pc:docMk/>
            <pc:sldMk cId="982846914" sldId="304"/>
            <ac:spMk id="3" creationId="{69803403-DB43-36E8-E965-A2AEEB8F8E9F}"/>
          </ac:spMkLst>
        </pc:spChg>
        <pc:spChg chg="add del mod ord">
          <ac:chgData name="Jesper Buch Poignée" userId="e9c179cb-b07f-48e2-8bc5-99357f35e469" providerId="ADAL" clId="{0FA08CF4-302B-405B-A75E-5DF504EDE4A1}" dt="2026-02-26T14:07:13.570" v="13075" actId="113"/>
          <ac:spMkLst>
            <pc:docMk/>
            <pc:sldMk cId="982846914" sldId="304"/>
            <ac:spMk id="5" creationId="{6BD79340-1562-0289-5B6F-07FEB07819D4}"/>
          </ac:spMkLst>
        </pc:spChg>
        <pc:spChg chg="add del mod ord">
          <ac:chgData name="Jesper Buch Poignée" userId="e9c179cb-b07f-48e2-8bc5-99357f35e469" providerId="ADAL" clId="{0FA08CF4-302B-405B-A75E-5DF504EDE4A1}" dt="2026-02-26T18:53:25.107" v="13303" actId="20577"/>
          <ac:spMkLst>
            <pc:docMk/>
            <pc:sldMk cId="982846914" sldId="304"/>
            <ac:spMk id="6" creationId="{651E3725-542F-1152-1EB6-3F7B3C6E0BDC}"/>
          </ac:spMkLst>
        </pc:spChg>
        <pc:graphicFrameChg chg="add mod">
          <ac:chgData name="Jesper Buch Poignée" userId="e9c179cb-b07f-48e2-8bc5-99357f35e469" providerId="ADAL" clId="{0FA08CF4-302B-405B-A75E-5DF504EDE4A1}" dt="2026-02-26T14:06:24.875" v="13049"/>
          <ac:graphicFrameMkLst>
            <pc:docMk/>
            <pc:sldMk cId="982846914" sldId="304"/>
            <ac:graphicFrameMk id="4" creationId="{E8043F63-9F1F-8F6E-B92C-5031A668D3F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6:37.380" v="13057"/>
          <ac:graphicFrameMkLst>
            <pc:docMk/>
            <pc:sldMk cId="982846914" sldId="304"/>
            <ac:graphicFrameMk id="7" creationId="{429DAA29-9CD3-2BD3-584F-6EC8D912B860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6:59.867" v="13067"/>
          <ac:graphicFrameMkLst>
            <pc:docMk/>
            <pc:sldMk cId="982846914" sldId="304"/>
            <ac:graphicFrameMk id="8" creationId="{074253FA-C169-11DD-F0DC-F8BE52B4F60F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7:26.397" v="13079"/>
          <ac:graphicFrameMkLst>
            <pc:docMk/>
            <pc:sldMk cId="982846914" sldId="304"/>
            <ac:graphicFrameMk id="9" creationId="{7B54FF9D-ECBD-57EA-FD2B-C619AE805F79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2-26T18:54:12.472" v="13304" actId="6549"/>
        <pc:sldMkLst>
          <pc:docMk/>
          <pc:sldMk cId="1345641707" sldId="305"/>
        </pc:sldMkLst>
        <pc:spChg chg="mod">
          <ac:chgData name="Jesper Buch Poignée" userId="e9c179cb-b07f-48e2-8bc5-99357f35e469" providerId="ADAL" clId="{0FA08CF4-302B-405B-A75E-5DF504EDE4A1}" dt="2026-02-26T14:07:50.249" v="13094"/>
          <ac:spMkLst>
            <pc:docMk/>
            <pc:sldMk cId="1345641707" sldId="305"/>
            <ac:spMk id="2" creationId="{5676F340-D283-0D05-1C22-D3383C15AD43}"/>
          </ac:spMkLst>
        </pc:spChg>
        <pc:spChg chg="add del mod">
          <ac:chgData name="Jesper Buch Poignée" userId="e9c179cb-b07f-48e2-8bc5-99357f35e469" providerId="ADAL" clId="{0FA08CF4-302B-405B-A75E-5DF504EDE4A1}" dt="2026-02-26T14:08:15.732" v="13115" actId="5793"/>
          <ac:spMkLst>
            <pc:docMk/>
            <pc:sldMk cId="1345641707" sldId="305"/>
            <ac:spMk id="3" creationId="{E5722A7D-1558-C75B-32E2-5DA673B051D1}"/>
          </ac:spMkLst>
        </pc:spChg>
        <pc:spChg chg="add del mod">
          <ac:chgData name="Jesper Buch Poignée" userId="e9c179cb-b07f-48e2-8bc5-99357f35e469" providerId="ADAL" clId="{0FA08CF4-302B-405B-A75E-5DF504EDE4A1}" dt="2026-02-26T18:54:12.472" v="13304" actId="6549"/>
          <ac:spMkLst>
            <pc:docMk/>
            <pc:sldMk cId="1345641707" sldId="305"/>
            <ac:spMk id="4" creationId="{AA1FC358-3B1B-3503-9873-702A58C92FC4}"/>
          </ac:spMkLst>
        </pc:spChg>
        <pc:graphicFrameChg chg="add mod">
          <ac:chgData name="Jesper Buch Poignée" userId="e9c179cb-b07f-48e2-8bc5-99357f35e469" providerId="ADAL" clId="{0FA08CF4-302B-405B-A75E-5DF504EDE4A1}" dt="2026-02-26T14:07:50.246" v="13092"/>
          <ac:graphicFrameMkLst>
            <pc:docMk/>
            <pc:sldMk cId="1345641707" sldId="305"/>
            <ac:graphicFrameMk id="5" creationId="{958AE522-966C-CB08-92C7-F17171A65F5E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7:58.662" v="13099"/>
          <ac:graphicFrameMkLst>
            <pc:docMk/>
            <pc:sldMk cId="1345641707" sldId="305"/>
            <ac:graphicFrameMk id="6" creationId="{BFF0DD03-D1EA-A432-67E6-48A63FCDABE5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8:04.832" v="13104"/>
          <ac:graphicFrameMkLst>
            <pc:docMk/>
            <pc:sldMk cId="1345641707" sldId="305"/>
            <ac:graphicFrameMk id="7" creationId="{5F3954CE-90CC-84FF-E4A0-6B867611F30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8:07.071" v="13109"/>
          <ac:graphicFrameMkLst>
            <pc:docMk/>
            <pc:sldMk cId="1345641707" sldId="305"/>
            <ac:graphicFrameMk id="8" creationId="{511BE638-6198-1886-D499-B6BC74FF31DA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8:23.231" v="13119"/>
          <ac:graphicFrameMkLst>
            <pc:docMk/>
            <pc:sldMk cId="1345641707" sldId="305"/>
            <ac:graphicFrameMk id="9" creationId="{48CF36EF-ADF0-DAFE-1CC7-597F9206A500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2-26T14:09:31.241" v="13156" actId="113"/>
        <pc:sldMkLst>
          <pc:docMk/>
          <pc:sldMk cId="4230466056" sldId="306"/>
        </pc:sldMkLst>
        <pc:spChg chg="mod">
          <ac:chgData name="Jesper Buch Poignée" userId="e9c179cb-b07f-48e2-8bc5-99357f35e469" providerId="ADAL" clId="{0FA08CF4-302B-405B-A75E-5DF504EDE4A1}" dt="2026-02-26T14:08:47.066" v="13134"/>
          <ac:spMkLst>
            <pc:docMk/>
            <pc:sldMk cId="4230466056" sldId="306"/>
            <ac:spMk id="2" creationId="{9EE0A986-FC2F-D45D-F8F1-29D784D90677}"/>
          </ac:spMkLst>
        </pc:spChg>
        <pc:spChg chg="add del mod">
          <ac:chgData name="Jesper Buch Poignée" userId="e9c179cb-b07f-48e2-8bc5-99357f35e469" providerId="ADAL" clId="{0FA08CF4-302B-405B-A75E-5DF504EDE4A1}" dt="2026-02-26T14:09:15.178" v="13145" actId="113"/>
          <ac:spMkLst>
            <pc:docMk/>
            <pc:sldMk cId="4230466056" sldId="306"/>
            <ac:spMk id="3" creationId="{9513C4B1-818E-4559-713E-C3308F54D260}"/>
          </ac:spMkLst>
        </pc:spChg>
        <pc:spChg chg="add del mod">
          <ac:chgData name="Jesper Buch Poignée" userId="e9c179cb-b07f-48e2-8bc5-99357f35e469" providerId="ADAL" clId="{0FA08CF4-302B-405B-A75E-5DF504EDE4A1}" dt="2026-02-26T14:09:31.241" v="13156" actId="113"/>
          <ac:spMkLst>
            <pc:docMk/>
            <pc:sldMk cId="4230466056" sldId="306"/>
            <ac:spMk id="4" creationId="{DA8B1324-F4A8-C207-AD3F-540D88C99A8A}"/>
          </ac:spMkLst>
        </pc:spChg>
        <pc:graphicFrameChg chg="add mod">
          <ac:chgData name="Jesper Buch Poignée" userId="e9c179cb-b07f-48e2-8bc5-99357f35e469" providerId="ADAL" clId="{0FA08CF4-302B-405B-A75E-5DF504EDE4A1}" dt="2026-02-26T14:08:47.062" v="13132"/>
          <ac:graphicFrameMkLst>
            <pc:docMk/>
            <pc:sldMk cId="4230466056" sldId="306"/>
            <ac:graphicFrameMk id="5" creationId="{076FD184-A2B9-8361-61CF-4A105896D45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9:03.446" v="13138"/>
          <ac:graphicFrameMkLst>
            <pc:docMk/>
            <pc:sldMk cId="4230466056" sldId="306"/>
            <ac:graphicFrameMk id="6" creationId="{296BF6FF-F2C0-F3E8-647F-2BCE1376EE0A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9:21.474" v="13149"/>
          <ac:graphicFrameMkLst>
            <pc:docMk/>
            <pc:sldMk cId="4230466056" sldId="306"/>
            <ac:graphicFrameMk id="7" creationId="{075BEE70-FA07-B976-8339-EF5B3F5CF9C9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2-26T14:10:28.913" v="13184" actId="113"/>
        <pc:sldMkLst>
          <pc:docMk/>
          <pc:sldMk cId="2844981572" sldId="307"/>
        </pc:sldMkLst>
        <pc:spChg chg="mod">
          <ac:chgData name="Jesper Buch Poignée" userId="e9c179cb-b07f-48e2-8bc5-99357f35e469" providerId="ADAL" clId="{0FA08CF4-302B-405B-A75E-5DF504EDE4A1}" dt="2026-02-26T14:09:42.268" v="13163"/>
          <ac:spMkLst>
            <pc:docMk/>
            <pc:sldMk cId="2844981572" sldId="307"/>
            <ac:spMk id="2" creationId="{B9FF040D-5994-397B-4BD5-A20C444D026D}"/>
          </ac:spMkLst>
        </pc:spChg>
        <pc:spChg chg="add del mod">
          <ac:chgData name="Jesper Buch Poignée" userId="e9c179cb-b07f-48e2-8bc5-99357f35e469" providerId="ADAL" clId="{0FA08CF4-302B-405B-A75E-5DF504EDE4A1}" dt="2026-02-26T14:10:04.864" v="13173" actId="5793"/>
          <ac:spMkLst>
            <pc:docMk/>
            <pc:sldMk cId="2844981572" sldId="307"/>
            <ac:spMk id="3" creationId="{27942959-5C07-416D-B6F4-DF951F118D4E}"/>
          </ac:spMkLst>
        </pc:spChg>
        <pc:spChg chg="add del mod">
          <ac:chgData name="Jesper Buch Poignée" userId="e9c179cb-b07f-48e2-8bc5-99357f35e469" providerId="ADAL" clId="{0FA08CF4-302B-405B-A75E-5DF504EDE4A1}" dt="2026-02-26T14:10:28.913" v="13184" actId="113"/>
          <ac:spMkLst>
            <pc:docMk/>
            <pc:sldMk cId="2844981572" sldId="307"/>
            <ac:spMk id="4" creationId="{54FDECCE-9793-543D-FA6F-22721137A495}"/>
          </ac:spMkLst>
        </pc:spChg>
        <pc:graphicFrameChg chg="add mod">
          <ac:chgData name="Jesper Buch Poignée" userId="e9c179cb-b07f-48e2-8bc5-99357f35e469" providerId="ADAL" clId="{0FA08CF4-302B-405B-A75E-5DF504EDE4A1}" dt="2026-02-26T14:09:42.265" v="13161"/>
          <ac:graphicFrameMkLst>
            <pc:docMk/>
            <pc:sldMk cId="2844981572" sldId="307"/>
            <ac:graphicFrameMk id="5" creationId="{C59BAB93-9CF5-6A97-801E-0539BB1A88E1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09:51.828" v="13167"/>
          <ac:graphicFrameMkLst>
            <pc:docMk/>
            <pc:sldMk cId="2844981572" sldId="307"/>
            <ac:graphicFrameMk id="6" creationId="{14CA0CB2-F82B-0198-66EA-27275518E8C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0:13.733" v="13177"/>
          <ac:graphicFrameMkLst>
            <pc:docMk/>
            <pc:sldMk cId="2844981572" sldId="307"/>
            <ac:graphicFrameMk id="7" creationId="{3D77C280-D43E-DB72-4CB7-86B1896B679B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2-27T07:47:06.006" v="13395" actId="20577"/>
        <pc:sldMkLst>
          <pc:docMk/>
          <pc:sldMk cId="3556410579" sldId="308"/>
        </pc:sldMkLst>
        <pc:spChg chg="mod">
          <ac:chgData name="Jesper Buch Poignée" userId="e9c179cb-b07f-48e2-8bc5-99357f35e469" providerId="ADAL" clId="{0FA08CF4-302B-405B-A75E-5DF504EDE4A1}" dt="2026-02-26T14:10:41.073" v="13191"/>
          <ac:spMkLst>
            <pc:docMk/>
            <pc:sldMk cId="3556410579" sldId="308"/>
            <ac:spMk id="2" creationId="{F4B9D2D1-95C6-D4F2-58BA-95EFD9D898C7}"/>
          </ac:spMkLst>
        </pc:spChg>
        <pc:spChg chg="add del mod">
          <ac:chgData name="Jesper Buch Poignée" userId="e9c179cb-b07f-48e2-8bc5-99357f35e469" providerId="ADAL" clId="{0FA08CF4-302B-405B-A75E-5DF504EDE4A1}" dt="2026-02-27T07:47:06.006" v="13395" actId="20577"/>
          <ac:spMkLst>
            <pc:docMk/>
            <pc:sldMk cId="3556410579" sldId="308"/>
            <ac:spMk id="3" creationId="{6876458D-4078-5634-5498-04D71CAB2973}"/>
          </ac:spMkLst>
        </pc:spChg>
        <pc:spChg chg="add del mod">
          <ac:chgData name="Jesper Buch Poignée" userId="e9c179cb-b07f-48e2-8bc5-99357f35e469" providerId="ADAL" clId="{0FA08CF4-302B-405B-A75E-5DF504EDE4A1}" dt="2026-02-26T18:56:48.338" v="13305" actId="20577"/>
          <ac:spMkLst>
            <pc:docMk/>
            <pc:sldMk cId="3556410579" sldId="308"/>
            <ac:spMk id="4" creationId="{EFC51B42-8C5E-ABEB-3A3C-56ECA42D57AD}"/>
          </ac:spMkLst>
        </pc:spChg>
        <pc:graphicFrameChg chg="add mod">
          <ac:chgData name="Jesper Buch Poignée" userId="e9c179cb-b07f-48e2-8bc5-99357f35e469" providerId="ADAL" clId="{0FA08CF4-302B-405B-A75E-5DF504EDE4A1}" dt="2026-02-26T14:10:41.069" v="13189"/>
          <ac:graphicFrameMkLst>
            <pc:docMk/>
            <pc:sldMk cId="3556410579" sldId="308"/>
            <ac:graphicFrameMk id="5" creationId="{FCE22709-24B2-E348-0F6F-F0F88E43152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0:54.015" v="13195"/>
          <ac:graphicFrameMkLst>
            <pc:docMk/>
            <pc:sldMk cId="3556410579" sldId="308"/>
            <ac:graphicFrameMk id="6" creationId="{59C17ED9-6B03-CAE2-5EA8-D5F1D80F02FA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1:16.494" v="13205"/>
          <ac:graphicFrameMkLst>
            <pc:docMk/>
            <pc:sldMk cId="3556410579" sldId="308"/>
            <ac:graphicFrameMk id="7" creationId="{558FD9CE-4D26-D1F3-C7FB-7060C8381DE9}"/>
          </ac:graphicFrameMkLst>
        </pc:graphicFrameChg>
      </pc:sldChg>
      <pc:sldChg chg="addSp delSp modSp new del mod modClrScheme chgLayout">
        <pc:chgData name="Jesper Buch Poignée" userId="e9c179cb-b07f-48e2-8bc5-99357f35e469" providerId="ADAL" clId="{0FA08CF4-302B-405B-A75E-5DF504EDE4A1}" dt="2026-02-27T07:52:08.896" v="13399" actId="2696"/>
        <pc:sldMkLst>
          <pc:docMk/>
          <pc:sldMk cId="2081833571" sldId="309"/>
        </pc:sldMkLst>
        <pc:spChg chg="mod ord">
          <ac:chgData name="Jesper Buch Poignée" userId="e9c179cb-b07f-48e2-8bc5-99357f35e469" providerId="ADAL" clId="{0FA08CF4-302B-405B-A75E-5DF504EDE4A1}" dt="2026-02-26T14:12:14.185" v="13226" actId="700"/>
          <ac:spMkLst>
            <pc:docMk/>
            <pc:sldMk cId="2081833571" sldId="309"/>
            <ac:spMk id="2" creationId="{3AB84031-569B-A78D-A78B-1478370224BB}"/>
          </ac:spMkLst>
        </pc:spChg>
        <pc:spChg chg="del">
          <ac:chgData name="Jesper Buch Poignée" userId="e9c179cb-b07f-48e2-8bc5-99357f35e469" providerId="ADAL" clId="{0FA08CF4-302B-405B-A75E-5DF504EDE4A1}" dt="2026-02-26T14:11:37.456" v="13214"/>
          <ac:spMkLst>
            <pc:docMk/>
            <pc:sldMk cId="2081833571" sldId="309"/>
            <ac:spMk id="3" creationId="{012735C6-3FCA-D0A9-5B17-BADEAFD1E4CE}"/>
          </ac:spMkLst>
        </pc:spChg>
        <pc:spChg chg="del">
          <ac:chgData name="Jesper Buch Poignée" userId="e9c179cb-b07f-48e2-8bc5-99357f35e469" providerId="ADAL" clId="{0FA08CF4-302B-405B-A75E-5DF504EDE4A1}" dt="2026-02-26T14:12:14.185" v="13226" actId="700"/>
          <ac:spMkLst>
            <pc:docMk/>
            <pc:sldMk cId="2081833571" sldId="309"/>
            <ac:spMk id="4" creationId="{D2AE69BD-A422-5677-26D3-0398F1345C37}"/>
          </ac:spMkLst>
        </pc:spChg>
        <pc:spChg chg="add del mod ord">
          <ac:chgData name="Jesper Buch Poignée" userId="e9c179cb-b07f-48e2-8bc5-99357f35e469" providerId="ADAL" clId="{0FA08CF4-302B-405B-A75E-5DF504EDE4A1}" dt="2026-02-26T14:12:14.185" v="13226" actId="700"/>
          <ac:spMkLst>
            <pc:docMk/>
            <pc:sldMk cId="2081833571" sldId="309"/>
            <ac:spMk id="7" creationId="{41DD0C34-0BEE-7672-3FA6-EFC0DB5194BF}"/>
          </ac:spMkLst>
        </pc:spChg>
        <pc:spChg chg="add del mod ord">
          <ac:chgData name="Jesper Buch Poignée" userId="e9c179cb-b07f-48e2-8bc5-99357f35e469" providerId="ADAL" clId="{0FA08CF4-302B-405B-A75E-5DF504EDE4A1}" dt="2026-02-26T14:12:21.218" v="13227" actId="3680"/>
          <ac:spMkLst>
            <pc:docMk/>
            <pc:sldMk cId="2081833571" sldId="309"/>
            <ac:spMk id="10" creationId="{B994AC8B-6E37-630C-741C-9C9063F3DD95}"/>
          </ac:spMkLst>
        </pc:spChg>
        <pc:graphicFrameChg chg="add del mod">
          <ac:chgData name="Jesper Buch Poignée" userId="e9c179cb-b07f-48e2-8bc5-99357f35e469" providerId="ADAL" clId="{0FA08CF4-302B-405B-A75E-5DF504EDE4A1}" dt="2026-02-26T14:11:41.205" v="13217" actId="21"/>
          <ac:graphicFrameMkLst>
            <pc:docMk/>
            <pc:sldMk cId="2081833571" sldId="309"/>
            <ac:graphicFrameMk id="5" creationId="{05860418-3AA2-2A36-F1CF-2FCDAE478658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1:43.465" v="13218"/>
          <ac:graphicFrameMkLst>
            <pc:docMk/>
            <pc:sldMk cId="2081833571" sldId="309"/>
            <ac:graphicFrameMk id="8" creationId="{05860418-3AA2-2A36-F1CF-2FCDAE478658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2:00.589" v="13222"/>
          <ac:graphicFrameMkLst>
            <pc:docMk/>
            <pc:sldMk cId="2081833571" sldId="309"/>
            <ac:graphicFrameMk id="9" creationId="{A4301DA8-3C7A-1EE9-0584-DE39F227E901}"/>
          </ac:graphicFrameMkLst>
        </pc:graphicFrameChg>
        <pc:graphicFrameChg chg="add mod ord modGraphic">
          <ac:chgData name="Jesper Buch Poignée" userId="e9c179cb-b07f-48e2-8bc5-99357f35e469" providerId="ADAL" clId="{0FA08CF4-302B-405B-A75E-5DF504EDE4A1}" dt="2026-02-26T14:12:50.126" v="13230" actId="113"/>
          <ac:graphicFrameMkLst>
            <pc:docMk/>
            <pc:sldMk cId="2081833571" sldId="309"/>
            <ac:graphicFrameMk id="11" creationId="{002C9C9A-6073-814B-9CC0-B59DDACE7DB3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2-26T14:14:41.657" v="13273" actId="5793"/>
        <pc:sldMkLst>
          <pc:docMk/>
          <pc:sldMk cId="1250897048" sldId="310"/>
        </pc:sldMkLst>
        <pc:spChg chg="mod">
          <ac:chgData name="Jesper Buch Poignée" userId="e9c179cb-b07f-48e2-8bc5-99357f35e469" providerId="ADAL" clId="{0FA08CF4-302B-405B-A75E-5DF504EDE4A1}" dt="2026-02-26T14:13:12.656" v="13238"/>
          <ac:spMkLst>
            <pc:docMk/>
            <pc:sldMk cId="1250897048" sldId="310"/>
            <ac:spMk id="2" creationId="{59B52572-EB86-D31E-40B4-314A744B33AD}"/>
          </ac:spMkLst>
        </pc:spChg>
        <pc:spChg chg="add del mod">
          <ac:chgData name="Jesper Buch Poignée" userId="e9c179cb-b07f-48e2-8bc5-99357f35e469" providerId="ADAL" clId="{0FA08CF4-302B-405B-A75E-5DF504EDE4A1}" dt="2026-02-26T14:13:55.213" v="13250" actId="6549"/>
          <ac:spMkLst>
            <pc:docMk/>
            <pc:sldMk cId="1250897048" sldId="310"/>
            <ac:spMk id="3" creationId="{B91B364F-8888-FC8E-8EEB-A08F8795A58D}"/>
          </ac:spMkLst>
        </pc:spChg>
        <pc:spChg chg="add del mod">
          <ac:chgData name="Jesper Buch Poignée" userId="e9c179cb-b07f-48e2-8bc5-99357f35e469" providerId="ADAL" clId="{0FA08CF4-302B-405B-A75E-5DF504EDE4A1}" dt="2026-02-26T14:14:41.657" v="13273" actId="5793"/>
          <ac:spMkLst>
            <pc:docMk/>
            <pc:sldMk cId="1250897048" sldId="310"/>
            <ac:spMk id="4" creationId="{9465BB7A-75BB-1FF6-5407-0C0C68B597A7}"/>
          </ac:spMkLst>
        </pc:spChg>
        <pc:graphicFrameChg chg="add mod">
          <ac:chgData name="Jesper Buch Poignée" userId="e9c179cb-b07f-48e2-8bc5-99357f35e469" providerId="ADAL" clId="{0FA08CF4-302B-405B-A75E-5DF504EDE4A1}" dt="2026-02-26T14:13:12.652" v="13236"/>
          <ac:graphicFrameMkLst>
            <pc:docMk/>
            <pc:sldMk cId="1250897048" sldId="310"/>
            <ac:graphicFrameMk id="5" creationId="{2C89E551-A222-73FB-321E-732EE2F0B4FE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3:33.406" v="13242"/>
          <ac:graphicFrameMkLst>
            <pc:docMk/>
            <pc:sldMk cId="1250897048" sldId="310"/>
            <ac:graphicFrameMk id="6" creationId="{F9ABBC86-357C-A7FF-11D9-381FEE95747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4:16.319" v="13254"/>
          <ac:graphicFrameMkLst>
            <pc:docMk/>
            <pc:sldMk cId="1250897048" sldId="310"/>
            <ac:graphicFrameMk id="7" creationId="{3BF6E28E-8FB3-19EA-C49A-CDF3915D1909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4:20.493" v="13258"/>
          <ac:graphicFrameMkLst>
            <pc:docMk/>
            <pc:sldMk cId="1250897048" sldId="310"/>
            <ac:graphicFrameMk id="8" creationId="{7D10BB9C-F9A4-4306-0046-8769C8F3FE1F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4:26.366" v="13262"/>
          <ac:graphicFrameMkLst>
            <pc:docMk/>
            <pc:sldMk cId="1250897048" sldId="310"/>
            <ac:graphicFrameMk id="9" creationId="{6D2B1636-BA88-1FA3-5E94-06019B3212F3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4:32.911" v="13266"/>
          <ac:graphicFrameMkLst>
            <pc:docMk/>
            <pc:sldMk cId="1250897048" sldId="310"/>
            <ac:graphicFrameMk id="10" creationId="{07CA5EA2-D67C-DE9E-C8EF-E69487F79CE7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26T14:14:37.562" v="13270"/>
          <ac:graphicFrameMkLst>
            <pc:docMk/>
            <pc:sldMk cId="1250897048" sldId="310"/>
            <ac:graphicFrameMk id="11" creationId="{449D708F-3199-05EF-5440-7FEC628E3B7C}"/>
          </ac:graphicFrameMkLst>
        </pc:graphicFrameChg>
      </pc:sldChg>
      <pc:sldChg chg="new del">
        <pc:chgData name="Jesper Buch Poignée" userId="e9c179cb-b07f-48e2-8bc5-99357f35e469" providerId="ADAL" clId="{0FA08CF4-302B-405B-A75E-5DF504EDE4A1}" dt="2026-02-26T14:12:53.573" v="13232" actId="680"/>
        <pc:sldMkLst>
          <pc:docMk/>
          <pc:sldMk cId="524249934" sldId="311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2-27T08:05:50.232" v="13417" actId="13822"/>
        <pc:sldMkLst>
          <pc:docMk/>
          <pc:sldMk cId="4229527060" sldId="311"/>
        </pc:sldMkLst>
        <pc:spChg chg="mod ord">
          <ac:chgData name="Jesper Buch Poignée" userId="e9c179cb-b07f-48e2-8bc5-99357f35e469" providerId="ADAL" clId="{0FA08CF4-302B-405B-A75E-5DF504EDE4A1}" dt="2026-02-26T14:14:55.848" v="13276" actId="700"/>
          <ac:spMkLst>
            <pc:docMk/>
            <pc:sldMk cId="4229527060" sldId="311"/>
            <ac:spMk id="2" creationId="{D7FC9435-BB07-CE26-8FCD-AF008A63C494}"/>
          </ac:spMkLst>
        </pc:spChg>
        <pc:spChg chg="del mod ord">
          <ac:chgData name="Jesper Buch Poignée" userId="e9c179cb-b07f-48e2-8bc5-99357f35e469" providerId="ADAL" clId="{0FA08CF4-302B-405B-A75E-5DF504EDE4A1}" dt="2026-02-26T14:14:55.848" v="13276" actId="700"/>
          <ac:spMkLst>
            <pc:docMk/>
            <pc:sldMk cId="4229527060" sldId="311"/>
            <ac:spMk id="3" creationId="{2E1ED766-D907-AC7E-D00B-D79C6A6578CB}"/>
          </ac:spMkLst>
        </pc:spChg>
        <pc:spChg chg="del">
          <ac:chgData name="Jesper Buch Poignée" userId="e9c179cb-b07f-48e2-8bc5-99357f35e469" providerId="ADAL" clId="{0FA08CF4-302B-405B-A75E-5DF504EDE4A1}" dt="2026-02-26T14:14:55.848" v="13276" actId="700"/>
          <ac:spMkLst>
            <pc:docMk/>
            <pc:sldMk cId="4229527060" sldId="311"/>
            <ac:spMk id="4" creationId="{66F19C5B-FCFE-E6BD-A4CD-B3AAB06A9935}"/>
          </ac:spMkLst>
        </pc:spChg>
        <pc:spChg chg="add del mod ord">
          <ac:chgData name="Jesper Buch Poignée" userId="e9c179cb-b07f-48e2-8bc5-99357f35e469" providerId="ADAL" clId="{0FA08CF4-302B-405B-A75E-5DF504EDE4A1}" dt="2026-02-26T14:15:09.742" v="13277" actId="1032"/>
          <ac:spMkLst>
            <pc:docMk/>
            <pc:sldMk cId="4229527060" sldId="311"/>
            <ac:spMk id="5" creationId="{B4AA07DB-4B5B-7DF4-8398-9DD2FE34ADF1}"/>
          </ac:spMkLst>
        </pc:spChg>
        <pc:graphicFrameChg chg="add mod modGraphic">
          <ac:chgData name="Jesper Buch Poignée" userId="e9c179cb-b07f-48e2-8bc5-99357f35e469" providerId="ADAL" clId="{0FA08CF4-302B-405B-A75E-5DF504EDE4A1}" dt="2026-02-27T08:05:50.232" v="13417" actId="13822"/>
          <ac:graphicFrameMkLst>
            <pc:docMk/>
            <pc:sldMk cId="4229527060" sldId="311"/>
            <ac:graphicFrameMk id="6" creationId="{17F7B487-7CBB-681E-020F-4BD9BE95C0D0}"/>
          </ac:graphicFrameMkLst>
        </pc:graphicFrameChg>
      </pc:sldChg>
      <pc:sldChg chg="modSp new mod">
        <pc:chgData name="Jesper Buch Poignée" userId="e9c179cb-b07f-48e2-8bc5-99357f35e469" providerId="ADAL" clId="{0FA08CF4-302B-405B-A75E-5DF504EDE4A1}" dt="2026-02-27T06:42:22.494" v="13319" actId="114"/>
        <pc:sldMkLst>
          <pc:docMk/>
          <pc:sldMk cId="3508257444" sldId="312"/>
        </pc:sldMkLst>
        <pc:spChg chg="mod">
          <ac:chgData name="Jesper Buch Poignée" userId="e9c179cb-b07f-48e2-8bc5-99357f35e469" providerId="ADAL" clId="{0FA08CF4-302B-405B-A75E-5DF504EDE4A1}" dt="2026-02-27T06:42:12.190" v="13316" actId="20577"/>
          <ac:spMkLst>
            <pc:docMk/>
            <pc:sldMk cId="3508257444" sldId="312"/>
            <ac:spMk id="2" creationId="{54395200-C64A-844C-8476-EB1A449C77D3}"/>
          </ac:spMkLst>
        </pc:spChg>
        <pc:spChg chg="mod">
          <ac:chgData name="Jesper Buch Poignée" userId="e9c179cb-b07f-48e2-8bc5-99357f35e469" providerId="ADAL" clId="{0FA08CF4-302B-405B-A75E-5DF504EDE4A1}" dt="2026-02-27T06:42:22.494" v="13319" actId="114"/>
          <ac:spMkLst>
            <pc:docMk/>
            <pc:sldMk cId="3508257444" sldId="312"/>
            <ac:spMk id="3" creationId="{D122A896-DC78-41C7-24DD-7B32FCFB1A38}"/>
          </ac:spMkLst>
        </pc:spChg>
      </pc:sldChg>
      <pc:sldChg chg="modSp new mod">
        <pc:chgData name="Jesper Buch Poignée" userId="e9c179cb-b07f-48e2-8bc5-99357f35e469" providerId="ADAL" clId="{0FA08CF4-302B-405B-A75E-5DF504EDE4A1}" dt="2026-02-27T06:45:02.176" v="13327"/>
        <pc:sldMkLst>
          <pc:docMk/>
          <pc:sldMk cId="66113083" sldId="313"/>
        </pc:sldMkLst>
        <pc:spChg chg="mod">
          <ac:chgData name="Jesper Buch Poignée" userId="e9c179cb-b07f-48e2-8bc5-99357f35e469" providerId="ADAL" clId="{0FA08CF4-302B-405B-A75E-5DF504EDE4A1}" dt="2026-02-27T06:45:00.719" v="13326" actId="20577"/>
          <ac:spMkLst>
            <pc:docMk/>
            <pc:sldMk cId="66113083" sldId="313"/>
            <ac:spMk id="2" creationId="{C24DFAAE-1697-F21E-38AE-23CC7EA35716}"/>
          </ac:spMkLst>
        </pc:spChg>
        <pc:spChg chg="mod">
          <ac:chgData name="Jesper Buch Poignée" userId="e9c179cb-b07f-48e2-8bc5-99357f35e469" providerId="ADAL" clId="{0FA08CF4-302B-405B-A75E-5DF504EDE4A1}" dt="2026-02-27T06:45:02.176" v="13327"/>
          <ac:spMkLst>
            <pc:docMk/>
            <pc:sldMk cId="66113083" sldId="313"/>
            <ac:spMk id="3" creationId="{64A264AA-DB74-B3FE-0821-18BA50E06DAE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2-27T07:52:38.373" v="13411" actId="1440"/>
        <pc:sldMkLst>
          <pc:docMk/>
          <pc:sldMk cId="3696292372" sldId="314"/>
        </pc:sldMkLst>
        <pc:spChg chg="mod">
          <ac:chgData name="Jesper Buch Poignée" userId="e9c179cb-b07f-48e2-8bc5-99357f35e469" providerId="ADAL" clId="{0FA08CF4-302B-405B-A75E-5DF504EDE4A1}" dt="2026-02-27T07:52:05.332" v="13398"/>
          <ac:spMkLst>
            <pc:docMk/>
            <pc:sldMk cId="3696292372" sldId="314"/>
            <ac:spMk id="2" creationId="{DFA33659-1C63-70A8-81A8-7E110D33D861}"/>
          </ac:spMkLst>
        </pc:spChg>
        <pc:spChg chg="del">
          <ac:chgData name="Jesper Buch Poignée" userId="e9c179cb-b07f-48e2-8bc5-99357f35e469" providerId="ADAL" clId="{0FA08CF4-302B-405B-A75E-5DF504EDE4A1}" dt="2026-02-27T07:51:52.578" v="13397"/>
          <ac:spMkLst>
            <pc:docMk/>
            <pc:sldMk cId="3696292372" sldId="314"/>
            <ac:spMk id="3" creationId="{2D485074-5A46-F573-C062-F833C5585ABC}"/>
          </ac:spMkLst>
        </pc:spChg>
        <pc:spChg chg="add mod">
          <ac:chgData name="Jesper Buch Poignée" userId="e9c179cb-b07f-48e2-8bc5-99357f35e469" providerId="ADAL" clId="{0FA08CF4-302B-405B-A75E-5DF504EDE4A1}" dt="2026-02-27T07:52:33.235" v="13410" actId="1076"/>
          <ac:spMkLst>
            <pc:docMk/>
            <pc:sldMk cId="3696292372" sldId="314"/>
            <ac:spMk id="5" creationId="{8355154B-1787-8771-698C-0D14FDB2F39C}"/>
          </ac:spMkLst>
        </pc:spChg>
        <pc:picChg chg="add mod">
          <ac:chgData name="Jesper Buch Poignée" userId="e9c179cb-b07f-48e2-8bc5-99357f35e469" providerId="ADAL" clId="{0FA08CF4-302B-405B-A75E-5DF504EDE4A1}" dt="2026-02-27T07:52:38.373" v="13411" actId="1440"/>
          <ac:picMkLst>
            <pc:docMk/>
            <pc:sldMk cId="3696292372" sldId="314"/>
            <ac:picMk id="4" creationId="{5017D699-D8F2-420C-708D-F78028C326E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C1868E-F905-4308-A677-B8C3231B101E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09D9173A-7E65-4E36-9A37-340A8B89FED5}">
      <dgm:prSet phldrT="[Tekst]"/>
      <dgm:spPr/>
      <dgm:t>
        <a:bodyPr/>
        <a:lstStyle/>
        <a:p>
          <a:pPr>
            <a:buNone/>
          </a:pPr>
          <a:r>
            <a:rPr lang="da-DK" b="0" i="0" dirty="0"/>
            <a:t>Identificere informationsaktiver</a:t>
          </a:r>
          <a:endParaRPr lang="da-DK" dirty="0"/>
        </a:p>
      </dgm:t>
    </dgm:pt>
    <dgm:pt modelId="{C763068D-5A36-4AFE-B9FE-B857C23C1A4D}" type="parTrans" cxnId="{E6C970CD-4F6A-4B20-9BC4-4C5EEC448D0C}">
      <dgm:prSet/>
      <dgm:spPr/>
      <dgm:t>
        <a:bodyPr/>
        <a:lstStyle/>
        <a:p>
          <a:endParaRPr lang="da-DK"/>
        </a:p>
      </dgm:t>
    </dgm:pt>
    <dgm:pt modelId="{998E8E40-151F-442F-B9C0-348E4181ECE8}" type="sibTrans" cxnId="{E6C970CD-4F6A-4B20-9BC4-4C5EEC448D0C}">
      <dgm:prSet/>
      <dgm:spPr/>
      <dgm:t>
        <a:bodyPr/>
        <a:lstStyle/>
        <a:p>
          <a:endParaRPr lang="da-DK"/>
        </a:p>
      </dgm:t>
    </dgm:pt>
    <dgm:pt modelId="{2C424601-67A8-4665-A531-DED2EF63B26C}">
      <dgm:prSet phldrT="[Tekst]"/>
      <dgm:spPr/>
      <dgm:t>
        <a:bodyPr/>
        <a:lstStyle/>
        <a:p>
          <a:pPr>
            <a:buNone/>
          </a:pPr>
          <a:r>
            <a:rPr lang="da-DK" b="0" i="0" dirty="0"/>
            <a:t>Identificere </a:t>
          </a:r>
          <a:r>
            <a:rPr lang="da-DK" b="0" i="0" dirty="0" err="1"/>
            <a:t>aktiverens</a:t>
          </a:r>
          <a:r>
            <a:rPr lang="da-DK" b="0" i="0" dirty="0"/>
            <a:t> ejere</a:t>
          </a:r>
          <a:endParaRPr lang="da-DK" dirty="0"/>
        </a:p>
      </dgm:t>
    </dgm:pt>
    <dgm:pt modelId="{5EB2F05A-A8B6-4966-9EDE-06438055F7DC}" type="parTrans" cxnId="{3260FDB7-0096-42EC-A766-C30E60CF3571}">
      <dgm:prSet/>
      <dgm:spPr/>
      <dgm:t>
        <a:bodyPr/>
        <a:lstStyle/>
        <a:p>
          <a:endParaRPr lang="da-DK"/>
        </a:p>
      </dgm:t>
    </dgm:pt>
    <dgm:pt modelId="{3D74F83C-C55E-4D2D-BBD8-8CB4092427D6}" type="sibTrans" cxnId="{3260FDB7-0096-42EC-A766-C30E60CF3571}">
      <dgm:prSet/>
      <dgm:spPr/>
      <dgm:t>
        <a:bodyPr/>
        <a:lstStyle/>
        <a:p>
          <a:endParaRPr lang="da-DK"/>
        </a:p>
      </dgm:t>
    </dgm:pt>
    <dgm:pt modelId="{51FDAC28-FCD6-4F83-A38B-22A7E0604219}">
      <dgm:prSet phldrT="[Tekst]"/>
      <dgm:spPr/>
      <dgm:t>
        <a:bodyPr/>
        <a:lstStyle/>
        <a:p>
          <a:pPr>
            <a:buNone/>
          </a:pPr>
          <a:r>
            <a:rPr lang="da-DK" b="0" i="0" dirty="0"/>
            <a:t>Identificere risici for CIA</a:t>
          </a:r>
          <a:endParaRPr lang="da-DK" dirty="0"/>
        </a:p>
      </dgm:t>
    </dgm:pt>
    <dgm:pt modelId="{9FD55423-0E5F-4439-9AD0-841EC2A3F0FE}" type="parTrans" cxnId="{F7BCE9CC-88B8-4EF9-B803-315B4F6F6260}">
      <dgm:prSet/>
      <dgm:spPr/>
      <dgm:t>
        <a:bodyPr/>
        <a:lstStyle/>
        <a:p>
          <a:endParaRPr lang="da-DK"/>
        </a:p>
      </dgm:t>
    </dgm:pt>
    <dgm:pt modelId="{83102A7A-A9C2-4BED-AC25-BBFB4FE0ED67}" type="sibTrans" cxnId="{F7BCE9CC-88B8-4EF9-B803-315B4F6F6260}">
      <dgm:prSet/>
      <dgm:spPr/>
      <dgm:t>
        <a:bodyPr/>
        <a:lstStyle/>
        <a:p>
          <a:endParaRPr lang="da-DK"/>
        </a:p>
      </dgm:t>
    </dgm:pt>
    <dgm:pt modelId="{81A61FB8-7D6C-43A5-9494-CB26978B5D47}">
      <dgm:prSet phldrT="[Tekst]"/>
      <dgm:spPr/>
      <dgm:t>
        <a:bodyPr/>
        <a:lstStyle/>
        <a:p>
          <a:pPr>
            <a:buNone/>
          </a:pPr>
          <a:r>
            <a:rPr lang="da-DK" b="0" i="0" dirty="0"/>
            <a:t>Identificere ejere af risici</a:t>
          </a:r>
          <a:endParaRPr lang="da-DK" dirty="0"/>
        </a:p>
      </dgm:t>
    </dgm:pt>
    <dgm:pt modelId="{6DBEF539-9FFB-4E17-8040-BED4D7369741}" type="parTrans" cxnId="{1C8A1FAB-C420-437F-B279-F5E96601D7E3}">
      <dgm:prSet/>
      <dgm:spPr/>
      <dgm:t>
        <a:bodyPr/>
        <a:lstStyle/>
        <a:p>
          <a:endParaRPr lang="da-DK"/>
        </a:p>
      </dgm:t>
    </dgm:pt>
    <dgm:pt modelId="{F5F6A53A-2499-4FD6-88AE-D33794522E35}" type="sibTrans" cxnId="{1C8A1FAB-C420-437F-B279-F5E96601D7E3}">
      <dgm:prSet/>
      <dgm:spPr/>
      <dgm:t>
        <a:bodyPr/>
        <a:lstStyle/>
        <a:p>
          <a:endParaRPr lang="da-DK"/>
        </a:p>
      </dgm:t>
    </dgm:pt>
    <dgm:pt modelId="{35AFB5A0-0553-444B-A133-58E94E78383D}">
      <dgm:prSet phldrT="[Tekst]"/>
      <dgm:spPr/>
      <dgm:t>
        <a:bodyPr/>
        <a:lstStyle/>
        <a:p>
          <a:pPr>
            <a:buNone/>
          </a:pPr>
          <a:r>
            <a:rPr lang="da-DK" b="0" i="0" dirty="0"/>
            <a:t>Analysere risici (sandsynlighed + konsekvens)</a:t>
          </a:r>
          <a:endParaRPr lang="da-DK" dirty="0"/>
        </a:p>
      </dgm:t>
    </dgm:pt>
    <dgm:pt modelId="{12F3F0E5-C292-44B8-825C-094A0F6622E3}" type="parTrans" cxnId="{54D5DAEB-5FF5-46F2-9A0A-E3481878E66B}">
      <dgm:prSet/>
      <dgm:spPr/>
      <dgm:t>
        <a:bodyPr/>
        <a:lstStyle/>
        <a:p>
          <a:endParaRPr lang="da-DK"/>
        </a:p>
      </dgm:t>
    </dgm:pt>
    <dgm:pt modelId="{CCA1591F-6FA8-4795-8596-7AD772933EE4}" type="sibTrans" cxnId="{54D5DAEB-5FF5-46F2-9A0A-E3481878E66B}">
      <dgm:prSet/>
      <dgm:spPr/>
      <dgm:t>
        <a:bodyPr/>
        <a:lstStyle/>
        <a:p>
          <a:endParaRPr lang="da-DK"/>
        </a:p>
      </dgm:t>
    </dgm:pt>
    <dgm:pt modelId="{29F369F4-F83B-47F5-85B8-C82D80CCEAB1}">
      <dgm:prSet phldrT="[Tekst]"/>
      <dgm:spPr/>
      <dgm:t>
        <a:bodyPr/>
        <a:lstStyle/>
        <a:p>
          <a:pPr>
            <a:buNone/>
          </a:pPr>
          <a:r>
            <a:rPr lang="da-DK" b="0" i="0" dirty="0"/>
            <a:t>Bestemme risikoniveauer</a:t>
          </a:r>
          <a:endParaRPr lang="da-DK" dirty="0"/>
        </a:p>
      </dgm:t>
    </dgm:pt>
    <dgm:pt modelId="{A5FD09C5-B9ED-4DBF-909D-BEB0C0BCC3AC}" type="parTrans" cxnId="{24DE4F5A-0870-4316-900A-EC8B7BF5BC7B}">
      <dgm:prSet/>
      <dgm:spPr/>
      <dgm:t>
        <a:bodyPr/>
        <a:lstStyle/>
        <a:p>
          <a:endParaRPr lang="da-DK"/>
        </a:p>
      </dgm:t>
    </dgm:pt>
    <dgm:pt modelId="{6C22C6E7-A4D8-4C73-8879-718B1E01D913}" type="sibTrans" cxnId="{24DE4F5A-0870-4316-900A-EC8B7BF5BC7B}">
      <dgm:prSet/>
      <dgm:spPr/>
      <dgm:t>
        <a:bodyPr/>
        <a:lstStyle/>
        <a:p>
          <a:endParaRPr lang="da-DK"/>
        </a:p>
      </dgm:t>
    </dgm:pt>
    <dgm:pt modelId="{55C4EDEB-A706-442F-8268-F1796A3D9872}">
      <dgm:prSet phldrT="[Tekst]"/>
      <dgm:spPr/>
      <dgm:t>
        <a:bodyPr/>
        <a:lstStyle/>
        <a:p>
          <a:pPr>
            <a:buNone/>
          </a:pPr>
          <a:r>
            <a:rPr lang="da-DK" b="0" i="0"/>
            <a:t>Prioritere og behandle risici</a:t>
          </a:r>
          <a:endParaRPr lang="da-DK" dirty="0"/>
        </a:p>
      </dgm:t>
    </dgm:pt>
    <dgm:pt modelId="{4A83CE74-5193-4E92-9693-44EC0A63A105}" type="parTrans" cxnId="{DEC1C1F1-31B4-4C5B-964F-CBE52A840276}">
      <dgm:prSet/>
      <dgm:spPr/>
    </dgm:pt>
    <dgm:pt modelId="{62553EB5-2782-416A-B9FE-473351EAF2B5}" type="sibTrans" cxnId="{DEC1C1F1-31B4-4C5B-964F-CBE52A840276}">
      <dgm:prSet/>
      <dgm:spPr/>
    </dgm:pt>
    <dgm:pt modelId="{A082A0E1-463C-41B1-AF30-10E8074FE5F7}" type="pres">
      <dgm:prSet presAssocID="{AAC1868E-F905-4308-A677-B8C3231B101E}" presName="CompostProcess" presStyleCnt="0">
        <dgm:presLayoutVars>
          <dgm:dir/>
          <dgm:resizeHandles val="exact"/>
        </dgm:presLayoutVars>
      </dgm:prSet>
      <dgm:spPr/>
    </dgm:pt>
    <dgm:pt modelId="{2DF94F16-C991-49AB-B948-D794F639059D}" type="pres">
      <dgm:prSet presAssocID="{AAC1868E-F905-4308-A677-B8C3231B101E}" presName="arrow" presStyleLbl="bgShp" presStyleIdx="0" presStyleCnt="1"/>
      <dgm:spPr/>
    </dgm:pt>
    <dgm:pt modelId="{1C95968B-7930-4FB2-BD41-B32DF4C5DDCC}" type="pres">
      <dgm:prSet presAssocID="{AAC1868E-F905-4308-A677-B8C3231B101E}" presName="linearProcess" presStyleCnt="0"/>
      <dgm:spPr/>
    </dgm:pt>
    <dgm:pt modelId="{5DE352C1-4AE4-4545-8B40-B1B19E2CE06F}" type="pres">
      <dgm:prSet presAssocID="{09D9173A-7E65-4E36-9A37-340A8B89FED5}" presName="textNode" presStyleLbl="node1" presStyleIdx="0" presStyleCnt="7">
        <dgm:presLayoutVars>
          <dgm:bulletEnabled val="1"/>
        </dgm:presLayoutVars>
      </dgm:prSet>
      <dgm:spPr/>
    </dgm:pt>
    <dgm:pt modelId="{0642791B-E062-4A55-8370-65CA417A8CC2}" type="pres">
      <dgm:prSet presAssocID="{998E8E40-151F-442F-B9C0-348E4181ECE8}" presName="sibTrans" presStyleCnt="0"/>
      <dgm:spPr/>
    </dgm:pt>
    <dgm:pt modelId="{62C77A08-C59C-4054-A012-4B6E9C2E9EA8}" type="pres">
      <dgm:prSet presAssocID="{2C424601-67A8-4665-A531-DED2EF63B26C}" presName="textNode" presStyleLbl="node1" presStyleIdx="1" presStyleCnt="7">
        <dgm:presLayoutVars>
          <dgm:bulletEnabled val="1"/>
        </dgm:presLayoutVars>
      </dgm:prSet>
      <dgm:spPr/>
    </dgm:pt>
    <dgm:pt modelId="{3C2E524D-70A5-4F45-880D-53A58AD6B3F3}" type="pres">
      <dgm:prSet presAssocID="{3D74F83C-C55E-4D2D-BBD8-8CB4092427D6}" presName="sibTrans" presStyleCnt="0"/>
      <dgm:spPr/>
    </dgm:pt>
    <dgm:pt modelId="{E1F53816-2EEF-491B-962A-426225A9194C}" type="pres">
      <dgm:prSet presAssocID="{51FDAC28-FCD6-4F83-A38B-22A7E0604219}" presName="textNode" presStyleLbl="node1" presStyleIdx="2" presStyleCnt="7">
        <dgm:presLayoutVars>
          <dgm:bulletEnabled val="1"/>
        </dgm:presLayoutVars>
      </dgm:prSet>
      <dgm:spPr/>
    </dgm:pt>
    <dgm:pt modelId="{E4CA3301-1A2A-4C4E-8CE6-A9A01A6721B5}" type="pres">
      <dgm:prSet presAssocID="{83102A7A-A9C2-4BED-AC25-BBFB4FE0ED67}" presName="sibTrans" presStyleCnt="0"/>
      <dgm:spPr/>
    </dgm:pt>
    <dgm:pt modelId="{45CEDEB4-F3AA-4809-ABE2-99D101A7A258}" type="pres">
      <dgm:prSet presAssocID="{81A61FB8-7D6C-43A5-9494-CB26978B5D47}" presName="textNode" presStyleLbl="node1" presStyleIdx="3" presStyleCnt="7">
        <dgm:presLayoutVars>
          <dgm:bulletEnabled val="1"/>
        </dgm:presLayoutVars>
      </dgm:prSet>
      <dgm:spPr/>
    </dgm:pt>
    <dgm:pt modelId="{D691B293-929B-471C-86EF-9B923DD7A75D}" type="pres">
      <dgm:prSet presAssocID="{F5F6A53A-2499-4FD6-88AE-D33794522E35}" presName="sibTrans" presStyleCnt="0"/>
      <dgm:spPr/>
    </dgm:pt>
    <dgm:pt modelId="{6D34346D-C04F-4E04-A787-912F3F9D8394}" type="pres">
      <dgm:prSet presAssocID="{35AFB5A0-0553-444B-A133-58E94E78383D}" presName="textNode" presStyleLbl="node1" presStyleIdx="4" presStyleCnt="7">
        <dgm:presLayoutVars>
          <dgm:bulletEnabled val="1"/>
        </dgm:presLayoutVars>
      </dgm:prSet>
      <dgm:spPr/>
    </dgm:pt>
    <dgm:pt modelId="{BE14F5E2-2BC4-435B-AF0F-F9E7DD9ED632}" type="pres">
      <dgm:prSet presAssocID="{CCA1591F-6FA8-4795-8596-7AD772933EE4}" presName="sibTrans" presStyleCnt="0"/>
      <dgm:spPr/>
    </dgm:pt>
    <dgm:pt modelId="{1359CCE1-271E-4159-954A-C93E2EEB4311}" type="pres">
      <dgm:prSet presAssocID="{29F369F4-F83B-47F5-85B8-C82D80CCEAB1}" presName="textNode" presStyleLbl="node1" presStyleIdx="5" presStyleCnt="7">
        <dgm:presLayoutVars>
          <dgm:bulletEnabled val="1"/>
        </dgm:presLayoutVars>
      </dgm:prSet>
      <dgm:spPr/>
    </dgm:pt>
    <dgm:pt modelId="{04CF877E-80BC-4AD4-86DF-3FB66416581A}" type="pres">
      <dgm:prSet presAssocID="{6C22C6E7-A4D8-4C73-8879-718B1E01D913}" presName="sibTrans" presStyleCnt="0"/>
      <dgm:spPr/>
    </dgm:pt>
    <dgm:pt modelId="{E2747034-DC25-45FA-9B94-77089FF99A25}" type="pres">
      <dgm:prSet presAssocID="{55C4EDEB-A706-442F-8268-F1796A3D9872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A955CD00-F43A-4131-8AD1-5DDE23872DD3}" type="presOf" srcId="{29F369F4-F83B-47F5-85B8-C82D80CCEAB1}" destId="{1359CCE1-271E-4159-954A-C93E2EEB4311}" srcOrd="0" destOrd="0" presId="urn:microsoft.com/office/officeart/2005/8/layout/hProcess9"/>
    <dgm:cxn modelId="{D5D3BB31-A419-4ABF-812D-EC521B0C2FAA}" type="presOf" srcId="{2C424601-67A8-4665-A531-DED2EF63B26C}" destId="{62C77A08-C59C-4054-A012-4B6E9C2E9EA8}" srcOrd="0" destOrd="0" presId="urn:microsoft.com/office/officeart/2005/8/layout/hProcess9"/>
    <dgm:cxn modelId="{EC13493C-B474-4C60-BAD0-00ABC069BB7C}" type="presOf" srcId="{AAC1868E-F905-4308-A677-B8C3231B101E}" destId="{A082A0E1-463C-41B1-AF30-10E8074FE5F7}" srcOrd="0" destOrd="0" presId="urn:microsoft.com/office/officeart/2005/8/layout/hProcess9"/>
    <dgm:cxn modelId="{F0A8CC75-A14A-4AC4-BB19-BDB66A7134A2}" type="presOf" srcId="{81A61FB8-7D6C-43A5-9494-CB26978B5D47}" destId="{45CEDEB4-F3AA-4809-ABE2-99D101A7A258}" srcOrd="0" destOrd="0" presId="urn:microsoft.com/office/officeart/2005/8/layout/hProcess9"/>
    <dgm:cxn modelId="{24DE4F5A-0870-4316-900A-EC8B7BF5BC7B}" srcId="{AAC1868E-F905-4308-A677-B8C3231B101E}" destId="{29F369F4-F83B-47F5-85B8-C82D80CCEAB1}" srcOrd="5" destOrd="0" parTransId="{A5FD09C5-B9ED-4DBF-909D-BEB0C0BCC3AC}" sibTransId="{6C22C6E7-A4D8-4C73-8879-718B1E01D913}"/>
    <dgm:cxn modelId="{769B3D81-A709-40FF-B434-9F79A3246695}" type="presOf" srcId="{35AFB5A0-0553-444B-A133-58E94E78383D}" destId="{6D34346D-C04F-4E04-A787-912F3F9D8394}" srcOrd="0" destOrd="0" presId="urn:microsoft.com/office/officeart/2005/8/layout/hProcess9"/>
    <dgm:cxn modelId="{1C8A1FAB-C420-437F-B279-F5E96601D7E3}" srcId="{AAC1868E-F905-4308-A677-B8C3231B101E}" destId="{81A61FB8-7D6C-43A5-9494-CB26978B5D47}" srcOrd="3" destOrd="0" parTransId="{6DBEF539-9FFB-4E17-8040-BED4D7369741}" sibTransId="{F5F6A53A-2499-4FD6-88AE-D33794522E35}"/>
    <dgm:cxn modelId="{3AC36DB5-B073-4784-9AB4-710BEA88E331}" type="presOf" srcId="{51FDAC28-FCD6-4F83-A38B-22A7E0604219}" destId="{E1F53816-2EEF-491B-962A-426225A9194C}" srcOrd="0" destOrd="0" presId="urn:microsoft.com/office/officeart/2005/8/layout/hProcess9"/>
    <dgm:cxn modelId="{3260FDB7-0096-42EC-A766-C30E60CF3571}" srcId="{AAC1868E-F905-4308-A677-B8C3231B101E}" destId="{2C424601-67A8-4665-A531-DED2EF63B26C}" srcOrd="1" destOrd="0" parTransId="{5EB2F05A-A8B6-4966-9EDE-06438055F7DC}" sibTransId="{3D74F83C-C55E-4D2D-BBD8-8CB4092427D6}"/>
    <dgm:cxn modelId="{F7BCE9CC-88B8-4EF9-B803-315B4F6F6260}" srcId="{AAC1868E-F905-4308-A677-B8C3231B101E}" destId="{51FDAC28-FCD6-4F83-A38B-22A7E0604219}" srcOrd="2" destOrd="0" parTransId="{9FD55423-0E5F-4439-9AD0-841EC2A3F0FE}" sibTransId="{83102A7A-A9C2-4BED-AC25-BBFB4FE0ED67}"/>
    <dgm:cxn modelId="{E6C970CD-4F6A-4B20-9BC4-4C5EEC448D0C}" srcId="{AAC1868E-F905-4308-A677-B8C3231B101E}" destId="{09D9173A-7E65-4E36-9A37-340A8B89FED5}" srcOrd="0" destOrd="0" parTransId="{C763068D-5A36-4AFE-B9FE-B857C23C1A4D}" sibTransId="{998E8E40-151F-442F-B9C0-348E4181ECE8}"/>
    <dgm:cxn modelId="{003336E6-9A70-4065-9669-C355BA76A7CD}" type="presOf" srcId="{09D9173A-7E65-4E36-9A37-340A8B89FED5}" destId="{5DE352C1-4AE4-4545-8B40-B1B19E2CE06F}" srcOrd="0" destOrd="0" presId="urn:microsoft.com/office/officeart/2005/8/layout/hProcess9"/>
    <dgm:cxn modelId="{54D5DAEB-5FF5-46F2-9A0A-E3481878E66B}" srcId="{AAC1868E-F905-4308-A677-B8C3231B101E}" destId="{35AFB5A0-0553-444B-A133-58E94E78383D}" srcOrd="4" destOrd="0" parTransId="{12F3F0E5-C292-44B8-825C-094A0F6622E3}" sibTransId="{CCA1591F-6FA8-4795-8596-7AD772933EE4}"/>
    <dgm:cxn modelId="{676B21F1-AE4E-485F-9211-AD5A5D99DD49}" type="presOf" srcId="{55C4EDEB-A706-442F-8268-F1796A3D9872}" destId="{E2747034-DC25-45FA-9B94-77089FF99A25}" srcOrd="0" destOrd="0" presId="urn:microsoft.com/office/officeart/2005/8/layout/hProcess9"/>
    <dgm:cxn modelId="{DEC1C1F1-31B4-4C5B-964F-CBE52A840276}" srcId="{AAC1868E-F905-4308-A677-B8C3231B101E}" destId="{55C4EDEB-A706-442F-8268-F1796A3D9872}" srcOrd="6" destOrd="0" parTransId="{4A83CE74-5193-4E92-9693-44EC0A63A105}" sibTransId="{62553EB5-2782-416A-B9FE-473351EAF2B5}"/>
    <dgm:cxn modelId="{8639082E-66A4-48DA-974B-EBEEB59A7A50}" type="presParOf" srcId="{A082A0E1-463C-41B1-AF30-10E8074FE5F7}" destId="{2DF94F16-C991-49AB-B948-D794F639059D}" srcOrd="0" destOrd="0" presId="urn:microsoft.com/office/officeart/2005/8/layout/hProcess9"/>
    <dgm:cxn modelId="{48AE5A05-B6D7-4787-BD7F-F9FB8991DE5C}" type="presParOf" srcId="{A082A0E1-463C-41B1-AF30-10E8074FE5F7}" destId="{1C95968B-7930-4FB2-BD41-B32DF4C5DDCC}" srcOrd="1" destOrd="0" presId="urn:microsoft.com/office/officeart/2005/8/layout/hProcess9"/>
    <dgm:cxn modelId="{8DFBE2B0-B0DA-437C-99DD-519DC92DBF86}" type="presParOf" srcId="{1C95968B-7930-4FB2-BD41-B32DF4C5DDCC}" destId="{5DE352C1-4AE4-4545-8B40-B1B19E2CE06F}" srcOrd="0" destOrd="0" presId="urn:microsoft.com/office/officeart/2005/8/layout/hProcess9"/>
    <dgm:cxn modelId="{C7CA5FC1-F4CC-4AB0-9BF8-1FC8A007230F}" type="presParOf" srcId="{1C95968B-7930-4FB2-BD41-B32DF4C5DDCC}" destId="{0642791B-E062-4A55-8370-65CA417A8CC2}" srcOrd="1" destOrd="0" presId="urn:microsoft.com/office/officeart/2005/8/layout/hProcess9"/>
    <dgm:cxn modelId="{D04DB032-577D-434E-9A04-06E99B1A481D}" type="presParOf" srcId="{1C95968B-7930-4FB2-BD41-B32DF4C5DDCC}" destId="{62C77A08-C59C-4054-A012-4B6E9C2E9EA8}" srcOrd="2" destOrd="0" presId="urn:microsoft.com/office/officeart/2005/8/layout/hProcess9"/>
    <dgm:cxn modelId="{43F21853-19B5-415E-BF33-ED0808C70CF9}" type="presParOf" srcId="{1C95968B-7930-4FB2-BD41-B32DF4C5DDCC}" destId="{3C2E524D-70A5-4F45-880D-53A58AD6B3F3}" srcOrd="3" destOrd="0" presId="urn:microsoft.com/office/officeart/2005/8/layout/hProcess9"/>
    <dgm:cxn modelId="{4C6D2D6A-045D-4EC8-ABCC-C220ABA863A5}" type="presParOf" srcId="{1C95968B-7930-4FB2-BD41-B32DF4C5DDCC}" destId="{E1F53816-2EEF-491B-962A-426225A9194C}" srcOrd="4" destOrd="0" presId="urn:microsoft.com/office/officeart/2005/8/layout/hProcess9"/>
    <dgm:cxn modelId="{49D592B7-E94B-4A55-BB23-BF1C5A793553}" type="presParOf" srcId="{1C95968B-7930-4FB2-BD41-B32DF4C5DDCC}" destId="{E4CA3301-1A2A-4C4E-8CE6-A9A01A6721B5}" srcOrd="5" destOrd="0" presId="urn:microsoft.com/office/officeart/2005/8/layout/hProcess9"/>
    <dgm:cxn modelId="{CB07B299-EA1B-47CA-9762-15F3DA070A20}" type="presParOf" srcId="{1C95968B-7930-4FB2-BD41-B32DF4C5DDCC}" destId="{45CEDEB4-F3AA-4809-ABE2-99D101A7A258}" srcOrd="6" destOrd="0" presId="urn:microsoft.com/office/officeart/2005/8/layout/hProcess9"/>
    <dgm:cxn modelId="{9C95FC22-48BE-484C-8AE8-026585707EF2}" type="presParOf" srcId="{1C95968B-7930-4FB2-BD41-B32DF4C5DDCC}" destId="{D691B293-929B-471C-86EF-9B923DD7A75D}" srcOrd="7" destOrd="0" presId="urn:microsoft.com/office/officeart/2005/8/layout/hProcess9"/>
    <dgm:cxn modelId="{15398A2A-04F2-4738-BCDB-A8C11FC7636F}" type="presParOf" srcId="{1C95968B-7930-4FB2-BD41-B32DF4C5DDCC}" destId="{6D34346D-C04F-4E04-A787-912F3F9D8394}" srcOrd="8" destOrd="0" presId="urn:microsoft.com/office/officeart/2005/8/layout/hProcess9"/>
    <dgm:cxn modelId="{8A5CF6E7-6DFF-46F3-963F-C5F86465C3B8}" type="presParOf" srcId="{1C95968B-7930-4FB2-BD41-B32DF4C5DDCC}" destId="{BE14F5E2-2BC4-435B-AF0F-F9E7DD9ED632}" srcOrd="9" destOrd="0" presId="urn:microsoft.com/office/officeart/2005/8/layout/hProcess9"/>
    <dgm:cxn modelId="{303015B2-F584-4F58-8F65-42EA97067846}" type="presParOf" srcId="{1C95968B-7930-4FB2-BD41-B32DF4C5DDCC}" destId="{1359CCE1-271E-4159-954A-C93E2EEB4311}" srcOrd="10" destOrd="0" presId="urn:microsoft.com/office/officeart/2005/8/layout/hProcess9"/>
    <dgm:cxn modelId="{6068CE39-EBDB-42E6-9462-50DCDD683761}" type="presParOf" srcId="{1C95968B-7930-4FB2-BD41-B32DF4C5DDCC}" destId="{04CF877E-80BC-4AD4-86DF-3FB66416581A}" srcOrd="11" destOrd="0" presId="urn:microsoft.com/office/officeart/2005/8/layout/hProcess9"/>
    <dgm:cxn modelId="{DAC903EF-FF5A-4D61-B198-1B8CE17F3FBE}" type="presParOf" srcId="{1C95968B-7930-4FB2-BD41-B32DF4C5DDCC}" destId="{E2747034-DC25-45FA-9B94-77089FF99A25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A72839-33B9-4143-9564-2E89FBA6E818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582EF7E4-92BF-45EC-A233-59FE8556FEB8}">
      <dgm:prSet phldrT="[Teks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b="1" i="0" dirty="0"/>
            <a:t>1. Risikoreduktion</a:t>
          </a:r>
          <a:endParaRPr lang="da-DK" dirty="0"/>
        </a:p>
      </dgm:t>
    </dgm:pt>
    <dgm:pt modelId="{5B809C05-F9AF-4AC3-A799-AFDFC7D5D260}" type="parTrans" cxnId="{B4E39461-621E-45A9-BC78-5A61465B064F}">
      <dgm:prSet/>
      <dgm:spPr/>
      <dgm:t>
        <a:bodyPr/>
        <a:lstStyle/>
        <a:p>
          <a:endParaRPr lang="da-DK"/>
        </a:p>
      </dgm:t>
    </dgm:pt>
    <dgm:pt modelId="{9923C86B-0D4B-4197-A2A7-0725EDB16573}" type="sibTrans" cxnId="{B4E39461-621E-45A9-BC78-5A61465B064F}">
      <dgm:prSet/>
      <dgm:spPr/>
      <dgm:t>
        <a:bodyPr/>
        <a:lstStyle/>
        <a:p>
          <a:endParaRPr lang="da-DK"/>
        </a:p>
      </dgm:t>
    </dgm:pt>
    <dgm:pt modelId="{8740CDAF-F990-4019-8437-EFEBD4C73C4D}">
      <dgm:prSet/>
      <dgm:spPr/>
      <dgm:t>
        <a:bodyPr/>
        <a:lstStyle/>
        <a:p>
          <a:pPr>
            <a:buNone/>
          </a:pPr>
          <a:r>
            <a:rPr lang="da-DK" b="0" i="0" dirty="0"/>
            <a:t>Reducer risikoen ved at implementere sikkerhedstiltag.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8AC1FD43-74DE-453B-A732-440E3BD84B6E}" type="parTrans" cxnId="{E2D07153-0DC9-4BE0-A7E8-7129B03737A6}">
      <dgm:prSet/>
      <dgm:spPr/>
      <dgm:t>
        <a:bodyPr/>
        <a:lstStyle/>
        <a:p>
          <a:endParaRPr lang="da-DK"/>
        </a:p>
      </dgm:t>
    </dgm:pt>
    <dgm:pt modelId="{0E3F76AD-EFDB-48D2-B4F0-5E48AE28F1B0}" type="sibTrans" cxnId="{E2D07153-0DC9-4BE0-A7E8-7129B03737A6}">
      <dgm:prSet/>
      <dgm:spPr/>
      <dgm:t>
        <a:bodyPr/>
        <a:lstStyle/>
        <a:p>
          <a:endParaRPr lang="da-DK"/>
        </a:p>
      </dgm:t>
    </dgm:pt>
    <dgm:pt modelId="{BB441661-1B34-44E5-9E1C-C90ADF68F2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MFA</a:t>
          </a:r>
        </a:p>
      </dgm:t>
    </dgm:pt>
    <dgm:pt modelId="{F42E4850-7DBD-46FB-8DCE-468310B18C65}" type="parTrans" cxnId="{E2144FB2-8129-40E4-9CC8-0926516A4700}">
      <dgm:prSet/>
      <dgm:spPr/>
      <dgm:t>
        <a:bodyPr/>
        <a:lstStyle/>
        <a:p>
          <a:endParaRPr lang="da-DK"/>
        </a:p>
      </dgm:t>
    </dgm:pt>
    <dgm:pt modelId="{5033627C-652C-4B4C-B8D7-7C4A37037399}" type="sibTrans" cxnId="{E2144FB2-8129-40E4-9CC8-0926516A4700}">
      <dgm:prSet/>
      <dgm:spPr/>
      <dgm:t>
        <a:bodyPr/>
        <a:lstStyle/>
        <a:p>
          <a:endParaRPr lang="da-DK"/>
        </a:p>
      </dgm:t>
    </dgm:pt>
    <dgm:pt modelId="{8D20D070-DA59-4CDD-84A8-15500DB26D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Patching</a:t>
          </a:r>
          <a:endParaRPr lang="da-DK" b="0" i="0" dirty="0"/>
        </a:p>
      </dgm:t>
    </dgm:pt>
    <dgm:pt modelId="{7FAD7DDA-F4D8-4602-9AE3-9DD555D15D72}" type="parTrans" cxnId="{89805EC0-B5BC-4DC3-8785-A6DC6B7931EA}">
      <dgm:prSet/>
      <dgm:spPr/>
      <dgm:t>
        <a:bodyPr/>
        <a:lstStyle/>
        <a:p>
          <a:endParaRPr lang="da-DK"/>
        </a:p>
      </dgm:t>
    </dgm:pt>
    <dgm:pt modelId="{9D7D21EA-BC46-431F-ACD9-C2CE47BC9F35}" type="sibTrans" cxnId="{89805EC0-B5BC-4DC3-8785-A6DC6B7931EA}">
      <dgm:prSet/>
      <dgm:spPr/>
      <dgm:t>
        <a:bodyPr/>
        <a:lstStyle/>
        <a:p>
          <a:endParaRPr lang="da-DK"/>
        </a:p>
      </dgm:t>
    </dgm:pt>
    <dgm:pt modelId="{08E6E3A7-F276-4FFB-889F-3F4468F33A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Kryptering</a:t>
          </a:r>
        </a:p>
      </dgm:t>
    </dgm:pt>
    <dgm:pt modelId="{61015B84-D6D3-4C24-87B6-1D8FAC43F9D4}" type="parTrans" cxnId="{DC4CA00E-B161-4FFB-B5EE-03D69E80D81E}">
      <dgm:prSet/>
      <dgm:spPr/>
      <dgm:t>
        <a:bodyPr/>
        <a:lstStyle/>
        <a:p>
          <a:endParaRPr lang="da-DK"/>
        </a:p>
      </dgm:t>
    </dgm:pt>
    <dgm:pt modelId="{4B8F8F2C-69A0-498D-BF66-32C20E44D682}" type="sibTrans" cxnId="{DC4CA00E-B161-4FFB-B5EE-03D69E80D81E}">
      <dgm:prSet/>
      <dgm:spPr/>
      <dgm:t>
        <a:bodyPr/>
        <a:lstStyle/>
        <a:p>
          <a:endParaRPr lang="da-DK"/>
        </a:p>
      </dgm:t>
    </dgm:pt>
    <dgm:pt modelId="{AD009EFD-FB2B-445B-96ED-1A261999F4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Rate‑</a:t>
          </a:r>
          <a:r>
            <a:rPr lang="da-DK" b="0" i="0" dirty="0" err="1"/>
            <a:t>limiting</a:t>
          </a:r>
          <a:endParaRPr lang="da-DK" b="0" i="0" dirty="0"/>
        </a:p>
      </dgm:t>
    </dgm:pt>
    <dgm:pt modelId="{47D2D116-8E04-4745-917D-CEBA201ABC48}" type="parTrans" cxnId="{ECDE8409-3AC7-4130-B555-885808F9815B}">
      <dgm:prSet/>
      <dgm:spPr/>
      <dgm:t>
        <a:bodyPr/>
        <a:lstStyle/>
        <a:p>
          <a:endParaRPr lang="da-DK"/>
        </a:p>
      </dgm:t>
    </dgm:pt>
    <dgm:pt modelId="{D3B0F3FF-E325-436E-9B82-128862F5B011}" type="sibTrans" cxnId="{ECDE8409-3AC7-4130-B555-885808F9815B}">
      <dgm:prSet/>
      <dgm:spPr/>
      <dgm:t>
        <a:bodyPr/>
        <a:lstStyle/>
        <a:p>
          <a:endParaRPr lang="da-DK"/>
        </a:p>
      </dgm:t>
    </dgm:pt>
    <dgm:pt modelId="{C72E6576-12FC-4911-BABE-DB61367426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Logging</a:t>
          </a:r>
          <a:r>
            <a:rPr lang="da-DK" b="0" i="0" dirty="0"/>
            <a:t> og overvågning</a:t>
          </a:r>
        </a:p>
      </dgm:t>
    </dgm:pt>
    <dgm:pt modelId="{A686B186-0D80-421A-B820-ACF1F36D7326}" type="parTrans" cxnId="{18CAD995-7435-48E0-BBFC-9733C00AC2BE}">
      <dgm:prSet/>
      <dgm:spPr/>
      <dgm:t>
        <a:bodyPr/>
        <a:lstStyle/>
        <a:p>
          <a:endParaRPr lang="da-DK"/>
        </a:p>
      </dgm:t>
    </dgm:pt>
    <dgm:pt modelId="{C2AB9393-F3EE-4AF5-8361-BFAA0B680939}" type="sibTrans" cxnId="{18CAD995-7435-48E0-BBFC-9733C00AC2BE}">
      <dgm:prSet/>
      <dgm:spPr/>
      <dgm:t>
        <a:bodyPr/>
        <a:lstStyle/>
        <a:p>
          <a:endParaRPr lang="da-DK"/>
        </a:p>
      </dgm:t>
    </dgm:pt>
    <dgm:pt modelId="{A4E59C4F-86C0-46C1-B400-2FE58E12418C}">
      <dgm:prSet/>
      <dgm:spPr/>
      <dgm:t>
        <a:bodyPr/>
        <a:lstStyle/>
        <a:p>
          <a:pPr>
            <a:buNone/>
          </a:pPr>
          <a:r>
            <a:rPr lang="da-DK" b="1" i="0" dirty="0"/>
            <a:t>2. Risikooverførsel</a:t>
          </a:r>
          <a:endParaRPr lang="da-DK" b="0" i="0" dirty="0"/>
        </a:p>
      </dgm:t>
    </dgm:pt>
    <dgm:pt modelId="{F96AF87C-AB7D-40B7-9071-8559F0673872}" type="parTrans" cxnId="{0355BF36-3DD5-4167-B3B4-748F3DAF874B}">
      <dgm:prSet/>
      <dgm:spPr/>
      <dgm:t>
        <a:bodyPr/>
        <a:lstStyle/>
        <a:p>
          <a:endParaRPr lang="da-DK"/>
        </a:p>
      </dgm:t>
    </dgm:pt>
    <dgm:pt modelId="{BD3FF92E-112E-4C99-8826-D5A0CA80A537}" type="sibTrans" cxnId="{0355BF36-3DD5-4167-B3B4-748F3DAF874B}">
      <dgm:prSet/>
      <dgm:spPr/>
      <dgm:t>
        <a:bodyPr/>
        <a:lstStyle/>
        <a:p>
          <a:endParaRPr lang="da-DK"/>
        </a:p>
      </dgm:t>
    </dgm:pt>
    <dgm:pt modelId="{5C7D54AC-493F-4A34-B1AC-F43399F695E0}">
      <dgm:prSet/>
      <dgm:spPr/>
      <dgm:t>
        <a:bodyPr/>
        <a:lstStyle/>
        <a:p>
          <a:pPr>
            <a:buNone/>
          </a:pPr>
          <a:r>
            <a:rPr lang="da-DK" b="0" i="0" dirty="0"/>
            <a:t>Flyt risikoen til en tredje part.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4669AC74-DF3F-4F68-9EAC-8D7935DDBAC6}" type="parTrans" cxnId="{51CD7E6B-E7AC-4467-AAD2-3F87EFACDB68}">
      <dgm:prSet/>
      <dgm:spPr/>
      <dgm:t>
        <a:bodyPr/>
        <a:lstStyle/>
        <a:p>
          <a:endParaRPr lang="da-DK"/>
        </a:p>
      </dgm:t>
    </dgm:pt>
    <dgm:pt modelId="{4D951CFB-01A9-491D-B6E1-81D48DC2D97B}" type="sibTrans" cxnId="{51CD7E6B-E7AC-4467-AAD2-3F87EFACDB68}">
      <dgm:prSet/>
      <dgm:spPr/>
      <dgm:t>
        <a:bodyPr/>
        <a:lstStyle/>
        <a:p>
          <a:endParaRPr lang="da-DK"/>
        </a:p>
      </dgm:t>
    </dgm:pt>
    <dgm:pt modelId="{A285D3BC-EC74-4968-9025-8C7724FF1C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Cyberforsikring</a:t>
          </a:r>
          <a:endParaRPr lang="da-DK" b="0" i="0" dirty="0"/>
        </a:p>
      </dgm:t>
    </dgm:pt>
    <dgm:pt modelId="{8F311E44-E577-4BA5-B062-1260DDE7F14A}" type="parTrans" cxnId="{53731597-BF82-4A40-9272-63FDE890A7EF}">
      <dgm:prSet/>
      <dgm:spPr/>
      <dgm:t>
        <a:bodyPr/>
        <a:lstStyle/>
        <a:p>
          <a:endParaRPr lang="da-DK"/>
        </a:p>
      </dgm:t>
    </dgm:pt>
    <dgm:pt modelId="{348594FF-A490-4DDD-90EC-B0DF8DE92BAE}" type="sibTrans" cxnId="{53731597-BF82-4A40-9272-63FDE890A7EF}">
      <dgm:prSet/>
      <dgm:spPr/>
      <dgm:t>
        <a:bodyPr/>
        <a:lstStyle/>
        <a:p>
          <a:endParaRPr lang="da-DK"/>
        </a:p>
      </dgm:t>
    </dgm:pt>
    <dgm:pt modelId="{D557E625-A4BC-4F13-90DD-D5951AD022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Cloud-leverandør</a:t>
          </a:r>
        </a:p>
      </dgm:t>
    </dgm:pt>
    <dgm:pt modelId="{F1A331A7-97F0-4F8A-91BF-613FE356CAE6}" type="parTrans" cxnId="{B6AA277E-BF0C-44D8-91C3-04BEFE61DE5B}">
      <dgm:prSet/>
      <dgm:spPr/>
      <dgm:t>
        <a:bodyPr/>
        <a:lstStyle/>
        <a:p>
          <a:endParaRPr lang="da-DK"/>
        </a:p>
      </dgm:t>
    </dgm:pt>
    <dgm:pt modelId="{B260F469-CC38-48A4-88F1-E4B82A278A78}" type="sibTrans" cxnId="{B6AA277E-BF0C-44D8-91C3-04BEFE61DE5B}">
      <dgm:prSet/>
      <dgm:spPr/>
      <dgm:t>
        <a:bodyPr/>
        <a:lstStyle/>
        <a:p>
          <a:endParaRPr lang="da-DK"/>
        </a:p>
      </dgm:t>
    </dgm:pt>
    <dgm:pt modelId="{4D2F4B9D-06DE-4758-A165-604D8BFC9F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Outsourcing af drift</a:t>
          </a:r>
        </a:p>
      </dgm:t>
    </dgm:pt>
    <dgm:pt modelId="{D9772FEC-8067-47EB-AD37-B6D410B2A3D6}" type="parTrans" cxnId="{40E8C488-14EA-43E1-A859-472202057A67}">
      <dgm:prSet/>
      <dgm:spPr/>
      <dgm:t>
        <a:bodyPr/>
        <a:lstStyle/>
        <a:p>
          <a:endParaRPr lang="da-DK"/>
        </a:p>
      </dgm:t>
    </dgm:pt>
    <dgm:pt modelId="{B79F8116-1F74-4D8B-93BA-C5F730ED861B}" type="sibTrans" cxnId="{40E8C488-14EA-43E1-A859-472202057A67}">
      <dgm:prSet/>
      <dgm:spPr/>
      <dgm:t>
        <a:bodyPr/>
        <a:lstStyle/>
        <a:p>
          <a:endParaRPr lang="da-DK"/>
        </a:p>
      </dgm:t>
    </dgm:pt>
    <dgm:pt modelId="{CF1A70A1-1519-4B61-8B81-A09ADD6ADE1C}">
      <dgm:prSet/>
      <dgm:spPr/>
      <dgm:t>
        <a:bodyPr/>
        <a:lstStyle/>
        <a:p>
          <a:pPr>
            <a:buNone/>
          </a:pPr>
          <a:r>
            <a:rPr lang="da-DK" b="1" i="0" dirty="0"/>
            <a:t>3. Risikoundgåelse</a:t>
          </a:r>
          <a:endParaRPr lang="da-DK" b="0" i="0" dirty="0"/>
        </a:p>
      </dgm:t>
    </dgm:pt>
    <dgm:pt modelId="{C2A20786-AF6C-441B-A671-A3E777396AB6}" type="parTrans" cxnId="{0C235CAC-C5A5-408D-9A90-82F48C0276A0}">
      <dgm:prSet/>
      <dgm:spPr/>
      <dgm:t>
        <a:bodyPr/>
        <a:lstStyle/>
        <a:p>
          <a:endParaRPr lang="da-DK"/>
        </a:p>
      </dgm:t>
    </dgm:pt>
    <dgm:pt modelId="{AB9B60AA-CD2E-4DDF-AAE6-6B9B39E6FECB}" type="sibTrans" cxnId="{0C235CAC-C5A5-408D-9A90-82F48C0276A0}">
      <dgm:prSet/>
      <dgm:spPr/>
      <dgm:t>
        <a:bodyPr/>
        <a:lstStyle/>
        <a:p>
          <a:endParaRPr lang="da-DK"/>
        </a:p>
      </dgm:t>
    </dgm:pt>
    <dgm:pt modelId="{98AE4A99-98BE-4110-AE5A-B351354294BC}">
      <dgm:prSet/>
      <dgm:spPr/>
      <dgm:t>
        <a:bodyPr/>
        <a:lstStyle/>
        <a:p>
          <a:pPr>
            <a:buNone/>
          </a:pPr>
          <a:r>
            <a:rPr lang="da-DK" b="0" i="0" dirty="0"/>
            <a:t>Stop den aktivitet, der skaber risikoen.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305D4FCB-808D-4344-BA10-133355335491}" type="parTrans" cxnId="{6C514B3C-6AB0-4163-8337-8A70FB5CFE6B}">
      <dgm:prSet/>
      <dgm:spPr/>
      <dgm:t>
        <a:bodyPr/>
        <a:lstStyle/>
        <a:p>
          <a:endParaRPr lang="da-DK"/>
        </a:p>
      </dgm:t>
    </dgm:pt>
    <dgm:pt modelId="{FC7BFA8A-5DC8-4294-A1FA-F1962362AEEF}" type="sibTrans" cxnId="{6C514B3C-6AB0-4163-8337-8A70FB5CFE6B}">
      <dgm:prSet/>
      <dgm:spPr/>
      <dgm:t>
        <a:bodyPr/>
        <a:lstStyle/>
        <a:p>
          <a:endParaRPr lang="da-DK"/>
        </a:p>
      </dgm:t>
    </dgm:pt>
    <dgm:pt modelId="{3320F67E-46FD-4A7F-B4AD-6DE653A908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Fjern en sårbar funktion</a:t>
          </a:r>
        </a:p>
      </dgm:t>
    </dgm:pt>
    <dgm:pt modelId="{86606F92-6008-499D-BD7F-6CA738F23EEC}" type="parTrans" cxnId="{0CE356A6-BBF1-43F1-9938-E8F2D42D2A9E}">
      <dgm:prSet/>
      <dgm:spPr/>
      <dgm:t>
        <a:bodyPr/>
        <a:lstStyle/>
        <a:p>
          <a:endParaRPr lang="da-DK"/>
        </a:p>
      </dgm:t>
    </dgm:pt>
    <dgm:pt modelId="{0E14511B-7694-4FE5-8A4C-1D3C2B37E4FC}" type="sibTrans" cxnId="{0CE356A6-BBF1-43F1-9938-E8F2D42D2A9E}">
      <dgm:prSet/>
      <dgm:spPr/>
      <dgm:t>
        <a:bodyPr/>
        <a:lstStyle/>
        <a:p>
          <a:endParaRPr lang="da-DK"/>
        </a:p>
      </dgm:t>
    </dgm:pt>
    <dgm:pt modelId="{5AE6068B-B423-4E76-93CA-F164FBD9E05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Luk et usikkert API</a:t>
          </a:r>
        </a:p>
      </dgm:t>
    </dgm:pt>
    <dgm:pt modelId="{BB4BB09C-647C-4606-A4D3-A116193796B3}" type="parTrans" cxnId="{693827E4-7CB5-47A9-9323-7DE8764FB7C0}">
      <dgm:prSet/>
      <dgm:spPr/>
      <dgm:t>
        <a:bodyPr/>
        <a:lstStyle/>
        <a:p>
          <a:endParaRPr lang="da-DK"/>
        </a:p>
      </dgm:t>
    </dgm:pt>
    <dgm:pt modelId="{E24510EE-F866-4A8A-B61E-0180CCC5DFC7}" type="sibTrans" cxnId="{693827E4-7CB5-47A9-9323-7DE8764FB7C0}">
      <dgm:prSet/>
      <dgm:spPr/>
      <dgm:t>
        <a:bodyPr/>
        <a:lstStyle/>
        <a:p>
          <a:endParaRPr lang="da-DK"/>
        </a:p>
      </dgm:t>
    </dgm:pt>
    <dgm:pt modelId="{E5BDFD1E-A87F-4E67-8BAA-8052C571B6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Begræns adgang eller funktionalitet</a:t>
          </a:r>
        </a:p>
      </dgm:t>
    </dgm:pt>
    <dgm:pt modelId="{8251C2AF-B41A-40D8-9AC9-D6959A23D64A}" type="parTrans" cxnId="{7747E5E8-0960-4B5C-8F93-F3A7ABFE3756}">
      <dgm:prSet/>
      <dgm:spPr/>
      <dgm:t>
        <a:bodyPr/>
        <a:lstStyle/>
        <a:p>
          <a:endParaRPr lang="da-DK"/>
        </a:p>
      </dgm:t>
    </dgm:pt>
    <dgm:pt modelId="{05EFC1AD-A29F-427A-8EE5-E99C6549BD79}" type="sibTrans" cxnId="{7747E5E8-0960-4B5C-8F93-F3A7ABFE3756}">
      <dgm:prSet/>
      <dgm:spPr/>
      <dgm:t>
        <a:bodyPr/>
        <a:lstStyle/>
        <a:p>
          <a:endParaRPr lang="da-DK"/>
        </a:p>
      </dgm:t>
    </dgm:pt>
    <dgm:pt modelId="{E2607AEE-7BC2-40B9-A6F2-B1F1F2797057}">
      <dgm:prSet/>
      <dgm:spPr/>
      <dgm:t>
        <a:bodyPr/>
        <a:lstStyle/>
        <a:p>
          <a:pPr>
            <a:buNone/>
          </a:pPr>
          <a:r>
            <a:rPr lang="da-DK" b="1" i="0" dirty="0"/>
            <a:t>4. Risikoaccept</a:t>
          </a:r>
          <a:endParaRPr lang="da-DK" b="0" i="0" dirty="0"/>
        </a:p>
      </dgm:t>
    </dgm:pt>
    <dgm:pt modelId="{FD63BB38-E848-4B01-8733-B799DB135304}" type="parTrans" cxnId="{0E6A809F-BCDE-4027-89EB-7CA01F90F4CF}">
      <dgm:prSet/>
      <dgm:spPr/>
      <dgm:t>
        <a:bodyPr/>
        <a:lstStyle/>
        <a:p>
          <a:endParaRPr lang="da-DK"/>
        </a:p>
      </dgm:t>
    </dgm:pt>
    <dgm:pt modelId="{6DB9985A-2754-473B-855B-F9AA4C866765}" type="sibTrans" cxnId="{0E6A809F-BCDE-4027-89EB-7CA01F90F4CF}">
      <dgm:prSet/>
      <dgm:spPr/>
      <dgm:t>
        <a:bodyPr/>
        <a:lstStyle/>
        <a:p>
          <a:endParaRPr lang="da-DK"/>
        </a:p>
      </dgm:t>
    </dgm:pt>
    <dgm:pt modelId="{7F3933B1-709B-4806-A358-174DA32C66B3}">
      <dgm:prSet/>
      <dgm:spPr/>
      <dgm:t>
        <a:bodyPr/>
        <a:lstStyle/>
        <a:p>
          <a:pPr>
            <a:buNone/>
          </a:pPr>
          <a:r>
            <a:rPr lang="da-DK" b="0" i="0" dirty="0"/>
            <a:t>Organisationen accepterer risikoen.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DF3E0D96-E5CC-4107-8C0E-D5FF9111E680}" type="parTrans" cxnId="{903D882C-43FD-4504-84B3-58E95C675ED9}">
      <dgm:prSet/>
      <dgm:spPr/>
      <dgm:t>
        <a:bodyPr/>
        <a:lstStyle/>
        <a:p>
          <a:endParaRPr lang="da-DK"/>
        </a:p>
      </dgm:t>
    </dgm:pt>
    <dgm:pt modelId="{894D6AC2-87F3-4131-BEE7-15D7D403A22F}" type="sibTrans" cxnId="{903D882C-43FD-4504-84B3-58E95C675ED9}">
      <dgm:prSet/>
      <dgm:spPr/>
      <dgm:t>
        <a:bodyPr/>
        <a:lstStyle/>
        <a:p>
          <a:endParaRPr lang="da-DK"/>
        </a:p>
      </dgm:t>
    </dgm:pt>
    <dgm:pt modelId="{994256B4-5075-4CC8-AA8C-641449944D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Lav risiko, lav konsekvens</a:t>
          </a:r>
        </a:p>
      </dgm:t>
    </dgm:pt>
    <dgm:pt modelId="{7281C83C-B950-4B99-9052-5AAEC2A07F3D}" type="parTrans" cxnId="{D940D19B-2731-43CD-B164-B3C9772379E2}">
      <dgm:prSet/>
      <dgm:spPr/>
      <dgm:t>
        <a:bodyPr/>
        <a:lstStyle/>
        <a:p>
          <a:endParaRPr lang="da-DK"/>
        </a:p>
      </dgm:t>
    </dgm:pt>
    <dgm:pt modelId="{8FCC83CC-96E1-40E1-A80F-C41E2FF4C83E}" type="sibTrans" cxnId="{D940D19B-2731-43CD-B164-B3C9772379E2}">
      <dgm:prSet/>
      <dgm:spPr/>
      <dgm:t>
        <a:bodyPr/>
        <a:lstStyle/>
        <a:p>
          <a:endParaRPr lang="da-DK"/>
        </a:p>
      </dgm:t>
    </dgm:pt>
    <dgm:pt modelId="{18F2D319-76B0-4D4D-B86A-100CCB7AB6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Billigere at acceptere end at mitigere</a:t>
          </a:r>
        </a:p>
      </dgm:t>
    </dgm:pt>
    <dgm:pt modelId="{ED7A165D-48C4-4E03-B537-2E1F3874618D}" type="parTrans" cxnId="{0B893243-B4D2-43E6-9164-E8E7C5709B9E}">
      <dgm:prSet/>
      <dgm:spPr/>
      <dgm:t>
        <a:bodyPr/>
        <a:lstStyle/>
        <a:p>
          <a:endParaRPr lang="da-DK"/>
        </a:p>
      </dgm:t>
    </dgm:pt>
    <dgm:pt modelId="{DE452856-D81D-4E52-B4AC-F0DF5C6362EA}" type="sibTrans" cxnId="{0B893243-B4D2-43E6-9164-E8E7C5709B9E}">
      <dgm:prSet/>
      <dgm:spPr/>
      <dgm:t>
        <a:bodyPr/>
        <a:lstStyle/>
        <a:p>
          <a:endParaRPr lang="da-DK"/>
        </a:p>
      </dgm:t>
    </dgm:pt>
    <dgm:pt modelId="{534DB0CD-6588-4B58-8A0C-EFD2933736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Typisk dokumenteret i risikoregisteret</a:t>
          </a:r>
        </a:p>
      </dgm:t>
    </dgm:pt>
    <dgm:pt modelId="{8B860F7C-1888-4A57-951C-11BAAFE397F2}" type="parTrans" cxnId="{B7C91FED-9E1B-46E5-A909-9189EA286809}">
      <dgm:prSet/>
      <dgm:spPr/>
      <dgm:t>
        <a:bodyPr/>
        <a:lstStyle/>
        <a:p>
          <a:endParaRPr lang="da-DK"/>
        </a:p>
      </dgm:t>
    </dgm:pt>
    <dgm:pt modelId="{E9EA6267-A68B-47CB-8B0F-C963EBFD0966}" type="sibTrans" cxnId="{B7C91FED-9E1B-46E5-A909-9189EA286809}">
      <dgm:prSet/>
      <dgm:spPr/>
      <dgm:t>
        <a:bodyPr/>
        <a:lstStyle/>
        <a:p>
          <a:endParaRPr lang="da-DK"/>
        </a:p>
      </dgm:t>
    </dgm:pt>
    <dgm:pt modelId="{FC4094DD-EBBC-4119-A8E8-6D7A502ED108}" type="pres">
      <dgm:prSet presAssocID="{41A72839-33B9-4143-9564-2E89FBA6E818}" presName="Name0" presStyleCnt="0">
        <dgm:presLayoutVars>
          <dgm:dir/>
          <dgm:animLvl val="lvl"/>
          <dgm:resizeHandles val="exact"/>
        </dgm:presLayoutVars>
      </dgm:prSet>
      <dgm:spPr/>
    </dgm:pt>
    <dgm:pt modelId="{C6D89444-FB7A-48A3-B08B-A5613D45A915}" type="pres">
      <dgm:prSet presAssocID="{582EF7E4-92BF-45EC-A233-59FE8556FEB8}" presName="composite" presStyleCnt="0"/>
      <dgm:spPr/>
    </dgm:pt>
    <dgm:pt modelId="{95D797E8-58B8-4D54-929E-9005BF3A8A96}" type="pres">
      <dgm:prSet presAssocID="{582EF7E4-92BF-45EC-A233-59FE8556FEB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B64C1DB-95E1-4B0F-9393-DEE0ADB1833C}" type="pres">
      <dgm:prSet presAssocID="{582EF7E4-92BF-45EC-A233-59FE8556FEB8}" presName="desTx" presStyleLbl="alignAccFollowNode1" presStyleIdx="0" presStyleCnt="4">
        <dgm:presLayoutVars>
          <dgm:bulletEnabled val="1"/>
        </dgm:presLayoutVars>
      </dgm:prSet>
      <dgm:spPr/>
    </dgm:pt>
    <dgm:pt modelId="{21F2C3C2-68DF-4D8F-B206-82EE1BE8AC33}" type="pres">
      <dgm:prSet presAssocID="{9923C86B-0D4B-4197-A2A7-0725EDB16573}" presName="space" presStyleCnt="0"/>
      <dgm:spPr/>
    </dgm:pt>
    <dgm:pt modelId="{28565FBE-CF80-4F16-9205-F3DF30BF0FD9}" type="pres">
      <dgm:prSet presAssocID="{A4E59C4F-86C0-46C1-B400-2FE58E12418C}" presName="composite" presStyleCnt="0"/>
      <dgm:spPr/>
    </dgm:pt>
    <dgm:pt modelId="{B8F52A9D-464C-4C19-A2D7-D8A7139171C2}" type="pres">
      <dgm:prSet presAssocID="{A4E59C4F-86C0-46C1-B400-2FE58E12418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55ED29E-9564-4D15-B2C6-71F84ECCB3AE}" type="pres">
      <dgm:prSet presAssocID="{A4E59C4F-86C0-46C1-B400-2FE58E12418C}" presName="desTx" presStyleLbl="alignAccFollowNode1" presStyleIdx="1" presStyleCnt="4">
        <dgm:presLayoutVars>
          <dgm:bulletEnabled val="1"/>
        </dgm:presLayoutVars>
      </dgm:prSet>
      <dgm:spPr/>
    </dgm:pt>
    <dgm:pt modelId="{5054DAAA-85B1-4E5D-9BC7-B527DA0D1960}" type="pres">
      <dgm:prSet presAssocID="{BD3FF92E-112E-4C99-8826-D5A0CA80A537}" presName="space" presStyleCnt="0"/>
      <dgm:spPr/>
    </dgm:pt>
    <dgm:pt modelId="{A2F92681-5D06-4A2C-A39F-C2F9A2A1F1AD}" type="pres">
      <dgm:prSet presAssocID="{CF1A70A1-1519-4B61-8B81-A09ADD6ADE1C}" presName="composite" presStyleCnt="0"/>
      <dgm:spPr/>
    </dgm:pt>
    <dgm:pt modelId="{56271A1E-C1C4-4765-A3DF-AAA7F7FD3FA1}" type="pres">
      <dgm:prSet presAssocID="{CF1A70A1-1519-4B61-8B81-A09ADD6ADE1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C36ADAD-9EF4-4CAA-9064-3A58E59CB78C}" type="pres">
      <dgm:prSet presAssocID="{CF1A70A1-1519-4B61-8B81-A09ADD6ADE1C}" presName="desTx" presStyleLbl="alignAccFollowNode1" presStyleIdx="2" presStyleCnt="4">
        <dgm:presLayoutVars>
          <dgm:bulletEnabled val="1"/>
        </dgm:presLayoutVars>
      </dgm:prSet>
      <dgm:spPr/>
    </dgm:pt>
    <dgm:pt modelId="{A40862FB-6A7F-4381-BA6D-E22F2BF2890D}" type="pres">
      <dgm:prSet presAssocID="{AB9B60AA-CD2E-4DDF-AAE6-6B9B39E6FECB}" presName="space" presStyleCnt="0"/>
      <dgm:spPr/>
    </dgm:pt>
    <dgm:pt modelId="{FC26BECE-C6F3-457E-A5C8-6F15CCFC2C0E}" type="pres">
      <dgm:prSet presAssocID="{E2607AEE-7BC2-40B9-A6F2-B1F1F2797057}" presName="composite" presStyleCnt="0"/>
      <dgm:spPr/>
    </dgm:pt>
    <dgm:pt modelId="{FDB7DDAA-1167-4F61-B534-A0945AD1F6E8}" type="pres">
      <dgm:prSet presAssocID="{E2607AEE-7BC2-40B9-A6F2-B1F1F279705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4BA12C0-1BF8-45BC-AE08-F3D30A47B00D}" type="pres">
      <dgm:prSet presAssocID="{E2607AEE-7BC2-40B9-A6F2-B1F1F279705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A7FC505-A4DC-4631-8D10-ACFA1905E487}" type="presOf" srcId="{8D20D070-DA59-4CDD-84A8-15500DB26DDD}" destId="{DB64C1DB-95E1-4B0F-9393-DEE0ADB1833C}" srcOrd="0" destOrd="2" presId="urn:microsoft.com/office/officeart/2005/8/layout/hList1"/>
    <dgm:cxn modelId="{ECDE8409-3AC7-4130-B555-885808F9815B}" srcId="{582EF7E4-92BF-45EC-A233-59FE8556FEB8}" destId="{AD009EFD-FB2B-445B-96ED-1A261999F4DE}" srcOrd="4" destOrd="0" parTransId="{47D2D116-8E04-4745-917D-CEBA201ABC48}" sibTransId="{D3B0F3FF-E325-436E-9B82-128862F5B011}"/>
    <dgm:cxn modelId="{50F9FC0B-84F1-4ECE-83B7-9C6AF0F31001}" type="presOf" srcId="{98AE4A99-98BE-4110-AE5A-B351354294BC}" destId="{8C36ADAD-9EF4-4CAA-9064-3A58E59CB78C}" srcOrd="0" destOrd="0" presId="urn:microsoft.com/office/officeart/2005/8/layout/hList1"/>
    <dgm:cxn modelId="{DC4CA00E-B161-4FFB-B5EE-03D69E80D81E}" srcId="{582EF7E4-92BF-45EC-A233-59FE8556FEB8}" destId="{08E6E3A7-F276-4FFB-889F-3F4468F33A40}" srcOrd="3" destOrd="0" parTransId="{61015B84-D6D3-4C24-87B6-1D8FAC43F9D4}" sibTransId="{4B8F8F2C-69A0-498D-BF66-32C20E44D682}"/>
    <dgm:cxn modelId="{8524A018-CF69-417B-A888-F1F69ACA9011}" type="presOf" srcId="{D557E625-A4BC-4F13-90DD-D5951AD02210}" destId="{055ED29E-9564-4D15-B2C6-71F84ECCB3AE}" srcOrd="0" destOrd="2" presId="urn:microsoft.com/office/officeart/2005/8/layout/hList1"/>
    <dgm:cxn modelId="{1BDED926-E1B2-4E0D-B6E8-9D0E39FB2E3B}" type="presOf" srcId="{3320F67E-46FD-4A7F-B4AD-6DE653A908BA}" destId="{8C36ADAD-9EF4-4CAA-9064-3A58E59CB78C}" srcOrd="0" destOrd="1" presId="urn:microsoft.com/office/officeart/2005/8/layout/hList1"/>
    <dgm:cxn modelId="{696D9328-0E30-4232-A487-38E3C313671E}" type="presOf" srcId="{E5BDFD1E-A87F-4E67-8BAA-8052C571B6B6}" destId="{8C36ADAD-9EF4-4CAA-9064-3A58E59CB78C}" srcOrd="0" destOrd="3" presId="urn:microsoft.com/office/officeart/2005/8/layout/hList1"/>
    <dgm:cxn modelId="{903D882C-43FD-4504-84B3-58E95C675ED9}" srcId="{E2607AEE-7BC2-40B9-A6F2-B1F1F2797057}" destId="{7F3933B1-709B-4806-A358-174DA32C66B3}" srcOrd="0" destOrd="0" parTransId="{DF3E0D96-E5CC-4107-8C0E-D5FF9111E680}" sibTransId="{894D6AC2-87F3-4131-BEE7-15D7D403A22F}"/>
    <dgm:cxn modelId="{C5074735-4906-46B6-BC19-58B70441A11E}" type="presOf" srcId="{08E6E3A7-F276-4FFB-889F-3F4468F33A40}" destId="{DB64C1DB-95E1-4B0F-9393-DEE0ADB1833C}" srcOrd="0" destOrd="3" presId="urn:microsoft.com/office/officeart/2005/8/layout/hList1"/>
    <dgm:cxn modelId="{0355BF36-3DD5-4167-B3B4-748F3DAF874B}" srcId="{41A72839-33B9-4143-9564-2E89FBA6E818}" destId="{A4E59C4F-86C0-46C1-B400-2FE58E12418C}" srcOrd="1" destOrd="0" parTransId="{F96AF87C-AB7D-40B7-9071-8559F0673872}" sibTransId="{BD3FF92E-112E-4C99-8826-D5A0CA80A537}"/>
    <dgm:cxn modelId="{6C514B3C-6AB0-4163-8337-8A70FB5CFE6B}" srcId="{CF1A70A1-1519-4B61-8B81-A09ADD6ADE1C}" destId="{98AE4A99-98BE-4110-AE5A-B351354294BC}" srcOrd="0" destOrd="0" parTransId="{305D4FCB-808D-4344-BA10-133355335491}" sibTransId="{FC7BFA8A-5DC8-4294-A1FA-F1962362AEEF}"/>
    <dgm:cxn modelId="{B4E39461-621E-45A9-BC78-5A61465B064F}" srcId="{41A72839-33B9-4143-9564-2E89FBA6E818}" destId="{582EF7E4-92BF-45EC-A233-59FE8556FEB8}" srcOrd="0" destOrd="0" parTransId="{5B809C05-F9AF-4AC3-A799-AFDFC7D5D260}" sibTransId="{9923C86B-0D4B-4197-A2A7-0725EDB16573}"/>
    <dgm:cxn modelId="{0B893243-B4D2-43E6-9164-E8E7C5709B9E}" srcId="{E2607AEE-7BC2-40B9-A6F2-B1F1F2797057}" destId="{18F2D319-76B0-4D4D-B86A-100CCB7AB608}" srcOrd="2" destOrd="0" parTransId="{ED7A165D-48C4-4E03-B537-2E1F3874618D}" sibTransId="{DE452856-D81D-4E52-B4AC-F0DF5C6362EA}"/>
    <dgm:cxn modelId="{7FCD0049-20A7-41EF-B0CD-104301FADA24}" type="presOf" srcId="{4D2F4B9D-06DE-4758-A165-604D8BFC9FFD}" destId="{055ED29E-9564-4D15-B2C6-71F84ECCB3AE}" srcOrd="0" destOrd="3" presId="urn:microsoft.com/office/officeart/2005/8/layout/hList1"/>
    <dgm:cxn modelId="{22BAA34A-8FED-491F-831A-ABB77BF1E2EF}" type="presOf" srcId="{5AE6068B-B423-4E76-93CA-F164FBD9E052}" destId="{8C36ADAD-9EF4-4CAA-9064-3A58E59CB78C}" srcOrd="0" destOrd="2" presId="urn:microsoft.com/office/officeart/2005/8/layout/hList1"/>
    <dgm:cxn modelId="{51CD7E6B-E7AC-4467-AAD2-3F87EFACDB68}" srcId="{A4E59C4F-86C0-46C1-B400-2FE58E12418C}" destId="{5C7D54AC-493F-4A34-B1AC-F43399F695E0}" srcOrd="0" destOrd="0" parTransId="{4669AC74-DF3F-4F68-9EAC-8D7935DDBAC6}" sibTransId="{4D951CFB-01A9-491D-B6E1-81D48DC2D97B}"/>
    <dgm:cxn modelId="{AB37C66C-5B18-4E01-9718-CBBD58336AF7}" type="presOf" srcId="{18F2D319-76B0-4D4D-B86A-100CCB7AB608}" destId="{54BA12C0-1BF8-45BC-AE08-F3D30A47B00D}" srcOrd="0" destOrd="2" presId="urn:microsoft.com/office/officeart/2005/8/layout/hList1"/>
    <dgm:cxn modelId="{E2D07153-0DC9-4BE0-A7E8-7129B03737A6}" srcId="{582EF7E4-92BF-45EC-A233-59FE8556FEB8}" destId="{8740CDAF-F990-4019-8437-EFEBD4C73C4D}" srcOrd="0" destOrd="0" parTransId="{8AC1FD43-74DE-453B-A732-440E3BD84B6E}" sibTransId="{0E3F76AD-EFDB-48D2-B4F0-5E48AE28F1B0}"/>
    <dgm:cxn modelId="{F9763B79-2CF1-490D-8583-AF7EB427352C}" type="presOf" srcId="{C72E6576-12FC-4911-BABE-DB613674266E}" destId="{DB64C1DB-95E1-4B0F-9393-DEE0ADB1833C}" srcOrd="0" destOrd="5" presId="urn:microsoft.com/office/officeart/2005/8/layout/hList1"/>
    <dgm:cxn modelId="{B6AA277E-BF0C-44D8-91C3-04BEFE61DE5B}" srcId="{A4E59C4F-86C0-46C1-B400-2FE58E12418C}" destId="{D557E625-A4BC-4F13-90DD-D5951AD02210}" srcOrd="2" destOrd="0" parTransId="{F1A331A7-97F0-4F8A-91BF-613FE356CAE6}" sibTransId="{B260F469-CC38-48A4-88F1-E4B82A278A78}"/>
    <dgm:cxn modelId="{40E8C488-14EA-43E1-A859-472202057A67}" srcId="{A4E59C4F-86C0-46C1-B400-2FE58E12418C}" destId="{4D2F4B9D-06DE-4758-A165-604D8BFC9FFD}" srcOrd="3" destOrd="0" parTransId="{D9772FEC-8067-47EB-AD37-B6D410B2A3D6}" sibTransId="{B79F8116-1F74-4D8B-93BA-C5F730ED861B}"/>
    <dgm:cxn modelId="{18CAD995-7435-48E0-BBFC-9733C00AC2BE}" srcId="{582EF7E4-92BF-45EC-A233-59FE8556FEB8}" destId="{C72E6576-12FC-4911-BABE-DB613674266E}" srcOrd="5" destOrd="0" parTransId="{A686B186-0D80-421A-B820-ACF1F36D7326}" sibTransId="{C2AB9393-F3EE-4AF5-8361-BFAA0B680939}"/>
    <dgm:cxn modelId="{53731597-BF82-4A40-9272-63FDE890A7EF}" srcId="{A4E59C4F-86C0-46C1-B400-2FE58E12418C}" destId="{A285D3BC-EC74-4968-9025-8C7724FF1C80}" srcOrd="1" destOrd="0" parTransId="{8F311E44-E577-4BA5-B062-1260DDE7F14A}" sibTransId="{348594FF-A490-4DDD-90EC-B0DF8DE92BAE}"/>
    <dgm:cxn modelId="{D940D19B-2731-43CD-B164-B3C9772379E2}" srcId="{E2607AEE-7BC2-40B9-A6F2-B1F1F2797057}" destId="{994256B4-5075-4CC8-AA8C-641449944D99}" srcOrd="1" destOrd="0" parTransId="{7281C83C-B950-4B99-9052-5AAEC2A07F3D}" sibTransId="{8FCC83CC-96E1-40E1-A80F-C41E2FF4C83E}"/>
    <dgm:cxn modelId="{0E6A809F-BCDE-4027-89EB-7CA01F90F4CF}" srcId="{41A72839-33B9-4143-9564-2E89FBA6E818}" destId="{E2607AEE-7BC2-40B9-A6F2-B1F1F2797057}" srcOrd="3" destOrd="0" parTransId="{FD63BB38-E848-4B01-8733-B799DB135304}" sibTransId="{6DB9985A-2754-473B-855B-F9AA4C866765}"/>
    <dgm:cxn modelId="{9D1AD3A1-1006-436C-9CCC-539A930D63B4}" type="presOf" srcId="{A285D3BC-EC74-4968-9025-8C7724FF1C80}" destId="{055ED29E-9564-4D15-B2C6-71F84ECCB3AE}" srcOrd="0" destOrd="1" presId="urn:microsoft.com/office/officeart/2005/8/layout/hList1"/>
    <dgm:cxn modelId="{ACFE12A5-C576-477C-B54E-D9FC47741E5F}" type="presOf" srcId="{AD009EFD-FB2B-445B-96ED-1A261999F4DE}" destId="{DB64C1DB-95E1-4B0F-9393-DEE0ADB1833C}" srcOrd="0" destOrd="4" presId="urn:microsoft.com/office/officeart/2005/8/layout/hList1"/>
    <dgm:cxn modelId="{0CE356A6-BBF1-43F1-9938-E8F2D42D2A9E}" srcId="{CF1A70A1-1519-4B61-8B81-A09ADD6ADE1C}" destId="{3320F67E-46FD-4A7F-B4AD-6DE653A908BA}" srcOrd="1" destOrd="0" parTransId="{86606F92-6008-499D-BD7F-6CA738F23EEC}" sibTransId="{0E14511B-7694-4FE5-8A4C-1D3C2B37E4FC}"/>
    <dgm:cxn modelId="{0C235CAC-C5A5-408D-9A90-82F48C0276A0}" srcId="{41A72839-33B9-4143-9564-2E89FBA6E818}" destId="{CF1A70A1-1519-4B61-8B81-A09ADD6ADE1C}" srcOrd="2" destOrd="0" parTransId="{C2A20786-AF6C-441B-A671-A3E777396AB6}" sibTransId="{AB9B60AA-CD2E-4DDF-AAE6-6B9B39E6FECB}"/>
    <dgm:cxn modelId="{E2144FB2-8129-40E4-9CC8-0926516A4700}" srcId="{582EF7E4-92BF-45EC-A233-59FE8556FEB8}" destId="{BB441661-1B34-44E5-9E1C-C90ADF68F23D}" srcOrd="1" destOrd="0" parTransId="{F42E4850-7DBD-46FB-8DCE-468310B18C65}" sibTransId="{5033627C-652C-4B4C-B8D7-7C4A37037399}"/>
    <dgm:cxn modelId="{35AAD9B6-6732-4E98-8856-EEA0279C9E50}" type="presOf" srcId="{5C7D54AC-493F-4A34-B1AC-F43399F695E0}" destId="{055ED29E-9564-4D15-B2C6-71F84ECCB3AE}" srcOrd="0" destOrd="0" presId="urn:microsoft.com/office/officeart/2005/8/layout/hList1"/>
    <dgm:cxn modelId="{828BE5B7-ADB9-4405-A659-1EED895AE89B}" type="presOf" srcId="{E2607AEE-7BC2-40B9-A6F2-B1F1F2797057}" destId="{FDB7DDAA-1167-4F61-B534-A0945AD1F6E8}" srcOrd="0" destOrd="0" presId="urn:microsoft.com/office/officeart/2005/8/layout/hList1"/>
    <dgm:cxn modelId="{5B193DB8-33A5-4CA9-B626-A79AA4D91748}" type="presOf" srcId="{BB441661-1B34-44E5-9E1C-C90ADF68F23D}" destId="{DB64C1DB-95E1-4B0F-9393-DEE0ADB1833C}" srcOrd="0" destOrd="1" presId="urn:microsoft.com/office/officeart/2005/8/layout/hList1"/>
    <dgm:cxn modelId="{89805EC0-B5BC-4DC3-8785-A6DC6B7931EA}" srcId="{582EF7E4-92BF-45EC-A233-59FE8556FEB8}" destId="{8D20D070-DA59-4CDD-84A8-15500DB26DDD}" srcOrd="2" destOrd="0" parTransId="{7FAD7DDA-F4D8-4602-9AE3-9DD555D15D72}" sibTransId="{9D7D21EA-BC46-431F-ACD9-C2CE47BC9F35}"/>
    <dgm:cxn modelId="{DB888FC0-8913-4905-9C29-E1A5B24F066A}" type="presOf" srcId="{582EF7E4-92BF-45EC-A233-59FE8556FEB8}" destId="{95D797E8-58B8-4D54-929E-9005BF3A8A96}" srcOrd="0" destOrd="0" presId="urn:microsoft.com/office/officeart/2005/8/layout/hList1"/>
    <dgm:cxn modelId="{6D5ACEC0-03F1-4C28-A40D-CB811074D42E}" type="presOf" srcId="{534DB0CD-6588-4B58-8A0C-EFD293373688}" destId="{54BA12C0-1BF8-45BC-AE08-F3D30A47B00D}" srcOrd="0" destOrd="3" presId="urn:microsoft.com/office/officeart/2005/8/layout/hList1"/>
    <dgm:cxn modelId="{730767C1-385B-4557-AB74-274F5A2BE038}" type="presOf" srcId="{41A72839-33B9-4143-9564-2E89FBA6E818}" destId="{FC4094DD-EBBC-4119-A8E8-6D7A502ED108}" srcOrd="0" destOrd="0" presId="urn:microsoft.com/office/officeart/2005/8/layout/hList1"/>
    <dgm:cxn modelId="{B651D4C4-36FC-4312-8465-C2B1216F84FC}" type="presOf" srcId="{7F3933B1-709B-4806-A358-174DA32C66B3}" destId="{54BA12C0-1BF8-45BC-AE08-F3D30A47B00D}" srcOrd="0" destOrd="0" presId="urn:microsoft.com/office/officeart/2005/8/layout/hList1"/>
    <dgm:cxn modelId="{8D8F06DD-A7CB-4A38-A39F-AAE534ABD93C}" type="presOf" srcId="{A4E59C4F-86C0-46C1-B400-2FE58E12418C}" destId="{B8F52A9D-464C-4C19-A2D7-D8A7139171C2}" srcOrd="0" destOrd="0" presId="urn:microsoft.com/office/officeart/2005/8/layout/hList1"/>
    <dgm:cxn modelId="{693827E4-7CB5-47A9-9323-7DE8764FB7C0}" srcId="{CF1A70A1-1519-4B61-8B81-A09ADD6ADE1C}" destId="{5AE6068B-B423-4E76-93CA-F164FBD9E052}" srcOrd="2" destOrd="0" parTransId="{BB4BB09C-647C-4606-A4D3-A116193796B3}" sibTransId="{E24510EE-F866-4A8A-B61E-0180CCC5DFC7}"/>
    <dgm:cxn modelId="{09C7FFE5-5446-4BCA-AAFB-C4A8D58B5E74}" type="presOf" srcId="{CF1A70A1-1519-4B61-8B81-A09ADD6ADE1C}" destId="{56271A1E-C1C4-4765-A3DF-AAA7F7FD3FA1}" srcOrd="0" destOrd="0" presId="urn:microsoft.com/office/officeart/2005/8/layout/hList1"/>
    <dgm:cxn modelId="{F446CBE7-8B92-460B-A211-698E6FA8C6A7}" type="presOf" srcId="{994256B4-5075-4CC8-AA8C-641449944D99}" destId="{54BA12C0-1BF8-45BC-AE08-F3D30A47B00D}" srcOrd="0" destOrd="1" presId="urn:microsoft.com/office/officeart/2005/8/layout/hList1"/>
    <dgm:cxn modelId="{7747E5E8-0960-4B5C-8F93-F3A7ABFE3756}" srcId="{CF1A70A1-1519-4B61-8B81-A09ADD6ADE1C}" destId="{E5BDFD1E-A87F-4E67-8BAA-8052C571B6B6}" srcOrd="3" destOrd="0" parTransId="{8251C2AF-B41A-40D8-9AC9-D6959A23D64A}" sibTransId="{05EFC1AD-A29F-427A-8EE5-E99C6549BD79}"/>
    <dgm:cxn modelId="{8CB375EC-5387-4AE6-92AF-DCB968D9CB53}" type="presOf" srcId="{8740CDAF-F990-4019-8437-EFEBD4C73C4D}" destId="{DB64C1DB-95E1-4B0F-9393-DEE0ADB1833C}" srcOrd="0" destOrd="0" presId="urn:microsoft.com/office/officeart/2005/8/layout/hList1"/>
    <dgm:cxn modelId="{B7C91FED-9E1B-46E5-A909-9189EA286809}" srcId="{E2607AEE-7BC2-40B9-A6F2-B1F1F2797057}" destId="{534DB0CD-6588-4B58-8A0C-EFD293373688}" srcOrd="3" destOrd="0" parTransId="{8B860F7C-1888-4A57-951C-11BAAFE397F2}" sibTransId="{E9EA6267-A68B-47CB-8B0F-C963EBFD0966}"/>
    <dgm:cxn modelId="{4A4317C5-BB61-4CAD-8AD8-41F1393BB817}" type="presParOf" srcId="{FC4094DD-EBBC-4119-A8E8-6D7A502ED108}" destId="{C6D89444-FB7A-48A3-B08B-A5613D45A915}" srcOrd="0" destOrd="0" presId="urn:microsoft.com/office/officeart/2005/8/layout/hList1"/>
    <dgm:cxn modelId="{E33B4A53-CE3A-4D8B-9E93-76DB40F53877}" type="presParOf" srcId="{C6D89444-FB7A-48A3-B08B-A5613D45A915}" destId="{95D797E8-58B8-4D54-929E-9005BF3A8A96}" srcOrd="0" destOrd="0" presId="urn:microsoft.com/office/officeart/2005/8/layout/hList1"/>
    <dgm:cxn modelId="{7C61DA03-14A4-4D94-9384-2D687A69D33B}" type="presParOf" srcId="{C6D89444-FB7A-48A3-B08B-A5613D45A915}" destId="{DB64C1DB-95E1-4B0F-9393-DEE0ADB1833C}" srcOrd="1" destOrd="0" presId="urn:microsoft.com/office/officeart/2005/8/layout/hList1"/>
    <dgm:cxn modelId="{286C10C5-0830-4D0C-871C-F500199F7606}" type="presParOf" srcId="{FC4094DD-EBBC-4119-A8E8-6D7A502ED108}" destId="{21F2C3C2-68DF-4D8F-B206-82EE1BE8AC33}" srcOrd="1" destOrd="0" presId="urn:microsoft.com/office/officeart/2005/8/layout/hList1"/>
    <dgm:cxn modelId="{204C289B-3C53-46EA-B278-838EA24DE0FB}" type="presParOf" srcId="{FC4094DD-EBBC-4119-A8E8-6D7A502ED108}" destId="{28565FBE-CF80-4F16-9205-F3DF30BF0FD9}" srcOrd="2" destOrd="0" presId="urn:microsoft.com/office/officeart/2005/8/layout/hList1"/>
    <dgm:cxn modelId="{CC5C320A-5297-4A79-9706-C11BEE567BAF}" type="presParOf" srcId="{28565FBE-CF80-4F16-9205-F3DF30BF0FD9}" destId="{B8F52A9D-464C-4C19-A2D7-D8A7139171C2}" srcOrd="0" destOrd="0" presId="urn:microsoft.com/office/officeart/2005/8/layout/hList1"/>
    <dgm:cxn modelId="{E471E20C-0A97-4273-9C39-1DA65C8DCF7D}" type="presParOf" srcId="{28565FBE-CF80-4F16-9205-F3DF30BF0FD9}" destId="{055ED29E-9564-4D15-B2C6-71F84ECCB3AE}" srcOrd="1" destOrd="0" presId="urn:microsoft.com/office/officeart/2005/8/layout/hList1"/>
    <dgm:cxn modelId="{D6F5276C-C494-49D6-AFA6-02DA93E04CB0}" type="presParOf" srcId="{FC4094DD-EBBC-4119-A8E8-6D7A502ED108}" destId="{5054DAAA-85B1-4E5D-9BC7-B527DA0D1960}" srcOrd="3" destOrd="0" presId="urn:microsoft.com/office/officeart/2005/8/layout/hList1"/>
    <dgm:cxn modelId="{0935CA51-3385-4781-A379-E41B0329937A}" type="presParOf" srcId="{FC4094DD-EBBC-4119-A8E8-6D7A502ED108}" destId="{A2F92681-5D06-4A2C-A39F-C2F9A2A1F1AD}" srcOrd="4" destOrd="0" presId="urn:microsoft.com/office/officeart/2005/8/layout/hList1"/>
    <dgm:cxn modelId="{F1D9BF08-5CE1-41D7-99B7-88C11A02E150}" type="presParOf" srcId="{A2F92681-5D06-4A2C-A39F-C2F9A2A1F1AD}" destId="{56271A1E-C1C4-4765-A3DF-AAA7F7FD3FA1}" srcOrd="0" destOrd="0" presId="urn:microsoft.com/office/officeart/2005/8/layout/hList1"/>
    <dgm:cxn modelId="{44979514-B3C9-4FE3-A7DC-7300D25508D8}" type="presParOf" srcId="{A2F92681-5D06-4A2C-A39F-C2F9A2A1F1AD}" destId="{8C36ADAD-9EF4-4CAA-9064-3A58E59CB78C}" srcOrd="1" destOrd="0" presId="urn:microsoft.com/office/officeart/2005/8/layout/hList1"/>
    <dgm:cxn modelId="{372148A8-E5CB-4A46-A10E-10F34FF05663}" type="presParOf" srcId="{FC4094DD-EBBC-4119-A8E8-6D7A502ED108}" destId="{A40862FB-6A7F-4381-BA6D-E22F2BF2890D}" srcOrd="5" destOrd="0" presId="urn:microsoft.com/office/officeart/2005/8/layout/hList1"/>
    <dgm:cxn modelId="{F4B115BC-BC0C-4A9D-AE12-15DD174FB1A5}" type="presParOf" srcId="{FC4094DD-EBBC-4119-A8E8-6D7A502ED108}" destId="{FC26BECE-C6F3-457E-A5C8-6F15CCFC2C0E}" srcOrd="6" destOrd="0" presId="urn:microsoft.com/office/officeart/2005/8/layout/hList1"/>
    <dgm:cxn modelId="{6FC68A6E-0869-4482-92DF-F3B200F34B39}" type="presParOf" srcId="{FC26BECE-C6F3-457E-A5C8-6F15CCFC2C0E}" destId="{FDB7DDAA-1167-4F61-B534-A0945AD1F6E8}" srcOrd="0" destOrd="0" presId="urn:microsoft.com/office/officeart/2005/8/layout/hList1"/>
    <dgm:cxn modelId="{9955C52D-4C49-4D6E-A45F-A9645CFAEBCF}" type="presParOf" srcId="{FC26BECE-C6F3-457E-A5C8-6F15CCFC2C0E}" destId="{54BA12C0-1BF8-45BC-AE08-F3D30A47B0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422CA9-B1E8-48CA-A58F-42CBFDF79463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a-DK"/>
        </a:p>
      </dgm:t>
    </dgm:pt>
    <dgm:pt modelId="{35BF1CC6-3E3E-4463-9D28-B96BC47BF52E}">
      <dgm:prSet/>
      <dgm:spPr/>
      <dgm:t>
        <a:bodyPr/>
        <a:lstStyle/>
        <a:p>
          <a:pPr>
            <a:buNone/>
          </a:pPr>
          <a:r>
            <a:rPr lang="da-DK" dirty="0"/>
            <a:t>Grundlæggende it-sikkerhed</a:t>
          </a:r>
        </a:p>
      </dgm:t>
    </dgm:pt>
    <dgm:pt modelId="{F33EBABC-79C9-4B56-A85D-88AFE4CF6886}" type="parTrans" cxnId="{FB98B24B-D62E-4210-AFCD-A03709130058}">
      <dgm:prSet/>
      <dgm:spPr/>
      <dgm:t>
        <a:bodyPr/>
        <a:lstStyle/>
        <a:p>
          <a:endParaRPr lang="da-DK"/>
        </a:p>
      </dgm:t>
    </dgm:pt>
    <dgm:pt modelId="{2AB304FD-DBC8-4979-BE98-2CA8B6A3374F}" type="sibTrans" cxnId="{FB98B24B-D62E-4210-AFCD-A03709130058}">
      <dgm:prSet/>
      <dgm:spPr/>
      <dgm:t>
        <a:bodyPr/>
        <a:lstStyle/>
        <a:p>
          <a:endParaRPr lang="da-DK"/>
        </a:p>
      </dgm:t>
    </dgm:pt>
    <dgm:pt modelId="{69744024-0780-4C9A-AD36-2C661BCA5162}">
      <dgm:prSet/>
      <dgm:spPr/>
      <dgm:t>
        <a:bodyPr/>
        <a:lstStyle/>
        <a:p>
          <a:pPr>
            <a:buNone/>
          </a:pPr>
          <a:r>
            <a:rPr lang="da-DK" dirty="0"/>
            <a:t>Sikker systemudvikling</a:t>
          </a:r>
        </a:p>
      </dgm:t>
    </dgm:pt>
    <dgm:pt modelId="{FAEE7D6E-28F0-4763-AD29-AC0F0F8EA652}" type="parTrans" cxnId="{7C211B4F-8C33-4854-AFBA-92A84CC79D54}">
      <dgm:prSet/>
      <dgm:spPr/>
      <dgm:t>
        <a:bodyPr/>
        <a:lstStyle/>
        <a:p>
          <a:endParaRPr lang="da-DK"/>
        </a:p>
      </dgm:t>
    </dgm:pt>
    <dgm:pt modelId="{E33A2C95-D4D7-4B50-932E-B8B0E91EB145}" type="sibTrans" cxnId="{7C211B4F-8C33-4854-AFBA-92A84CC79D54}">
      <dgm:prSet/>
      <dgm:spPr/>
      <dgm:t>
        <a:bodyPr/>
        <a:lstStyle/>
        <a:p>
          <a:endParaRPr lang="da-DK"/>
        </a:p>
      </dgm:t>
    </dgm:pt>
    <dgm:pt modelId="{F29D6C87-C706-45D1-BDC3-9603F48AAC44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dirty="0"/>
            <a:t>Tekniske aspekter af it-sikkerhed</a:t>
          </a:r>
        </a:p>
      </dgm:t>
    </dgm:pt>
    <dgm:pt modelId="{DBA71462-7405-429D-9E22-1B5A3A7586CF}" type="parTrans" cxnId="{45E13AEE-693A-4158-B3D6-7628A01E8024}">
      <dgm:prSet/>
      <dgm:spPr/>
      <dgm:t>
        <a:bodyPr/>
        <a:lstStyle/>
        <a:p>
          <a:endParaRPr lang="da-DK"/>
        </a:p>
      </dgm:t>
    </dgm:pt>
    <dgm:pt modelId="{A7F0387E-1808-4DFC-8A6C-B33A9CF8FF8A}" type="sibTrans" cxnId="{45E13AEE-693A-4158-B3D6-7628A01E8024}">
      <dgm:prSet/>
      <dgm:spPr/>
      <dgm:t>
        <a:bodyPr/>
        <a:lstStyle/>
        <a:p>
          <a:endParaRPr lang="da-DK"/>
        </a:p>
      </dgm:t>
    </dgm:pt>
    <dgm:pt modelId="{EBC34D9E-8A56-4660-98B2-CC111BD23E57}">
      <dgm:prSet/>
      <dgm:spPr/>
      <dgm:t>
        <a:bodyPr/>
        <a:lstStyle/>
        <a:p>
          <a:pPr>
            <a:buNone/>
          </a:pPr>
          <a:r>
            <a:rPr lang="da-DK" dirty="0"/>
            <a:t>Privatliv, etik og GDPR</a:t>
          </a:r>
        </a:p>
      </dgm:t>
    </dgm:pt>
    <dgm:pt modelId="{1B939FF2-02C2-457F-B1BE-A0FA96DCC6EF}" type="parTrans" cxnId="{C2639530-CEBC-4FAA-9546-0EBC7C0F4F0E}">
      <dgm:prSet/>
      <dgm:spPr/>
      <dgm:t>
        <a:bodyPr/>
        <a:lstStyle/>
        <a:p>
          <a:endParaRPr lang="da-DK"/>
        </a:p>
      </dgm:t>
    </dgm:pt>
    <dgm:pt modelId="{3B352351-19DB-418E-9BEF-8875C94624B0}" type="sibTrans" cxnId="{C2639530-CEBC-4FAA-9546-0EBC7C0F4F0E}">
      <dgm:prSet/>
      <dgm:spPr/>
      <dgm:t>
        <a:bodyPr/>
        <a:lstStyle/>
        <a:p>
          <a:endParaRPr lang="da-DK"/>
        </a:p>
      </dgm:t>
    </dgm:pt>
    <dgm:pt modelId="{48142702-5DBD-4578-B758-51F946075D58}">
      <dgm:prSet/>
      <dgm:spPr/>
      <dgm:t>
        <a:bodyPr/>
        <a:lstStyle/>
        <a:p>
          <a:pPr>
            <a:buNone/>
          </a:pPr>
          <a:r>
            <a:rPr lang="da-DK" dirty="0"/>
            <a:t>Kvalitetssikring og sikkerhed</a:t>
          </a:r>
        </a:p>
      </dgm:t>
    </dgm:pt>
    <dgm:pt modelId="{48616A69-53B0-4E67-9771-C508AFE3453C}" type="parTrans" cxnId="{EE9F6EDF-37A7-4B5C-8B32-B117A2ADB4CD}">
      <dgm:prSet/>
      <dgm:spPr/>
      <dgm:t>
        <a:bodyPr/>
        <a:lstStyle/>
        <a:p>
          <a:endParaRPr lang="da-DK"/>
        </a:p>
      </dgm:t>
    </dgm:pt>
    <dgm:pt modelId="{91DCB4D1-F420-49D7-ABBD-894D2CCCBED4}" type="sibTrans" cxnId="{EE9F6EDF-37A7-4B5C-8B32-B117A2ADB4CD}">
      <dgm:prSet/>
      <dgm:spPr/>
      <dgm:t>
        <a:bodyPr/>
        <a:lstStyle/>
        <a:p>
          <a:endParaRPr lang="da-DK"/>
        </a:p>
      </dgm:t>
    </dgm:pt>
    <dgm:pt modelId="{AAD006C0-3584-4904-97C5-7DDDA3392A15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b="1" dirty="0"/>
            <a:t>Uge 10-12</a:t>
          </a:r>
        </a:p>
      </dgm:t>
    </dgm:pt>
    <dgm:pt modelId="{56EB1C8E-CBA3-4557-AC25-8D254AC884B0}" type="parTrans" cxnId="{8B53E856-B64F-469E-BEE7-0FCB9582B7B2}">
      <dgm:prSet/>
      <dgm:spPr/>
      <dgm:t>
        <a:bodyPr/>
        <a:lstStyle/>
        <a:p>
          <a:endParaRPr lang="da-DK"/>
        </a:p>
      </dgm:t>
    </dgm:pt>
    <dgm:pt modelId="{04460B3C-6BC7-443A-85D9-47CF8DB404F1}" type="sibTrans" cxnId="{8B53E856-B64F-469E-BEE7-0FCB9582B7B2}">
      <dgm:prSet/>
      <dgm:spPr/>
      <dgm:t>
        <a:bodyPr/>
        <a:lstStyle/>
        <a:p>
          <a:endParaRPr lang="da-DK"/>
        </a:p>
      </dgm:t>
    </dgm:pt>
    <dgm:pt modelId="{4384AEDB-FC14-4524-A093-CF7C7B68DAE8}">
      <dgm:prSet/>
      <dgm:spPr/>
      <dgm:t>
        <a:bodyPr/>
        <a:lstStyle/>
        <a:p>
          <a:pPr>
            <a:buNone/>
          </a:pPr>
          <a:r>
            <a:rPr lang="da-DK" b="1" dirty="0"/>
            <a:t>Uge 13-16</a:t>
          </a:r>
        </a:p>
      </dgm:t>
    </dgm:pt>
    <dgm:pt modelId="{8C67F1C2-2D3D-427A-B50E-E5E29D5E0404}" type="parTrans" cxnId="{401DEA39-9466-480B-AFC1-A1ADC00DFB2F}">
      <dgm:prSet/>
      <dgm:spPr/>
      <dgm:t>
        <a:bodyPr/>
        <a:lstStyle/>
        <a:p>
          <a:endParaRPr lang="da-DK"/>
        </a:p>
      </dgm:t>
    </dgm:pt>
    <dgm:pt modelId="{9DE258FA-70FD-4AB2-B307-8FDC31C812B0}" type="sibTrans" cxnId="{401DEA39-9466-480B-AFC1-A1ADC00DFB2F}">
      <dgm:prSet/>
      <dgm:spPr/>
      <dgm:t>
        <a:bodyPr/>
        <a:lstStyle/>
        <a:p>
          <a:endParaRPr lang="da-DK"/>
        </a:p>
      </dgm:t>
    </dgm:pt>
    <dgm:pt modelId="{A914966C-E8B0-4AB4-B8E8-ACEBD2CE2436}">
      <dgm:prSet/>
      <dgm:spPr/>
      <dgm:t>
        <a:bodyPr/>
        <a:lstStyle/>
        <a:p>
          <a:pPr>
            <a:buNone/>
          </a:pPr>
          <a:r>
            <a:rPr lang="da-DK" b="1" dirty="0"/>
            <a:t>Uge 17-18</a:t>
          </a:r>
        </a:p>
      </dgm:t>
    </dgm:pt>
    <dgm:pt modelId="{18D35B37-49D0-4B0A-A643-094AF080EB46}" type="parTrans" cxnId="{92F25D57-6C1A-47FA-B380-65BF9F5FBC8E}">
      <dgm:prSet/>
      <dgm:spPr/>
      <dgm:t>
        <a:bodyPr/>
        <a:lstStyle/>
        <a:p>
          <a:endParaRPr lang="da-DK"/>
        </a:p>
      </dgm:t>
    </dgm:pt>
    <dgm:pt modelId="{C8060613-0B59-4AC0-BFD0-2264664440C2}" type="sibTrans" cxnId="{92F25D57-6C1A-47FA-B380-65BF9F5FBC8E}">
      <dgm:prSet/>
      <dgm:spPr/>
      <dgm:t>
        <a:bodyPr/>
        <a:lstStyle/>
        <a:p>
          <a:endParaRPr lang="da-DK"/>
        </a:p>
      </dgm:t>
    </dgm:pt>
    <dgm:pt modelId="{487B3172-17C9-4F4C-8C74-33A96AEB56F1}">
      <dgm:prSet/>
      <dgm:spPr/>
      <dgm:t>
        <a:bodyPr/>
        <a:lstStyle/>
        <a:p>
          <a:pPr>
            <a:buNone/>
          </a:pPr>
          <a:r>
            <a:rPr lang="da-DK" b="1" dirty="0"/>
            <a:t>Uge 19-21</a:t>
          </a:r>
        </a:p>
      </dgm:t>
    </dgm:pt>
    <dgm:pt modelId="{8D350663-2CC6-4702-ADE6-187F7DFAC4E7}" type="parTrans" cxnId="{455BABB2-C880-4F6A-B6F6-549EC9C2C41F}">
      <dgm:prSet/>
      <dgm:spPr/>
      <dgm:t>
        <a:bodyPr/>
        <a:lstStyle/>
        <a:p>
          <a:endParaRPr lang="da-DK"/>
        </a:p>
      </dgm:t>
    </dgm:pt>
    <dgm:pt modelId="{C9F59A6D-ABB6-406E-8376-7FFDC8580B3A}" type="sibTrans" cxnId="{455BABB2-C880-4F6A-B6F6-549EC9C2C41F}">
      <dgm:prSet/>
      <dgm:spPr/>
      <dgm:t>
        <a:bodyPr/>
        <a:lstStyle/>
        <a:p>
          <a:endParaRPr lang="da-DK"/>
        </a:p>
      </dgm:t>
    </dgm:pt>
    <dgm:pt modelId="{54B5D7A2-AC77-41AB-9DE2-C6073593B89A}">
      <dgm:prSet/>
      <dgm:spPr/>
      <dgm:t>
        <a:bodyPr/>
        <a:lstStyle/>
        <a:p>
          <a:r>
            <a:rPr lang="da-DK" dirty="0"/>
            <a:t>Trusler</a:t>
          </a:r>
        </a:p>
      </dgm:t>
    </dgm:pt>
    <dgm:pt modelId="{25CA4AF0-6430-4842-A24F-83235E4FB007}" type="parTrans" cxnId="{61CB9358-1682-4D45-AA40-4DB393141A29}">
      <dgm:prSet/>
      <dgm:spPr/>
      <dgm:t>
        <a:bodyPr/>
        <a:lstStyle/>
        <a:p>
          <a:endParaRPr lang="da-DK"/>
        </a:p>
      </dgm:t>
    </dgm:pt>
    <dgm:pt modelId="{100FC6CB-EDF8-455C-81AB-985F572021B8}" type="sibTrans" cxnId="{61CB9358-1682-4D45-AA40-4DB393141A29}">
      <dgm:prSet/>
      <dgm:spPr/>
      <dgm:t>
        <a:bodyPr/>
        <a:lstStyle/>
        <a:p>
          <a:endParaRPr lang="da-DK"/>
        </a:p>
      </dgm:t>
    </dgm:pt>
    <dgm:pt modelId="{F0440220-40FF-4D30-8B8B-4E9B9E6CC59B}">
      <dgm:prSet/>
      <dgm:spPr/>
      <dgm:t>
        <a:bodyPr/>
        <a:lstStyle/>
        <a:p>
          <a:r>
            <a:rPr lang="da-DK" dirty="0"/>
            <a:t>Sårbarheder</a:t>
          </a:r>
        </a:p>
      </dgm:t>
    </dgm:pt>
    <dgm:pt modelId="{E5FDC3C8-5400-4C8F-8975-B4DA56912A30}" type="parTrans" cxnId="{BF101258-7E39-41ED-A275-84B25370571D}">
      <dgm:prSet/>
      <dgm:spPr/>
      <dgm:t>
        <a:bodyPr/>
        <a:lstStyle/>
        <a:p>
          <a:endParaRPr lang="da-DK"/>
        </a:p>
      </dgm:t>
    </dgm:pt>
    <dgm:pt modelId="{D85762D6-9FA0-4A99-895D-6393912FAA82}" type="sibTrans" cxnId="{BF101258-7E39-41ED-A275-84B25370571D}">
      <dgm:prSet/>
      <dgm:spPr/>
      <dgm:t>
        <a:bodyPr/>
        <a:lstStyle/>
        <a:p>
          <a:endParaRPr lang="da-DK"/>
        </a:p>
      </dgm:t>
    </dgm:pt>
    <dgm:pt modelId="{39A9B8C4-9ABB-4A4D-A244-C188091BACFC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Adgangskontrol</a:t>
          </a:r>
        </a:p>
      </dgm:t>
    </dgm:pt>
    <dgm:pt modelId="{1E9434D7-383E-42D0-BC8D-0E7E294D7685}" type="parTrans" cxnId="{0AAD4FBE-80FE-46F2-9F34-CF65D16419E9}">
      <dgm:prSet/>
      <dgm:spPr/>
      <dgm:t>
        <a:bodyPr/>
        <a:lstStyle/>
        <a:p>
          <a:endParaRPr lang="da-DK"/>
        </a:p>
      </dgm:t>
    </dgm:pt>
    <dgm:pt modelId="{325EA55A-48F7-4235-9550-E0A718E1B237}" type="sibTrans" cxnId="{0AAD4FBE-80FE-46F2-9F34-CF65D16419E9}">
      <dgm:prSet/>
      <dgm:spPr/>
      <dgm:t>
        <a:bodyPr/>
        <a:lstStyle/>
        <a:p>
          <a:endParaRPr lang="da-DK"/>
        </a:p>
      </dgm:t>
    </dgm:pt>
    <dgm:pt modelId="{C9C17F51-1E4E-47D8-9E09-1AAD8A89C75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Kryptografi</a:t>
          </a:r>
        </a:p>
      </dgm:t>
    </dgm:pt>
    <dgm:pt modelId="{72D986E6-9DA8-48D0-BAA6-FDD86CD482CC}" type="parTrans" cxnId="{D5CB769B-6D4B-4BA7-AC87-8972D6C314FA}">
      <dgm:prSet/>
      <dgm:spPr/>
      <dgm:t>
        <a:bodyPr/>
        <a:lstStyle/>
        <a:p>
          <a:endParaRPr lang="da-DK"/>
        </a:p>
      </dgm:t>
    </dgm:pt>
    <dgm:pt modelId="{F59E51EC-C601-464A-A5A3-5FD19C96A82E}" type="sibTrans" cxnId="{D5CB769B-6D4B-4BA7-AC87-8972D6C314FA}">
      <dgm:prSet/>
      <dgm:spPr/>
      <dgm:t>
        <a:bodyPr/>
        <a:lstStyle/>
        <a:p>
          <a:endParaRPr lang="da-DK"/>
        </a:p>
      </dgm:t>
    </dgm:pt>
    <dgm:pt modelId="{D25DB855-B299-46A6-836F-61718F9C2F3C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Netværkssikkerhed</a:t>
          </a:r>
        </a:p>
      </dgm:t>
    </dgm:pt>
    <dgm:pt modelId="{56ABE9EE-84DC-451E-98E0-C1D74A95144F}" type="parTrans" cxnId="{020891D1-5E2C-4039-8DE2-26C159B8A763}">
      <dgm:prSet/>
      <dgm:spPr/>
      <dgm:t>
        <a:bodyPr/>
        <a:lstStyle/>
        <a:p>
          <a:endParaRPr lang="da-DK"/>
        </a:p>
      </dgm:t>
    </dgm:pt>
    <dgm:pt modelId="{FEC8F41C-F3A1-401F-89F8-C99268D4A0CD}" type="sibTrans" cxnId="{020891D1-5E2C-4039-8DE2-26C159B8A763}">
      <dgm:prSet/>
      <dgm:spPr/>
      <dgm:t>
        <a:bodyPr/>
        <a:lstStyle/>
        <a:p>
          <a:endParaRPr lang="da-DK"/>
        </a:p>
      </dgm:t>
    </dgm:pt>
    <dgm:pt modelId="{1D95A77C-4044-4052-9921-63B6D5B2C245}">
      <dgm:prSet/>
      <dgm:spPr/>
      <dgm:t>
        <a:bodyPr/>
        <a:lstStyle/>
        <a:p>
          <a:r>
            <a:rPr lang="da-DK" dirty="0"/>
            <a:t>Krav og design </a:t>
          </a:r>
        </a:p>
      </dgm:t>
    </dgm:pt>
    <dgm:pt modelId="{AF84A43C-5DEB-4CA8-8402-66FD95765E21}" type="parTrans" cxnId="{6DD6C4EB-4886-444C-91A5-30C780F190A6}">
      <dgm:prSet/>
      <dgm:spPr/>
      <dgm:t>
        <a:bodyPr/>
        <a:lstStyle/>
        <a:p>
          <a:endParaRPr lang="da-DK"/>
        </a:p>
      </dgm:t>
    </dgm:pt>
    <dgm:pt modelId="{7A47F158-5D61-4A7F-8E6A-A374A387A57E}" type="sibTrans" cxnId="{6DD6C4EB-4886-444C-91A5-30C780F190A6}">
      <dgm:prSet/>
      <dgm:spPr/>
      <dgm:t>
        <a:bodyPr/>
        <a:lstStyle/>
        <a:p>
          <a:endParaRPr lang="da-DK"/>
        </a:p>
      </dgm:t>
    </dgm:pt>
    <dgm:pt modelId="{05CCFE5F-5B8F-4388-9A01-0E78CAB91176}">
      <dgm:prSet/>
      <dgm:spPr/>
      <dgm:t>
        <a:bodyPr/>
        <a:lstStyle/>
        <a:p>
          <a:r>
            <a:rPr lang="da-DK" dirty="0"/>
            <a:t>Brugere og sikkerhed</a:t>
          </a:r>
        </a:p>
      </dgm:t>
    </dgm:pt>
    <dgm:pt modelId="{3CD8E0EA-F025-486E-8E05-4872A89550F3}" type="parTrans" cxnId="{D541394F-FE62-429E-8A54-F4BB253A555F}">
      <dgm:prSet/>
      <dgm:spPr/>
      <dgm:t>
        <a:bodyPr/>
        <a:lstStyle/>
        <a:p>
          <a:endParaRPr lang="da-DK"/>
        </a:p>
      </dgm:t>
    </dgm:pt>
    <dgm:pt modelId="{215E26B3-C457-4DFF-889A-A74ADFF74B96}" type="sibTrans" cxnId="{D541394F-FE62-429E-8A54-F4BB253A555F}">
      <dgm:prSet/>
      <dgm:spPr/>
      <dgm:t>
        <a:bodyPr/>
        <a:lstStyle/>
        <a:p>
          <a:endParaRPr lang="da-DK"/>
        </a:p>
      </dgm:t>
    </dgm:pt>
    <dgm:pt modelId="{6B672CD3-1817-48EE-AA28-DB8ED003D0C8}">
      <dgm:prSet/>
      <dgm:spPr/>
      <dgm:t>
        <a:bodyPr/>
        <a:lstStyle/>
        <a:p>
          <a:r>
            <a:rPr lang="da-DK" dirty="0"/>
            <a:t>Evaluering</a:t>
          </a:r>
        </a:p>
      </dgm:t>
    </dgm:pt>
    <dgm:pt modelId="{6984B49C-6DE9-438E-88F6-71FDD70E8438}" type="parTrans" cxnId="{7F4E97AD-6E07-4F3C-AE8C-7519FC1B49E5}">
      <dgm:prSet/>
      <dgm:spPr/>
      <dgm:t>
        <a:bodyPr/>
        <a:lstStyle/>
        <a:p>
          <a:endParaRPr lang="da-DK"/>
        </a:p>
      </dgm:t>
    </dgm:pt>
    <dgm:pt modelId="{33BA619B-7588-4200-BF0D-C6026B26CF7D}" type="sibTrans" cxnId="{7F4E97AD-6E07-4F3C-AE8C-7519FC1B49E5}">
      <dgm:prSet/>
      <dgm:spPr/>
      <dgm:t>
        <a:bodyPr/>
        <a:lstStyle/>
        <a:p>
          <a:endParaRPr lang="da-DK"/>
        </a:p>
      </dgm:t>
    </dgm:pt>
    <dgm:pt modelId="{BAE824A2-B348-4E74-ADAA-A6B5262E535A}">
      <dgm:prSet/>
      <dgm:spPr/>
      <dgm:t>
        <a:bodyPr/>
        <a:lstStyle/>
        <a:p>
          <a:r>
            <a:rPr lang="da-DK" dirty="0"/>
            <a:t>Test</a:t>
          </a:r>
        </a:p>
      </dgm:t>
    </dgm:pt>
    <dgm:pt modelId="{7B14EBA1-0E54-4C2B-8D05-FC91F1F3582E}" type="parTrans" cxnId="{8AB6DF77-04B2-4EBD-BDFC-C33392083C0F}">
      <dgm:prSet/>
      <dgm:spPr/>
      <dgm:t>
        <a:bodyPr/>
        <a:lstStyle/>
        <a:p>
          <a:endParaRPr lang="da-DK"/>
        </a:p>
      </dgm:t>
    </dgm:pt>
    <dgm:pt modelId="{3A9552E9-902A-498F-B791-6C506594E9AD}" type="sibTrans" cxnId="{8AB6DF77-04B2-4EBD-BDFC-C33392083C0F}">
      <dgm:prSet/>
      <dgm:spPr/>
      <dgm:t>
        <a:bodyPr/>
        <a:lstStyle/>
        <a:p>
          <a:endParaRPr lang="da-DK"/>
        </a:p>
      </dgm:t>
    </dgm:pt>
    <dgm:pt modelId="{42729FE9-7A2B-4FE4-913E-1C6BF93BEE27}">
      <dgm:prSet/>
      <dgm:spPr/>
      <dgm:t>
        <a:bodyPr/>
        <a:lstStyle/>
        <a:p>
          <a:r>
            <a:rPr lang="da-DK" dirty="0"/>
            <a:t>Etik </a:t>
          </a:r>
        </a:p>
      </dgm:t>
    </dgm:pt>
    <dgm:pt modelId="{F16A83EA-B7C9-4344-A5FE-34FC11899943}" type="parTrans" cxnId="{C9C993C8-0A20-4511-8677-04DCF4627D46}">
      <dgm:prSet/>
      <dgm:spPr/>
      <dgm:t>
        <a:bodyPr/>
        <a:lstStyle/>
        <a:p>
          <a:endParaRPr lang="da-DK"/>
        </a:p>
      </dgm:t>
    </dgm:pt>
    <dgm:pt modelId="{FFE5D162-C202-49EA-9C82-57F08054E340}" type="sibTrans" cxnId="{C9C993C8-0A20-4511-8677-04DCF4627D46}">
      <dgm:prSet/>
      <dgm:spPr/>
      <dgm:t>
        <a:bodyPr/>
        <a:lstStyle/>
        <a:p>
          <a:endParaRPr lang="da-DK"/>
        </a:p>
      </dgm:t>
    </dgm:pt>
    <dgm:pt modelId="{5CB12892-2937-4DD8-AA75-FE5ED170030C}">
      <dgm:prSet/>
      <dgm:spPr/>
      <dgm:t>
        <a:bodyPr/>
        <a:lstStyle/>
        <a:p>
          <a:r>
            <a:rPr lang="da-DK" dirty="0"/>
            <a:t>Lovgivning</a:t>
          </a:r>
        </a:p>
      </dgm:t>
    </dgm:pt>
    <dgm:pt modelId="{BEFFBCA0-7AF3-4DFF-A26E-B8EB6A38FF1C}" type="parTrans" cxnId="{7C30049B-79DE-43C4-B40F-2968C116D477}">
      <dgm:prSet/>
      <dgm:spPr/>
      <dgm:t>
        <a:bodyPr/>
        <a:lstStyle/>
        <a:p>
          <a:endParaRPr lang="da-DK"/>
        </a:p>
      </dgm:t>
    </dgm:pt>
    <dgm:pt modelId="{1ED6A341-AD98-4608-85B1-E4EDB9E5750F}" type="sibTrans" cxnId="{7C30049B-79DE-43C4-B40F-2968C116D477}">
      <dgm:prSet/>
      <dgm:spPr/>
      <dgm:t>
        <a:bodyPr/>
        <a:lstStyle/>
        <a:p>
          <a:endParaRPr lang="da-DK"/>
        </a:p>
      </dgm:t>
    </dgm:pt>
    <dgm:pt modelId="{D7088105-574B-41EE-A670-1F87E1F71AEA}">
      <dgm:prSet/>
      <dgm:spPr/>
      <dgm:t>
        <a:bodyPr/>
        <a:lstStyle/>
        <a:p>
          <a:r>
            <a:rPr lang="da-DK" dirty="0"/>
            <a:t>Ansvar </a:t>
          </a:r>
        </a:p>
      </dgm:t>
    </dgm:pt>
    <dgm:pt modelId="{353245A7-0BEF-46FF-B611-3E86140C4E78}" type="parTrans" cxnId="{4D03786B-E227-41C0-9459-36E767F4139A}">
      <dgm:prSet/>
      <dgm:spPr/>
      <dgm:t>
        <a:bodyPr/>
        <a:lstStyle/>
        <a:p>
          <a:endParaRPr lang="da-DK"/>
        </a:p>
      </dgm:t>
    </dgm:pt>
    <dgm:pt modelId="{D47A24E5-2DD2-45B0-8B39-323998D84C36}" type="sibTrans" cxnId="{4D03786B-E227-41C0-9459-36E767F4139A}">
      <dgm:prSet/>
      <dgm:spPr/>
      <dgm:t>
        <a:bodyPr/>
        <a:lstStyle/>
        <a:p>
          <a:endParaRPr lang="da-DK"/>
        </a:p>
      </dgm:t>
    </dgm:pt>
    <dgm:pt modelId="{77860F2F-2B88-4CEB-BC95-2541D37A70F4}">
      <dgm:prSet/>
      <dgm:spPr/>
      <dgm:t>
        <a:bodyPr/>
        <a:lstStyle/>
        <a:p>
          <a:pPr>
            <a:buNone/>
          </a:pPr>
          <a:r>
            <a:rPr lang="da-DK" b="1" dirty="0"/>
            <a:t>Uge 5-9</a:t>
          </a:r>
        </a:p>
      </dgm:t>
    </dgm:pt>
    <dgm:pt modelId="{79551F1E-CD43-45EF-A8EC-81273146C57B}" type="parTrans" cxnId="{27AB12CD-06A7-4423-9D77-D1BB5CCE1435}">
      <dgm:prSet/>
      <dgm:spPr/>
      <dgm:t>
        <a:bodyPr/>
        <a:lstStyle/>
        <a:p>
          <a:endParaRPr lang="da-DK"/>
        </a:p>
      </dgm:t>
    </dgm:pt>
    <dgm:pt modelId="{FFDB1388-E667-4F4C-ADB7-0938B3914F46}" type="sibTrans" cxnId="{27AB12CD-06A7-4423-9D77-D1BB5CCE1435}">
      <dgm:prSet/>
      <dgm:spPr/>
      <dgm:t>
        <a:bodyPr/>
        <a:lstStyle/>
        <a:p>
          <a:endParaRPr lang="da-DK"/>
        </a:p>
      </dgm:t>
    </dgm:pt>
    <dgm:pt modelId="{988B384C-BE59-48CC-AB51-A10BDF204BB2}" type="pres">
      <dgm:prSet presAssocID="{9D422CA9-B1E8-48CA-A58F-42CBFDF79463}" presName="CompostProcess" presStyleCnt="0">
        <dgm:presLayoutVars>
          <dgm:dir/>
          <dgm:resizeHandles val="exact"/>
        </dgm:presLayoutVars>
      </dgm:prSet>
      <dgm:spPr/>
    </dgm:pt>
    <dgm:pt modelId="{E12795BC-5AEE-4765-96F1-8F064854B43F}" type="pres">
      <dgm:prSet presAssocID="{9D422CA9-B1E8-48CA-A58F-42CBFDF79463}" presName="arrow" presStyleLbl="bgShp" presStyleIdx="0" presStyleCnt="1"/>
      <dgm:spPr/>
    </dgm:pt>
    <dgm:pt modelId="{366E8FAE-A54C-4FC4-A50A-B107E1BB8A95}" type="pres">
      <dgm:prSet presAssocID="{9D422CA9-B1E8-48CA-A58F-42CBFDF79463}" presName="linearProcess" presStyleCnt="0"/>
      <dgm:spPr/>
    </dgm:pt>
    <dgm:pt modelId="{2F99CAD8-5237-4B68-936F-1D4C80CF644A}" type="pres">
      <dgm:prSet presAssocID="{35BF1CC6-3E3E-4463-9D28-B96BC47BF52E}" presName="textNode" presStyleLbl="node1" presStyleIdx="0" presStyleCnt="5">
        <dgm:presLayoutVars>
          <dgm:bulletEnabled val="1"/>
        </dgm:presLayoutVars>
      </dgm:prSet>
      <dgm:spPr/>
    </dgm:pt>
    <dgm:pt modelId="{EAE384B0-EAE6-440C-8E2E-E8BF0CE17ED8}" type="pres">
      <dgm:prSet presAssocID="{2AB304FD-DBC8-4979-BE98-2CA8B6A3374F}" presName="sibTrans" presStyleCnt="0"/>
      <dgm:spPr/>
    </dgm:pt>
    <dgm:pt modelId="{A6045007-CE6D-4AC4-A22C-5A0BD8A0932D}" type="pres">
      <dgm:prSet presAssocID="{F29D6C87-C706-45D1-BDC3-9603F48AAC44}" presName="textNode" presStyleLbl="node1" presStyleIdx="1" presStyleCnt="5">
        <dgm:presLayoutVars>
          <dgm:bulletEnabled val="1"/>
        </dgm:presLayoutVars>
      </dgm:prSet>
      <dgm:spPr/>
    </dgm:pt>
    <dgm:pt modelId="{847F1175-C031-4944-B6AB-B61347CFF6B1}" type="pres">
      <dgm:prSet presAssocID="{A7F0387E-1808-4DFC-8A6C-B33A9CF8FF8A}" presName="sibTrans" presStyleCnt="0"/>
      <dgm:spPr/>
    </dgm:pt>
    <dgm:pt modelId="{5E3BD372-0009-4DDB-88F9-0C77B666930A}" type="pres">
      <dgm:prSet presAssocID="{69744024-0780-4C9A-AD36-2C661BCA5162}" presName="textNode" presStyleLbl="node1" presStyleIdx="2" presStyleCnt="5">
        <dgm:presLayoutVars>
          <dgm:bulletEnabled val="1"/>
        </dgm:presLayoutVars>
      </dgm:prSet>
      <dgm:spPr/>
    </dgm:pt>
    <dgm:pt modelId="{9AB67639-63F3-4E20-B0D1-D759DA1EF01D}" type="pres">
      <dgm:prSet presAssocID="{E33A2C95-D4D7-4B50-932E-B8B0E91EB145}" presName="sibTrans" presStyleCnt="0"/>
      <dgm:spPr/>
    </dgm:pt>
    <dgm:pt modelId="{1D3D1B56-66CB-4E84-AEBF-44F3C409A65B}" type="pres">
      <dgm:prSet presAssocID="{48142702-5DBD-4578-B758-51F946075D58}" presName="textNode" presStyleLbl="node1" presStyleIdx="3" presStyleCnt="5">
        <dgm:presLayoutVars>
          <dgm:bulletEnabled val="1"/>
        </dgm:presLayoutVars>
      </dgm:prSet>
      <dgm:spPr/>
    </dgm:pt>
    <dgm:pt modelId="{3078FF1B-F2BB-4884-821D-CFE6CC49B141}" type="pres">
      <dgm:prSet presAssocID="{91DCB4D1-F420-49D7-ABBD-894D2CCCBED4}" presName="sibTrans" presStyleCnt="0"/>
      <dgm:spPr/>
    </dgm:pt>
    <dgm:pt modelId="{B03F450B-E8B4-4CAC-BE04-9FA4881E5FCF}" type="pres">
      <dgm:prSet presAssocID="{EBC34D9E-8A56-4660-98B2-CC111BD23E5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8814F400-BEF0-46DF-BBFA-02B176EF9FFA}" type="presOf" srcId="{6B672CD3-1817-48EE-AA28-DB8ED003D0C8}" destId="{1D3D1B56-66CB-4E84-AEBF-44F3C409A65B}" srcOrd="0" destOrd="2" presId="urn:microsoft.com/office/officeart/2005/8/layout/hProcess9"/>
    <dgm:cxn modelId="{E4F01C06-740A-4072-881D-FFFC20973699}" type="presOf" srcId="{69744024-0780-4C9A-AD36-2C661BCA5162}" destId="{5E3BD372-0009-4DDB-88F9-0C77B666930A}" srcOrd="0" destOrd="0" presId="urn:microsoft.com/office/officeart/2005/8/layout/hProcess9"/>
    <dgm:cxn modelId="{97EE1714-7828-4D81-8D37-15D299A47F11}" type="presOf" srcId="{05CCFE5F-5B8F-4388-9A01-0E78CAB91176}" destId="{5E3BD372-0009-4DDB-88F9-0C77B666930A}" srcOrd="0" destOrd="3" presId="urn:microsoft.com/office/officeart/2005/8/layout/hProcess9"/>
    <dgm:cxn modelId="{0390171E-09A3-4ACD-A5E1-5313FE5C51BA}" type="presOf" srcId="{1D95A77C-4044-4052-9921-63B6D5B2C245}" destId="{5E3BD372-0009-4DDB-88F9-0C77B666930A}" srcOrd="0" destOrd="2" presId="urn:microsoft.com/office/officeart/2005/8/layout/hProcess9"/>
    <dgm:cxn modelId="{C2639530-CEBC-4FAA-9546-0EBC7C0F4F0E}" srcId="{9D422CA9-B1E8-48CA-A58F-42CBFDF79463}" destId="{EBC34D9E-8A56-4660-98B2-CC111BD23E57}" srcOrd="4" destOrd="0" parTransId="{1B939FF2-02C2-457F-B1BE-A0FA96DCC6EF}" sibTransId="{3B352351-19DB-418E-9BEF-8875C94624B0}"/>
    <dgm:cxn modelId="{17CE8D33-2F98-4AC3-86C6-7C109CECE64D}" type="presOf" srcId="{C9C17F51-1E4E-47D8-9E09-1AAD8A89C75B}" destId="{A6045007-CE6D-4AC4-A22C-5A0BD8A0932D}" srcOrd="0" destOrd="3" presId="urn:microsoft.com/office/officeart/2005/8/layout/hProcess9"/>
    <dgm:cxn modelId="{7D163638-9539-4C6C-94F8-D0DAC74529C7}" type="presOf" srcId="{487B3172-17C9-4F4C-8C74-33A96AEB56F1}" destId="{B03F450B-E8B4-4CAC-BE04-9FA4881E5FCF}" srcOrd="0" destOrd="1" presId="urn:microsoft.com/office/officeart/2005/8/layout/hProcess9"/>
    <dgm:cxn modelId="{401DEA39-9466-480B-AFC1-A1ADC00DFB2F}" srcId="{69744024-0780-4C9A-AD36-2C661BCA5162}" destId="{4384AEDB-FC14-4524-A093-CF7C7B68DAE8}" srcOrd="0" destOrd="0" parTransId="{8C67F1C2-2D3D-427A-B50E-E5E29D5E0404}" sibTransId="{9DE258FA-70FD-4AB2-B307-8FDC31C812B0}"/>
    <dgm:cxn modelId="{0CE91E3C-AE42-49B9-AB73-C25B15EF8351}" type="presOf" srcId="{F29D6C87-C706-45D1-BDC3-9603F48AAC44}" destId="{A6045007-CE6D-4AC4-A22C-5A0BD8A0932D}" srcOrd="0" destOrd="0" presId="urn:microsoft.com/office/officeart/2005/8/layout/hProcess9"/>
    <dgm:cxn modelId="{81BF2661-6C97-4A6F-BA91-7B9954B27009}" type="presOf" srcId="{9D422CA9-B1E8-48CA-A58F-42CBFDF79463}" destId="{988B384C-BE59-48CC-AB51-A10BDF204BB2}" srcOrd="0" destOrd="0" presId="urn:microsoft.com/office/officeart/2005/8/layout/hProcess9"/>
    <dgm:cxn modelId="{4D03786B-E227-41C0-9459-36E767F4139A}" srcId="{EBC34D9E-8A56-4660-98B2-CC111BD23E57}" destId="{D7088105-574B-41EE-A670-1F87E1F71AEA}" srcOrd="2" destOrd="0" parTransId="{353245A7-0BEF-46FF-B611-3E86140C4E78}" sibTransId="{D47A24E5-2DD2-45B0-8B39-323998D84C36}"/>
    <dgm:cxn modelId="{FB98B24B-D62E-4210-AFCD-A03709130058}" srcId="{9D422CA9-B1E8-48CA-A58F-42CBFDF79463}" destId="{35BF1CC6-3E3E-4463-9D28-B96BC47BF52E}" srcOrd="0" destOrd="0" parTransId="{F33EBABC-79C9-4B56-A85D-88AFE4CF6886}" sibTransId="{2AB304FD-DBC8-4979-BE98-2CA8B6A3374F}"/>
    <dgm:cxn modelId="{30C01D4E-9154-4B7D-A124-EEF78279A9FC}" type="presOf" srcId="{77860F2F-2B88-4CEB-BC95-2541D37A70F4}" destId="{2F99CAD8-5237-4B68-936F-1D4C80CF644A}" srcOrd="0" destOrd="1" presId="urn:microsoft.com/office/officeart/2005/8/layout/hProcess9"/>
    <dgm:cxn modelId="{7C211B4F-8C33-4854-AFBA-92A84CC79D54}" srcId="{9D422CA9-B1E8-48CA-A58F-42CBFDF79463}" destId="{69744024-0780-4C9A-AD36-2C661BCA5162}" srcOrd="2" destOrd="0" parTransId="{FAEE7D6E-28F0-4763-AD29-AC0F0F8EA652}" sibTransId="{E33A2C95-D4D7-4B50-932E-B8B0E91EB145}"/>
    <dgm:cxn modelId="{D541394F-FE62-429E-8A54-F4BB253A555F}" srcId="{69744024-0780-4C9A-AD36-2C661BCA5162}" destId="{05CCFE5F-5B8F-4388-9A01-0E78CAB91176}" srcOrd="2" destOrd="0" parTransId="{3CD8E0EA-F025-486E-8E05-4872A89550F3}" sibTransId="{215E26B3-C457-4DFF-889A-A74ADFF74B96}"/>
    <dgm:cxn modelId="{4378806F-6C11-4CA8-9A5D-76589E56BD09}" type="presOf" srcId="{A914966C-E8B0-4AB4-B8E8-ACEBD2CE2436}" destId="{1D3D1B56-66CB-4E84-AEBF-44F3C409A65B}" srcOrd="0" destOrd="1" presId="urn:microsoft.com/office/officeart/2005/8/layout/hProcess9"/>
    <dgm:cxn modelId="{48B57350-F406-42ED-9DF9-4EA110F7E154}" type="presOf" srcId="{D7088105-574B-41EE-A670-1F87E1F71AEA}" destId="{B03F450B-E8B4-4CAC-BE04-9FA4881E5FCF}" srcOrd="0" destOrd="3" presId="urn:microsoft.com/office/officeart/2005/8/layout/hProcess9"/>
    <dgm:cxn modelId="{CD5A7872-727B-461A-BAF3-528D1B431DC3}" type="presOf" srcId="{5CB12892-2937-4DD8-AA75-FE5ED170030C}" destId="{B03F450B-E8B4-4CAC-BE04-9FA4881E5FCF}" srcOrd="0" destOrd="4" presId="urn:microsoft.com/office/officeart/2005/8/layout/hProcess9"/>
    <dgm:cxn modelId="{8B53E856-B64F-469E-BEE7-0FCB9582B7B2}" srcId="{F29D6C87-C706-45D1-BDC3-9603F48AAC44}" destId="{AAD006C0-3584-4904-97C5-7DDDA3392A15}" srcOrd="0" destOrd="0" parTransId="{56EB1C8E-CBA3-4557-AC25-8D254AC884B0}" sibTransId="{04460B3C-6BC7-443A-85D9-47CF8DB404F1}"/>
    <dgm:cxn modelId="{92F25D57-6C1A-47FA-B380-65BF9F5FBC8E}" srcId="{48142702-5DBD-4578-B758-51F946075D58}" destId="{A914966C-E8B0-4AB4-B8E8-ACEBD2CE2436}" srcOrd="0" destOrd="0" parTransId="{18D35B37-49D0-4B0A-A643-094AF080EB46}" sibTransId="{C8060613-0B59-4AC0-BFD0-2264664440C2}"/>
    <dgm:cxn modelId="{8AB6DF77-04B2-4EBD-BDFC-C33392083C0F}" srcId="{48142702-5DBD-4578-B758-51F946075D58}" destId="{BAE824A2-B348-4E74-ADAA-A6B5262E535A}" srcOrd="2" destOrd="0" parTransId="{7B14EBA1-0E54-4C2B-8D05-FC91F1F3582E}" sibTransId="{3A9552E9-902A-498F-B791-6C506594E9AD}"/>
    <dgm:cxn modelId="{BF101258-7E39-41ED-A275-84B25370571D}" srcId="{35BF1CC6-3E3E-4463-9D28-B96BC47BF52E}" destId="{F0440220-40FF-4D30-8B8B-4E9B9E6CC59B}" srcOrd="2" destOrd="0" parTransId="{E5FDC3C8-5400-4C8F-8975-B4DA56912A30}" sibTransId="{D85762D6-9FA0-4A99-895D-6393912FAA82}"/>
    <dgm:cxn modelId="{61CB9358-1682-4D45-AA40-4DB393141A29}" srcId="{35BF1CC6-3E3E-4463-9D28-B96BC47BF52E}" destId="{54B5D7A2-AC77-41AB-9DE2-C6073593B89A}" srcOrd="1" destOrd="0" parTransId="{25CA4AF0-6430-4842-A24F-83235E4FB007}" sibTransId="{100FC6CB-EDF8-455C-81AB-985F572021B8}"/>
    <dgm:cxn modelId="{97982896-1CAC-4CCA-BC20-781969BBF655}" type="presOf" srcId="{AAD006C0-3584-4904-97C5-7DDDA3392A15}" destId="{A6045007-CE6D-4AC4-A22C-5A0BD8A0932D}" srcOrd="0" destOrd="1" presId="urn:microsoft.com/office/officeart/2005/8/layout/hProcess9"/>
    <dgm:cxn modelId="{7C30049B-79DE-43C4-B40F-2968C116D477}" srcId="{EBC34D9E-8A56-4660-98B2-CC111BD23E57}" destId="{5CB12892-2937-4DD8-AA75-FE5ED170030C}" srcOrd="3" destOrd="0" parTransId="{BEFFBCA0-7AF3-4DFF-A26E-B8EB6A38FF1C}" sibTransId="{1ED6A341-AD98-4608-85B1-E4EDB9E5750F}"/>
    <dgm:cxn modelId="{D5CB769B-6D4B-4BA7-AC87-8972D6C314FA}" srcId="{F29D6C87-C706-45D1-BDC3-9603F48AAC44}" destId="{C9C17F51-1E4E-47D8-9E09-1AAD8A89C75B}" srcOrd="2" destOrd="0" parTransId="{72D986E6-9DA8-48D0-BAA6-FDD86CD482CC}" sibTransId="{F59E51EC-C601-464A-A5A3-5FD19C96A82E}"/>
    <dgm:cxn modelId="{648257A2-0DE0-4EEF-8440-64B03D7D8FFE}" type="presOf" srcId="{EBC34D9E-8A56-4660-98B2-CC111BD23E57}" destId="{B03F450B-E8B4-4CAC-BE04-9FA4881E5FCF}" srcOrd="0" destOrd="0" presId="urn:microsoft.com/office/officeart/2005/8/layout/hProcess9"/>
    <dgm:cxn modelId="{A30381A5-7A72-4670-85F9-703D9C6EE629}" type="presOf" srcId="{35BF1CC6-3E3E-4463-9D28-B96BC47BF52E}" destId="{2F99CAD8-5237-4B68-936F-1D4C80CF644A}" srcOrd="0" destOrd="0" presId="urn:microsoft.com/office/officeart/2005/8/layout/hProcess9"/>
    <dgm:cxn modelId="{A28C5DA7-1FEF-4086-AADB-588C92B22AD8}" type="presOf" srcId="{D25DB855-B299-46A6-836F-61718F9C2F3C}" destId="{A6045007-CE6D-4AC4-A22C-5A0BD8A0932D}" srcOrd="0" destOrd="4" presId="urn:microsoft.com/office/officeart/2005/8/layout/hProcess9"/>
    <dgm:cxn modelId="{8BE0D7AC-D2C7-4B64-BB7A-241FB796E106}" type="presOf" srcId="{BAE824A2-B348-4E74-ADAA-A6B5262E535A}" destId="{1D3D1B56-66CB-4E84-AEBF-44F3C409A65B}" srcOrd="0" destOrd="3" presId="urn:microsoft.com/office/officeart/2005/8/layout/hProcess9"/>
    <dgm:cxn modelId="{7F4E97AD-6E07-4F3C-AE8C-7519FC1B49E5}" srcId="{48142702-5DBD-4578-B758-51F946075D58}" destId="{6B672CD3-1817-48EE-AA28-DB8ED003D0C8}" srcOrd="1" destOrd="0" parTransId="{6984B49C-6DE9-438E-88F6-71FDD70E8438}" sibTransId="{33BA619B-7588-4200-BF0D-C6026B26CF7D}"/>
    <dgm:cxn modelId="{455BABB2-C880-4F6A-B6F6-549EC9C2C41F}" srcId="{EBC34D9E-8A56-4660-98B2-CC111BD23E57}" destId="{487B3172-17C9-4F4C-8C74-33A96AEB56F1}" srcOrd="0" destOrd="0" parTransId="{8D350663-2CC6-4702-ADE6-187F7DFAC4E7}" sibTransId="{C9F59A6D-ABB6-406E-8376-7FFDC8580B3A}"/>
    <dgm:cxn modelId="{0AAD4FBE-80FE-46F2-9F34-CF65D16419E9}" srcId="{F29D6C87-C706-45D1-BDC3-9603F48AAC44}" destId="{39A9B8C4-9ABB-4A4D-A244-C188091BACFC}" srcOrd="1" destOrd="0" parTransId="{1E9434D7-383E-42D0-BC8D-0E7E294D7685}" sibTransId="{325EA55A-48F7-4235-9550-E0A718E1B237}"/>
    <dgm:cxn modelId="{C9C993C8-0A20-4511-8677-04DCF4627D46}" srcId="{EBC34D9E-8A56-4660-98B2-CC111BD23E57}" destId="{42729FE9-7A2B-4FE4-913E-1C6BF93BEE27}" srcOrd="1" destOrd="0" parTransId="{F16A83EA-B7C9-4344-A5FE-34FC11899943}" sibTransId="{FFE5D162-C202-49EA-9C82-57F08054E340}"/>
    <dgm:cxn modelId="{A4C1E6CC-B350-47AF-8B3C-2E0845DAD8FC}" type="presOf" srcId="{42729FE9-7A2B-4FE4-913E-1C6BF93BEE27}" destId="{B03F450B-E8B4-4CAC-BE04-9FA4881E5FCF}" srcOrd="0" destOrd="2" presId="urn:microsoft.com/office/officeart/2005/8/layout/hProcess9"/>
    <dgm:cxn modelId="{27AB12CD-06A7-4423-9D77-D1BB5CCE1435}" srcId="{35BF1CC6-3E3E-4463-9D28-B96BC47BF52E}" destId="{77860F2F-2B88-4CEB-BC95-2541D37A70F4}" srcOrd="0" destOrd="0" parTransId="{79551F1E-CD43-45EF-A8EC-81273146C57B}" sibTransId="{FFDB1388-E667-4F4C-ADB7-0938B3914F46}"/>
    <dgm:cxn modelId="{020891D1-5E2C-4039-8DE2-26C159B8A763}" srcId="{F29D6C87-C706-45D1-BDC3-9603F48AAC44}" destId="{D25DB855-B299-46A6-836F-61718F9C2F3C}" srcOrd="3" destOrd="0" parTransId="{56ABE9EE-84DC-451E-98E0-C1D74A95144F}" sibTransId="{FEC8F41C-F3A1-401F-89F8-C99268D4A0CD}"/>
    <dgm:cxn modelId="{7855B1D1-C4D9-446B-991B-47A448211128}" type="presOf" srcId="{F0440220-40FF-4D30-8B8B-4E9B9E6CC59B}" destId="{2F99CAD8-5237-4B68-936F-1D4C80CF644A}" srcOrd="0" destOrd="3" presId="urn:microsoft.com/office/officeart/2005/8/layout/hProcess9"/>
    <dgm:cxn modelId="{EE9F6EDF-37A7-4B5C-8B32-B117A2ADB4CD}" srcId="{9D422CA9-B1E8-48CA-A58F-42CBFDF79463}" destId="{48142702-5DBD-4578-B758-51F946075D58}" srcOrd="3" destOrd="0" parTransId="{48616A69-53B0-4E67-9771-C508AFE3453C}" sibTransId="{91DCB4D1-F420-49D7-ABBD-894D2CCCBED4}"/>
    <dgm:cxn modelId="{3E6014E0-61B2-48BB-90ED-500B7F42D2A3}" type="presOf" srcId="{4384AEDB-FC14-4524-A093-CF7C7B68DAE8}" destId="{5E3BD372-0009-4DDB-88F9-0C77B666930A}" srcOrd="0" destOrd="1" presId="urn:microsoft.com/office/officeart/2005/8/layout/hProcess9"/>
    <dgm:cxn modelId="{A9CB90E2-99F2-4C83-AA81-961F1D07AD88}" type="presOf" srcId="{48142702-5DBD-4578-B758-51F946075D58}" destId="{1D3D1B56-66CB-4E84-AEBF-44F3C409A65B}" srcOrd="0" destOrd="0" presId="urn:microsoft.com/office/officeart/2005/8/layout/hProcess9"/>
    <dgm:cxn modelId="{EC0B5DE5-7B72-438B-BD0B-0385C9441391}" type="presOf" srcId="{54B5D7A2-AC77-41AB-9DE2-C6073593B89A}" destId="{2F99CAD8-5237-4B68-936F-1D4C80CF644A}" srcOrd="0" destOrd="2" presId="urn:microsoft.com/office/officeart/2005/8/layout/hProcess9"/>
    <dgm:cxn modelId="{6DD6C4EB-4886-444C-91A5-30C780F190A6}" srcId="{69744024-0780-4C9A-AD36-2C661BCA5162}" destId="{1D95A77C-4044-4052-9921-63B6D5B2C245}" srcOrd="1" destOrd="0" parTransId="{AF84A43C-5DEB-4CA8-8402-66FD95765E21}" sibTransId="{7A47F158-5D61-4A7F-8E6A-A374A387A57E}"/>
    <dgm:cxn modelId="{47A5D4EB-866D-4F8E-B359-226F9D22A799}" type="presOf" srcId="{39A9B8C4-9ABB-4A4D-A244-C188091BACFC}" destId="{A6045007-CE6D-4AC4-A22C-5A0BD8A0932D}" srcOrd="0" destOrd="2" presId="urn:microsoft.com/office/officeart/2005/8/layout/hProcess9"/>
    <dgm:cxn modelId="{45E13AEE-693A-4158-B3D6-7628A01E8024}" srcId="{9D422CA9-B1E8-48CA-A58F-42CBFDF79463}" destId="{F29D6C87-C706-45D1-BDC3-9603F48AAC44}" srcOrd="1" destOrd="0" parTransId="{DBA71462-7405-429D-9E22-1B5A3A7586CF}" sibTransId="{A7F0387E-1808-4DFC-8A6C-B33A9CF8FF8A}"/>
    <dgm:cxn modelId="{F5902BD6-5770-4E8E-95E4-0165B2E080E8}" type="presParOf" srcId="{988B384C-BE59-48CC-AB51-A10BDF204BB2}" destId="{E12795BC-5AEE-4765-96F1-8F064854B43F}" srcOrd="0" destOrd="0" presId="urn:microsoft.com/office/officeart/2005/8/layout/hProcess9"/>
    <dgm:cxn modelId="{BFEA90E7-A4F7-42B7-8AD2-EF01CE9D43CA}" type="presParOf" srcId="{988B384C-BE59-48CC-AB51-A10BDF204BB2}" destId="{366E8FAE-A54C-4FC4-A50A-B107E1BB8A95}" srcOrd="1" destOrd="0" presId="urn:microsoft.com/office/officeart/2005/8/layout/hProcess9"/>
    <dgm:cxn modelId="{F428CAF8-BEF9-4A19-B1DE-C62546AE1329}" type="presParOf" srcId="{366E8FAE-A54C-4FC4-A50A-B107E1BB8A95}" destId="{2F99CAD8-5237-4B68-936F-1D4C80CF644A}" srcOrd="0" destOrd="0" presId="urn:microsoft.com/office/officeart/2005/8/layout/hProcess9"/>
    <dgm:cxn modelId="{24C451B6-13DD-4F2E-9802-6787FBADEDF2}" type="presParOf" srcId="{366E8FAE-A54C-4FC4-A50A-B107E1BB8A95}" destId="{EAE384B0-EAE6-440C-8E2E-E8BF0CE17ED8}" srcOrd="1" destOrd="0" presId="urn:microsoft.com/office/officeart/2005/8/layout/hProcess9"/>
    <dgm:cxn modelId="{66B29BC6-8059-446C-B3DD-7406CCBD60DF}" type="presParOf" srcId="{366E8FAE-A54C-4FC4-A50A-B107E1BB8A95}" destId="{A6045007-CE6D-4AC4-A22C-5A0BD8A0932D}" srcOrd="2" destOrd="0" presId="urn:microsoft.com/office/officeart/2005/8/layout/hProcess9"/>
    <dgm:cxn modelId="{6B494F49-284E-4837-8249-795DCE7073AE}" type="presParOf" srcId="{366E8FAE-A54C-4FC4-A50A-B107E1BB8A95}" destId="{847F1175-C031-4944-B6AB-B61347CFF6B1}" srcOrd="3" destOrd="0" presId="urn:microsoft.com/office/officeart/2005/8/layout/hProcess9"/>
    <dgm:cxn modelId="{E0DE3653-E603-4ACF-B459-2F265446A763}" type="presParOf" srcId="{366E8FAE-A54C-4FC4-A50A-B107E1BB8A95}" destId="{5E3BD372-0009-4DDB-88F9-0C77B666930A}" srcOrd="4" destOrd="0" presId="urn:microsoft.com/office/officeart/2005/8/layout/hProcess9"/>
    <dgm:cxn modelId="{29AA7B24-9D1A-4B53-8BD1-9BBC309A1545}" type="presParOf" srcId="{366E8FAE-A54C-4FC4-A50A-B107E1BB8A95}" destId="{9AB67639-63F3-4E20-B0D1-D759DA1EF01D}" srcOrd="5" destOrd="0" presId="urn:microsoft.com/office/officeart/2005/8/layout/hProcess9"/>
    <dgm:cxn modelId="{0B421CB7-5C2B-4167-8448-C650CEFB5291}" type="presParOf" srcId="{366E8FAE-A54C-4FC4-A50A-B107E1BB8A95}" destId="{1D3D1B56-66CB-4E84-AEBF-44F3C409A65B}" srcOrd="6" destOrd="0" presId="urn:microsoft.com/office/officeart/2005/8/layout/hProcess9"/>
    <dgm:cxn modelId="{17999774-CDAC-4DC1-B947-6D35D9666DA3}" type="presParOf" srcId="{366E8FAE-A54C-4FC4-A50A-B107E1BB8A95}" destId="{3078FF1B-F2BB-4884-821D-CFE6CC49B141}" srcOrd="7" destOrd="0" presId="urn:microsoft.com/office/officeart/2005/8/layout/hProcess9"/>
    <dgm:cxn modelId="{DC90CF38-7C42-47D3-AE24-100043CD114E}" type="presParOf" srcId="{366E8FAE-A54C-4FC4-A50A-B107E1BB8A95}" destId="{B03F450B-E8B4-4CAC-BE04-9FA4881E5FC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94F16-C991-49AB-B948-D794F639059D}">
      <dsp:nvSpPr>
        <dsp:cNvPr id="0" name=""/>
        <dsp:cNvSpPr/>
      </dsp:nvSpPr>
      <dsp:spPr>
        <a:xfrm>
          <a:off x="822959" y="0"/>
          <a:ext cx="9326880" cy="43799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352C1-4AE4-4545-8B40-B1B19E2CE06F}">
      <dsp:nvSpPr>
        <dsp:cNvPr id="0" name=""/>
        <dsp:cNvSpPr/>
      </dsp:nvSpPr>
      <dsp:spPr>
        <a:xfrm>
          <a:off x="937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Identificere informationsaktiver</a:t>
          </a:r>
          <a:endParaRPr lang="da-DK" sz="1200" kern="1200" dirty="0"/>
        </a:p>
      </dsp:txBody>
      <dsp:txXfrm>
        <a:off x="74301" y="1387337"/>
        <a:ext cx="1356138" cy="1605236"/>
      </dsp:txXfrm>
    </dsp:sp>
    <dsp:sp modelId="{62C77A08-C59C-4054-A012-4B6E9C2E9EA8}">
      <dsp:nvSpPr>
        <dsp:cNvPr id="0" name=""/>
        <dsp:cNvSpPr/>
      </dsp:nvSpPr>
      <dsp:spPr>
        <a:xfrm>
          <a:off x="1578947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Identificere </a:t>
          </a:r>
          <a:r>
            <a:rPr lang="da-DK" sz="1200" b="0" i="0" kern="1200" dirty="0" err="1"/>
            <a:t>aktiverens</a:t>
          </a:r>
          <a:r>
            <a:rPr lang="da-DK" sz="1200" b="0" i="0" kern="1200" dirty="0"/>
            <a:t> ejere</a:t>
          </a:r>
          <a:endParaRPr lang="da-DK" sz="1200" kern="1200" dirty="0"/>
        </a:p>
      </dsp:txBody>
      <dsp:txXfrm>
        <a:off x="1652311" y="1387337"/>
        <a:ext cx="1356138" cy="1605236"/>
      </dsp:txXfrm>
    </dsp:sp>
    <dsp:sp modelId="{E1F53816-2EEF-491B-962A-426225A9194C}">
      <dsp:nvSpPr>
        <dsp:cNvPr id="0" name=""/>
        <dsp:cNvSpPr/>
      </dsp:nvSpPr>
      <dsp:spPr>
        <a:xfrm>
          <a:off x="3156957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Identificere risici for CIA</a:t>
          </a:r>
          <a:endParaRPr lang="da-DK" sz="1200" kern="1200" dirty="0"/>
        </a:p>
      </dsp:txBody>
      <dsp:txXfrm>
        <a:off x="3230321" y="1387337"/>
        <a:ext cx="1356138" cy="1605236"/>
      </dsp:txXfrm>
    </dsp:sp>
    <dsp:sp modelId="{45CEDEB4-F3AA-4809-ABE2-99D101A7A258}">
      <dsp:nvSpPr>
        <dsp:cNvPr id="0" name=""/>
        <dsp:cNvSpPr/>
      </dsp:nvSpPr>
      <dsp:spPr>
        <a:xfrm>
          <a:off x="4734966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Identificere ejere af risici</a:t>
          </a:r>
          <a:endParaRPr lang="da-DK" sz="1200" kern="1200" dirty="0"/>
        </a:p>
      </dsp:txBody>
      <dsp:txXfrm>
        <a:off x="4808330" y="1387337"/>
        <a:ext cx="1356138" cy="1605236"/>
      </dsp:txXfrm>
    </dsp:sp>
    <dsp:sp modelId="{6D34346D-C04F-4E04-A787-912F3F9D8394}">
      <dsp:nvSpPr>
        <dsp:cNvPr id="0" name=""/>
        <dsp:cNvSpPr/>
      </dsp:nvSpPr>
      <dsp:spPr>
        <a:xfrm>
          <a:off x="6312976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Analysere risici (sandsynlighed + konsekvens)</a:t>
          </a:r>
          <a:endParaRPr lang="da-DK" sz="1200" kern="1200" dirty="0"/>
        </a:p>
      </dsp:txBody>
      <dsp:txXfrm>
        <a:off x="6386340" y="1387337"/>
        <a:ext cx="1356138" cy="1605236"/>
      </dsp:txXfrm>
    </dsp:sp>
    <dsp:sp modelId="{1359CCE1-271E-4159-954A-C93E2EEB4311}">
      <dsp:nvSpPr>
        <dsp:cNvPr id="0" name=""/>
        <dsp:cNvSpPr/>
      </dsp:nvSpPr>
      <dsp:spPr>
        <a:xfrm>
          <a:off x="7890986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 dirty="0"/>
            <a:t>Bestemme risikoniveauer</a:t>
          </a:r>
          <a:endParaRPr lang="da-DK" sz="1200" kern="1200" dirty="0"/>
        </a:p>
      </dsp:txBody>
      <dsp:txXfrm>
        <a:off x="7964350" y="1387337"/>
        <a:ext cx="1356138" cy="1605236"/>
      </dsp:txXfrm>
    </dsp:sp>
    <dsp:sp modelId="{E2747034-DC25-45FA-9B94-77089FF99A25}">
      <dsp:nvSpPr>
        <dsp:cNvPr id="0" name=""/>
        <dsp:cNvSpPr/>
      </dsp:nvSpPr>
      <dsp:spPr>
        <a:xfrm>
          <a:off x="9468995" y="1313973"/>
          <a:ext cx="150286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0" i="0" kern="1200"/>
            <a:t>Prioritere og behandle risici</a:t>
          </a:r>
          <a:endParaRPr lang="da-DK" sz="1200" kern="1200" dirty="0"/>
        </a:p>
      </dsp:txBody>
      <dsp:txXfrm>
        <a:off x="9542359" y="1387337"/>
        <a:ext cx="1356138" cy="1605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797E8-58B8-4D54-929E-9005BF3A8A96}">
      <dsp:nvSpPr>
        <dsp:cNvPr id="0" name=""/>
        <dsp:cNvSpPr/>
      </dsp:nvSpPr>
      <dsp:spPr>
        <a:xfrm>
          <a:off x="4125" y="351706"/>
          <a:ext cx="2480667" cy="547200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1. Risikoreduktion</a:t>
          </a:r>
          <a:endParaRPr lang="da-DK" sz="1900" kern="1200" dirty="0"/>
        </a:p>
      </dsp:txBody>
      <dsp:txXfrm>
        <a:off x="4125" y="351706"/>
        <a:ext cx="2480667" cy="547200"/>
      </dsp:txXfrm>
    </dsp:sp>
    <dsp:sp modelId="{DB64C1DB-95E1-4B0F-9393-DEE0ADB1833C}">
      <dsp:nvSpPr>
        <dsp:cNvPr id="0" name=""/>
        <dsp:cNvSpPr/>
      </dsp:nvSpPr>
      <dsp:spPr>
        <a:xfrm>
          <a:off x="4125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Reducer risikoen ved at implementere sikkerhedstiltag.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MFA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Patching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Kryptering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Rate‑</a:t>
          </a:r>
          <a:r>
            <a:rPr lang="da-DK" sz="1900" b="0" i="0" kern="1200" dirty="0" err="1"/>
            <a:t>limiting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Logging</a:t>
          </a:r>
          <a:r>
            <a:rPr lang="da-DK" sz="1900" b="0" i="0" kern="1200" dirty="0"/>
            <a:t> og overvågning</a:t>
          </a:r>
        </a:p>
      </dsp:txBody>
      <dsp:txXfrm>
        <a:off x="4125" y="898906"/>
        <a:ext cx="2480667" cy="3129300"/>
      </dsp:txXfrm>
    </dsp:sp>
    <dsp:sp modelId="{B8F52A9D-464C-4C19-A2D7-D8A7139171C2}">
      <dsp:nvSpPr>
        <dsp:cNvPr id="0" name=""/>
        <dsp:cNvSpPr/>
      </dsp:nvSpPr>
      <dsp:spPr>
        <a:xfrm>
          <a:off x="2832086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2. Risikooverførsel</a:t>
          </a:r>
          <a:endParaRPr lang="da-DK" sz="1900" b="0" i="0" kern="1200" dirty="0"/>
        </a:p>
      </dsp:txBody>
      <dsp:txXfrm>
        <a:off x="2832086" y="351706"/>
        <a:ext cx="2480667" cy="547200"/>
      </dsp:txXfrm>
    </dsp:sp>
    <dsp:sp modelId="{055ED29E-9564-4D15-B2C6-71F84ECCB3AE}">
      <dsp:nvSpPr>
        <dsp:cNvPr id="0" name=""/>
        <dsp:cNvSpPr/>
      </dsp:nvSpPr>
      <dsp:spPr>
        <a:xfrm>
          <a:off x="2832086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Flyt risikoen til en tredje part.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Cyberforsikring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Cloud-leverandør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Outsourcing af drift</a:t>
          </a:r>
        </a:p>
      </dsp:txBody>
      <dsp:txXfrm>
        <a:off x="2832086" y="898906"/>
        <a:ext cx="2480667" cy="3129300"/>
      </dsp:txXfrm>
    </dsp:sp>
    <dsp:sp modelId="{56271A1E-C1C4-4765-A3DF-AAA7F7FD3FA1}">
      <dsp:nvSpPr>
        <dsp:cNvPr id="0" name=""/>
        <dsp:cNvSpPr/>
      </dsp:nvSpPr>
      <dsp:spPr>
        <a:xfrm>
          <a:off x="5660046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3. Risikoundgåelse</a:t>
          </a:r>
          <a:endParaRPr lang="da-DK" sz="1900" b="0" i="0" kern="1200" dirty="0"/>
        </a:p>
      </dsp:txBody>
      <dsp:txXfrm>
        <a:off x="5660046" y="351706"/>
        <a:ext cx="2480667" cy="547200"/>
      </dsp:txXfrm>
    </dsp:sp>
    <dsp:sp modelId="{8C36ADAD-9EF4-4CAA-9064-3A58E59CB78C}">
      <dsp:nvSpPr>
        <dsp:cNvPr id="0" name=""/>
        <dsp:cNvSpPr/>
      </dsp:nvSpPr>
      <dsp:spPr>
        <a:xfrm>
          <a:off x="5660046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Stop den aktivitet, der skaber risikoen.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Fjern en sårbar funktion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Luk et usikkert API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Begræns adgang eller funktionalitet</a:t>
          </a:r>
        </a:p>
      </dsp:txBody>
      <dsp:txXfrm>
        <a:off x="5660046" y="898906"/>
        <a:ext cx="2480667" cy="3129300"/>
      </dsp:txXfrm>
    </dsp:sp>
    <dsp:sp modelId="{FDB7DDAA-1167-4F61-B534-A0945AD1F6E8}">
      <dsp:nvSpPr>
        <dsp:cNvPr id="0" name=""/>
        <dsp:cNvSpPr/>
      </dsp:nvSpPr>
      <dsp:spPr>
        <a:xfrm>
          <a:off x="8488007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4. Risikoaccept</a:t>
          </a:r>
          <a:endParaRPr lang="da-DK" sz="1900" b="0" i="0" kern="1200" dirty="0"/>
        </a:p>
      </dsp:txBody>
      <dsp:txXfrm>
        <a:off x="8488007" y="351706"/>
        <a:ext cx="2480667" cy="547200"/>
      </dsp:txXfrm>
    </dsp:sp>
    <dsp:sp modelId="{54BA12C0-1BF8-45BC-AE08-F3D30A47B00D}">
      <dsp:nvSpPr>
        <dsp:cNvPr id="0" name=""/>
        <dsp:cNvSpPr/>
      </dsp:nvSpPr>
      <dsp:spPr>
        <a:xfrm>
          <a:off x="8488007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Organisationen accepterer risikoen.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Lav risiko, lav konsekvens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Billigere at acceptere end at mitigere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Typisk dokumenteret i risikoregisteret</a:t>
          </a:r>
        </a:p>
      </dsp:txBody>
      <dsp:txXfrm>
        <a:off x="8488007" y="898906"/>
        <a:ext cx="2480667" cy="3129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795BC-5AEE-4765-96F1-8F064854B43F}">
      <dsp:nvSpPr>
        <dsp:cNvPr id="0" name=""/>
        <dsp:cNvSpPr/>
      </dsp:nvSpPr>
      <dsp:spPr>
        <a:xfrm>
          <a:off x="822959" y="0"/>
          <a:ext cx="9326880" cy="4379912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9CAD8-5237-4B68-936F-1D4C80CF644A}">
      <dsp:nvSpPr>
        <dsp:cNvPr id="0" name=""/>
        <dsp:cNvSpPr/>
      </dsp:nvSpPr>
      <dsp:spPr>
        <a:xfrm>
          <a:off x="4855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Grundlæggende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5-9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Trusler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Sårbarheder</a:t>
          </a:r>
        </a:p>
      </dsp:txBody>
      <dsp:txXfrm>
        <a:off x="90379" y="1399497"/>
        <a:ext cx="1931558" cy="1580916"/>
      </dsp:txXfrm>
    </dsp:sp>
    <dsp:sp modelId="{A6045007-CE6D-4AC4-A22C-5A0BD8A0932D}">
      <dsp:nvSpPr>
        <dsp:cNvPr id="0" name=""/>
        <dsp:cNvSpPr/>
      </dsp:nvSpPr>
      <dsp:spPr>
        <a:xfrm>
          <a:off x="2219976" y="1313973"/>
          <a:ext cx="2102606" cy="1751964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Tekniske aspekter af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10-12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Adgangskontrol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Kryptografi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Netværkssikkerhed</a:t>
          </a:r>
        </a:p>
      </dsp:txBody>
      <dsp:txXfrm>
        <a:off x="2305500" y="1399497"/>
        <a:ext cx="1931558" cy="1580916"/>
      </dsp:txXfrm>
    </dsp:sp>
    <dsp:sp modelId="{5E3BD372-0009-4DDB-88F9-0C77B666930A}">
      <dsp:nvSpPr>
        <dsp:cNvPr id="0" name=""/>
        <dsp:cNvSpPr/>
      </dsp:nvSpPr>
      <dsp:spPr>
        <a:xfrm>
          <a:off x="4435096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Sikker systemudvikling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13-16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Krav og design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Brugere og sikkerhed</a:t>
          </a:r>
        </a:p>
      </dsp:txBody>
      <dsp:txXfrm>
        <a:off x="4520620" y="1399497"/>
        <a:ext cx="1931558" cy="1580916"/>
      </dsp:txXfrm>
    </dsp:sp>
    <dsp:sp modelId="{1D3D1B56-66CB-4E84-AEBF-44F3C409A65B}">
      <dsp:nvSpPr>
        <dsp:cNvPr id="0" name=""/>
        <dsp:cNvSpPr/>
      </dsp:nvSpPr>
      <dsp:spPr>
        <a:xfrm>
          <a:off x="665021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Kvalitetssikring og 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17-18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Evaluering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Test</a:t>
          </a:r>
        </a:p>
      </dsp:txBody>
      <dsp:txXfrm>
        <a:off x="6735741" y="1399497"/>
        <a:ext cx="1931558" cy="1580916"/>
      </dsp:txXfrm>
    </dsp:sp>
    <dsp:sp modelId="{B03F450B-E8B4-4CAC-BE04-9FA4881E5FCF}">
      <dsp:nvSpPr>
        <dsp:cNvPr id="0" name=""/>
        <dsp:cNvSpPr/>
      </dsp:nvSpPr>
      <dsp:spPr>
        <a:xfrm>
          <a:off x="886533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Privatliv, etik og GDPR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19-21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Etik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Ansvar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Lovgivning</a:t>
          </a:r>
        </a:p>
      </dsp:txBody>
      <dsp:txXfrm>
        <a:off x="8950861" y="1399497"/>
        <a:ext cx="1931558" cy="1580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2/27/2026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skpal.com/wp-content/uploads/2022/11/RP_Cover_What-is-a-risk-assessment-matrix-1-scaled.jp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87E63-76CB-1EB7-B2D6-8B84E85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BD23A5-1B2E-4C86-E4D6-2DB76F1B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SIK-05-Øvelse i sårbarhedsvurdering</a:t>
            </a:r>
          </a:p>
        </p:txBody>
      </p:sp>
    </p:spTree>
    <p:extLst>
      <p:ext uri="{BB962C8B-B14F-4D97-AF65-F5344CB8AC3E}">
        <p14:creationId xmlns:p14="http://schemas.microsoft.com/office/powerpoint/2010/main" val="407691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Risikoanalyse og risikostyring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Pedersen og Vandrup, kapitel 3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95200-C64A-844C-8476-EB1A449C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22A896-DC78-41C7-24DD-7B32FCFB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/>
              <a:t>identificere og analysere trusler og sårbarheder</a:t>
            </a:r>
          </a:p>
        </p:txBody>
      </p:sp>
    </p:spTree>
    <p:extLst>
      <p:ext uri="{BB962C8B-B14F-4D97-AF65-F5344CB8AC3E}">
        <p14:creationId xmlns:p14="http://schemas.microsoft.com/office/powerpoint/2010/main" val="350825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7D1CB-3AA5-6173-C93D-25237300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Risikoanalysens syv trin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E3A881EB-0F48-51E2-FE7C-E010DC01B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963616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34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82689-92AF-5A2A-3AEF-FC4CE501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1: Identificér informationsaktiver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6BD79340-1562-0289-5B6F-07FEB07819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Hvad er et informationsaktiv?</a:t>
            </a:r>
          </a:p>
          <a:p>
            <a:r>
              <a:rPr lang="da-DK" dirty="0"/>
              <a:t>Data (fx kundeoplysninger, sundhedsdata)</a:t>
            </a:r>
          </a:p>
          <a:p>
            <a:r>
              <a:rPr lang="da-DK" dirty="0"/>
              <a:t>Systemer (API, database, servere, applikationer)</a:t>
            </a:r>
          </a:p>
          <a:p>
            <a:r>
              <a:rPr lang="da-DK" dirty="0"/>
              <a:t>Processer (</a:t>
            </a:r>
            <a:r>
              <a:rPr lang="da-DK" dirty="0" err="1"/>
              <a:t>betalingsflow</a:t>
            </a:r>
            <a:r>
              <a:rPr lang="da-DK" dirty="0"/>
              <a:t>, journaladministration)</a:t>
            </a:r>
          </a:p>
          <a:p>
            <a:r>
              <a:rPr lang="da-DK" dirty="0"/>
              <a:t>Fysiske aktiver (</a:t>
            </a:r>
            <a:r>
              <a:rPr lang="da-DK" dirty="0" err="1"/>
              <a:t>laptops</a:t>
            </a:r>
            <a:r>
              <a:rPr lang="da-DK" dirty="0"/>
              <a:t>, serverrum)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51E3725-542F-1152-1EB6-3F7B3C6E0B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Eksempler</a:t>
            </a:r>
          </a:p>
          <a:p>
            <a:r>
              <a:rPr lang="da-DK" dirty="0"/>
              <a:t>Patientjournaler</a:t>
            </a:r>
          </a:p>
          <a:p>
            <a:r>
              <a:rPr lang="da-DK" dirty="0"/>
              <a:t>Bookingdata</a:t>
            </a:r>
          </a:p>
          <a:p>
            <a:r>
              <a:rPr lang="da-DK" dirty="0"/>
              <a:t>Betalingsinformation</a:t>
            </a:r>
          </a:p>
          <a:p>
            <a:r>
              <a:rPr lang="da-DK" dirty="0" err="1"/>
              <a:t>Webservere</a:t>
            </a:r>
            <a:endParaRPr lang="da-DK" dirty="0"/>
          </a:p>
          <a:p>
            <a:r>
              <a:rPr lang="da-DK" dirty="0"/>
              <a:t>Logfiler</a:t>
            </a:r>
          </a:p>
        </p:txBody>
      </p:sp>
    </p:spTree>
    <p:extLst>
      <p:ext uri="{BB962C8B-B14F-4D97-AF65-F5344CB8AC3E}">
        <p14:creationId xmlns:p14="http://schemas.microsoft.com/office/powerpoint/2010/main" val="98284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6F340-D283-0D05-1C22-D3383C15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2: Identificér aktivers ejere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722A7D-1558-C75B-32E2-5DA673B051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Ejeren er den person/rolle, der har ansvar for:</a:t>
            </a:r>
          </a:p>
          <a:p>
            <a:r>
              <a:rPr lang="da-DK" dirty="0"/>
              <a:t>Aktivets korrekte anvendelse</a:t>
            </a:r>
          </a:p>
          <a:p>
            <a:r>
              <a:rPr lang="da-DK" dirty="0"/>
              <a:t>Beskyttelsesniveau</a:t>
            </a:r>
          </a:p>
          <a:p>
            <a:r>
              <a:rPr lang="da-DK" dirty="0"/>
              <a:t>Godkendelse af ændringer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A1FC358-3B1B-3503-9873-702A58C92F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Eksempler</a:t>
            </a:r>
          </a:p>
          <a:p>
            <a:r>
              <a:rPr lang="da-DK" dirty="0"/>
              <a:t>IT-chef → Database</a:t>
            </a:r>
          </a:p>
          <a:p>
            <a:r>
              <a:rPr lang="da-DK" dirty="0"/>
              <a:t>Klinikejer → Patientjournaler</a:t>
            </a:r>
          </a:p>
          <a:p>
            <a:r>
              <a:rPr lang="da-DK" dirty="0"/>
              <a:t>Udviklingsteam → Kodebase</a:t>
            </a:r>
          </a:p>
        </p:txBody>
      </p:sp>
    </p:spTree>
    <p:extLst>
      <p:ext uri="{BB962C8B-B14F-4D97-AF65-F5344CB8AC3E}">
        <p14:creationId xmlns:p14="http://schemas.microsoft.com/office/powerpoint/2010/main" val="134564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0A986-FC2F-D45D-F8F1-29D784D9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Trin 3: Identificér risici for CIA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513C4B1-818E-4559-713E-C3308F54D2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CIA-modellen</a:t>
            </a:r>
          </a:p>
          <a:p>
            <a:r>
              <a:rPr lang="da-DK" dirty="0"/>
              <a:t>C – Fortrolighed: Må ikke lække til uvedkommende</a:t>
            </a:r>
          </a:p>
          <a:p>
            <a:r>
              <a:rPr lang="da-DK" dirty="0"/>
              <a:t>I – Integritet: Data må ikke ændres utilsigtet</a:t>
            </a:r>
          </a:p>
          <a:p>
            <a:r>
              <a:rPr lang="da-DK" dirty="0"/>
              <a:t>A – Tilgængelighed: System/data skal være tilgængelige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A8B1324-F4A8-C207-AD3F-540D88C99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Eksempler på risici</a:t>
            </a:r>
          </a:p>
          <a:p>
            <a:r>
              <a:rPr lang="da-DK" dirty="0"/>
              <a:t>C: Data </a:t>
            </a:r>
            <a:r>
              <a:rPr lang="da-DK" dirty="0" err="1"/>
              <a:t>scraping</a:t>
            </a:r>
            <a:r>
              <a:rPr lang="da-DK" dirty="0"/>
              <a:t> af API</a:t>
            </a:r>
          </a:p>
          <a:p>
            <a:r>
              <a:rPr lang="da-DK" dirty="0"/>
              <a:t>I: Manipulation af patientjournaler</a:t>
            </a:r>
          </a:p>
          <a:p>
            <a:r>
              <a:rPr lang="da-DK" dirty="0"/>
              <a:t>A: </a:t>
            </a:r>
            <a:r>
              <a:rPr lang="da-DK" dirty="0" err="1"/>
              <a:t>DDoS</a:t>
            </a:r>
            <a:r>
              <a:rPr lang="da-DK" dirty="0"/>
              <a:t>-angreb</a:t>
            </a:r>
          </a:p>
        </p:txBody>
      </p:sp>
    </p:spTree>
    <p:extLst>
      <p:ext uri="{BB962C8B-B14F-4D97-AF65-F5344CB8AC3E}">
        <p14:creationId xmlns:p14="http://schemas.microsoft.com/office/powerpoint/2010/main" val="4230466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F040D-5994-397B-4BD5-A20C444D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4: Identificér risikoejere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942959-5C07-416D-B6F4-DF951F118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Den person/rolle der:</a:t>
            </a:r>
          </a:p>
          <a:p>
            <a:r>
              <a:rPr lang="da-DK" dirty="0"/>
              <a:t>er ansvarlig for at reagere på en risiko</a:t>
            </a:r>
          </a:p>
          <a:p>
            <a:r>
              <a:rPr lang="da-DK" dirty="0"/>
              <a:t>finansierer sikkerhedstiltag</a:t>
            </a:r>
          </a:p>
          <a:p>
            <a:r>
              <a:rPr lang="da-DK" dirty="0"/>
              <a:t>accepterer eller afviser risiko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4FDECCE-9793-543D-FA6F-22721137A4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Eksempler</a:t>
            </a:r>
          </a:p>
          <a:p>
            <a:r>
              <a:rPr lang="da-DK" dirty="0"/>
              <a:t>C-risiko → Data </a:t>
            </a:r>
            <a:r>
              <a:rPr lang="da-DK" dirty="0" err="1"/>
              <a:t>Protection</a:t>
            </a:r>
            <a:r>
              <a:rPr lang="da-DK" dirty="0"/>
              <a:t> Officer</a:t>
            </a:r>
          </a:p>
          <a:p>
            <a:r>
              <a:rPr lang="da-DK" dirty="0"/>
              <a:t>I-risiko → Produkt- eller dataejer</a:t>
            </a:r>
          </a:p>
          <a:p>
            <a:r>
              <a:rPr lang="da-DK" dirty="0"/>
              <a:t>A-risiko → IT-</a:t>
            </a:r>
            <a:r>
              <a:rPr lang="da-DK" dirty="0" err="1"/>
              <a:t>driftansvarlig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4498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9D2D1-95C6-D4F2-58BA-95EFD9D89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5: Analyser risici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76458D-4078-5634-5498-04D71CAB29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Vurder to ting:</a:t>
            </a:r>
          </a:p>
          <a:p>
            <a:pPr lvl="1"/>
            <a:r>
              <a:rPr lang="da-DK" dirty="0"/>
              <a:t>Sandsynlighed (Lav, Middel, Høj)</a:t>
            </a:r>
          </a:p>
          <a:p>
            <a:pPr lvl="1"/>
            <a:r>
              <a:rPr lang="da-DK" dirty="0"/>
              <a:t>Konsekvens (Lav, Middel, Høj)</a:t>
            </a:r>
          </a:p>
          <a:p>
            <a:r>
              <a:rPr lang="da-DK" dirty="0"/>
              <a:t>Risiko = Sandsynlighed × Konsekvens</a:t>
            </a:r>
          </a:p>
          <a:p>
            <a:endParaRPr lang="da-DK" dirty="0"/>
          </a:p>
          <a:p>
            <a:r>
              <a:rPr lang="da-DK" dirty="0"/>
              <a:t>Sandsynlighed kan vurderes ud fra sårbarhedsdatabaser.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FC51B42-8C5E-ABEB-3A3C-56ECA42D57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Eksempel:</a:t>
            </a:r>
          </a:p>
          <a:p>
            <a:r>
              <a:rPr lang="da-DK" dirty="0"/>
              <a:t>Manglende rate-</a:t>
            </a:r>
            <a:r>
              <a:rPr lang="da-DK" dirty="0" err="1"/>
              <a:t>limiting</a:t>
            </a:r>
            <a:r>
              <a:rPr lang="da-DK" dirty="0"/>
              <a:t> på API</a:t>
            </a:r>
          </a:p>
          <a:p>
            <a:r>
              <a:rPr lang="da-DK" dirty="0"/>
              <a:t>Sandsynlighed: Høj</a:t>
            </a:r>
          </a:p>
          <a:p>
            <a:r>
              <a:rPr lang="da-DK" dirty="0"/>
              <a:t>Konsekvens: Høj </a:t>
            </a:r>
          </a:p>
          <a:p>
            <a:r>
              <a:rPr lang="da-DK" dirty="0"/>
              <a:t>→ Risiko: Kritisk</a:t>
            </a:r>
          </a:p>
        </p:txBody>
      </p:sp>
    </p:spTree>
    <p:extLst>
      <p:ext uri="{BB962C8B-B14F-4D97-AF65-F5344CB8AC3E}">
        <p14:creationId xmlns:p14="http://schemas.microsoft.com/office/powerpoint/2010/main" val="355641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33659-1C63-70A8-81A8-7E110D33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6: Bestem risikoniveauer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5017D699-D8F2-420C-708D-F78028C32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745" y="1465263"/>
            <a:ext cx="7786510" cy="4379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8355154B-1787-8771-698C-0D14FDB2F39C}"/>
              </a:ext>
            </a:extLst>
          </p:cNvPr>
          <p:cNvSpPr txBox="1"/>
          <p:nvPr/>
        </p:nvSpPr>
        <p:spPr>
          <a:xfrm>
            <a:off x="609600" y="6300911"/>
            <a:ext cx="851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https://www.riskpal.com/wp-content/uploads/2022/11/RP_Cover_What-is-a-risk-assessment-matrix-1-scaled.jpg</a:t>
            </a:r>
            <a:r>
              <a:rPr lang="da-DK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6292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52572-EB86-D31E-40B4-314A744B3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7: Prioriter og behandl risici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91B364F-8888-FC8E-8EEB-A08F8795A5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Når risikoniveauerne er fastlagt, skal de prioriteres – hvilke håndteres først?</a:t>
            </a:r>
          </a:p>
          <a:p>
            <a:r>
              <a:rPr lang="da-DK" dirty="0"/>
              <a:t>Kritiske risici → håndteres straks</a:t>
            </a:r>
          </a:p>
          <a:p>
            <a:r>
              <a:rPr lang="da-DK" dirty="0"/>
              <a:t>Høj risiko → planlæg tiltag</a:t>
            </a:r>
          </a:p>
          <a:p>
            <a:r>
              <a:rPr lang="da-DK" dirty="0"/>
              <a:t>Middel risiko → monitorér, evt. afbød</a:t>
            </a:r>
          </a:p>
          <a:p>
            <a:r>
              <a:rPr lang="da-DK" dirty="0"/>
              <a:t>Lav risiko → ofte acceptabel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465BB7A-75BB-1FF6-5407-0C0C68B597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Behandling af hver risiko sker via én af disse muligheder:</a:t>
            </a:r>
          </a:p>
          <a:p>
            <a:r>
              <a:rPr lang="da-DK" dirty="0"/>
              <a:t>Risikoreduktion</a:t>
            </a:r>
          </a:p>
          <a:p>
            <a:r>
              <a:rPr lang="da-DK" dirty="0"/>
              <a:t>Risikooverførsel</a:t>
            </a:r>
          </a:p>
          <a:p>
            <a:r>
              <a:rPr lang="da-DK" dirty="0"/>
              <a:t>Risikoundgåelse</a:t>
            </a:r>
          </a:p>
          <a:p>
            <a:r>
              <a:rPr lang="da-DK" dirty="0"/>
              <a:t>Risikoaccept</a:t>
            </a:r>
          </a:p>
        </p:txBody>
      </p:sp>
    </p:spTree>
    <p:extLst>
      <p:ext uri="{BB962C8B-B14F-4D97-AF65-F5344CB8AC3E}">
        <p14:creationId xmlns:p14="http://schemas.microsoft.com/office/powerpoint/2010/main" val="125089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C9435-BB07-CE26-8FCD-AF008A63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7: Prioriter og behandl risici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17F7B487-7CBB-681E-020F-4BD9BE95C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584262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952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DFAAE-1697-F21E-38AE-23CC7EA3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A264AA-DB74-B3FE-0821-18BA50E06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SIK-05-Øvelse om risikoanalyse</a:t>
            </a:r>
          </a:p>
        </p:txBody>
      </p:sp>
    </p:spTree>
    <p:extLst>
      <p:ext uri="{BB962C8B-B14F-4D97-AF65-F5344CB8AC3E}">
        <p14:creationId xmlns:p14="http://schemas.microsoft.com/office/powerpoint/2010/main" val="6611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E691A-7678-B135-1F00-B721DC90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Semesterplan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3E087D4-9B93-5397-1B3B-201AA66A5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016418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fik 4" descr="Badge Flueben med massiv udfyldning">
            <a:extLst>
              <a:ext uri="{FF2B5EF4-FFF2-40B4-BE49-F238E27FC236}">
                <a16:creationId xmlns:a16="http://schemas.microsoft.com/office/drawing/2014/main" id="{FFE3B497-E069-AA2A-640C-151D18F9D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184" y="36552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4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CAC82DF-6735-47C1-8FBE-CC3693274B5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504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Office-tema</vt:lpstr>
      <vt:lpstr>Øvelse</vt:lpstr>
      <vt:lpstr>Risikoanalyse og risikostyring</vt:lpstr>
      <vt:lpstr>Formål</vt:lpstr>
      <vt:lpstr>Risikoanalysens syv trin</vt:lpstr>
      <vt:lpstr>Trin 1: Identificér informationsaktiver</vt:lpstr>
      <vt:lpstr>Trin 2: Identificér aktivers ejere</vt:lpstr>
      <vt:lpstr>Trin 3: Identificér risici for CIA</vt:lpstr>
      <vt:lpstr>Trin 4: Identificér risikoejere</vt:lpstr>
      <vt:lpstr>Trin 5: Analyser risici</vt:lpstr>
      <vt:lpstr>Trin 6: Bestem risikoniveauer</vt:lpstr>
      <vt:lpstr>Trin 7: Prioriter og behandl risici</vt:lpstr>
      <vt:lpstr>Trin 7: Prioriter og behandl risici</vt:lpstr>
      <vt:lpstr>Øvelse</vt:lpstr>
      <vt:lpstr>Semesterplan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2026-02-27T09:01:43Z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