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5"/>
  </p:notesMasterIdLst>
  <p:sldIdLst>
    <p:sldId id="314" r:id="rId5"/>
    <p:sldId id="295" r:id="rId6"/>
    <p:sldId id="315" r:id="rId7"/>
    <p:sldId id="316" r:id="rId8"/>
    <p:sldId id="317" r:id="rId9"/>
    <p:sldId id="319" r:id="rId10"/>
    <p:sldId id="321" r:id="rId11"/>
    <p:sldId id="322" r:id="rId12"/>
    <p:sldId id="323" r:id="rId13"/>
    <p:sldId id="32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DE306-D817-488E-8AE1-B31F18DB0214}" v="61" dt="2026-03-20T07:52:53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3-20T07:52:53.686" v="20435"/>
      <pc:docMkLst>
        <pc:docMk/>
      </pc:docMkLst>
      <pc:sldChg chg="addSp delSp modSp add del mod modClrScheme chgLayout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0" sldId="265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3-19T12:30:34.965" v="20087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19T12:30:21.602" v="20086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19T12:30:34.965" v="20087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del mod ord">
        <pc:chgData name="Jesper Buch Poignée" userId="e9c179cb-b07f-48e2-8bc5-99357f35e469" providerId="ADAL" clId="{0FA08CF4-302B-405B-A75E-5DF504EDE4A1}" dt="2026-03-19T08:25:52.684" v="20084" actId="2696"/>
        <pc:sldMkLst>
          <pc:docMk/>
          <pc:sldMk cId="1118619026" sldId="300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3727895388" sldId="301"/>
        </pc:sldMkLst>
        <pc:spChg chg="add mod ord">
          <ac:chgData name="Jesper Buch Poignée" userId="e9c179cb-b07f-48e2-8bc5-99357f35e469" providerId="ADAL" clId="{0FA08CF4-302B-405B-A75E-5DF504EDE4A1}" dt="2026-03-19T07:15:54.247" v="20083" actId="113"/>
          <ac:spMkLst>
            <pc:docMk/>
            <pc:sldMk cId="3727895388" sldId="301"/>
            <ac:spMk id="5" creationId="{0C87E0AA-F579-307C-6F02-AFE77BC22AA7}"/>
          </ac:spMkLst>
        </pc:spChg>
      </pc:sldChg>
      <pc:sldChg chg="modSp add del mod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591024993" sldId="310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1028509932" sldId="311"/>
        </pc:sldMkLst>
      </pc:sldChg>
      <pc:sldChg chg="modSp new del mod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3280976966" sldId="312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19T12:30:44.146" v="20088" actId="2696"/>
        <pc:sldMkLst>
          <pc:docMk/>
          <pc:sldMk cId="2997739134" sldId="313"/>
        </pc:sldMkLst>
      </pc:sldChg>
      <pc:sldChg chg="addSp delSp modSp new mod ord modClrScheme chgLayout">
        <pc:chgData name="Jesper Buch Poignée" userId="e9c179cb-b07f-48e2-8bc5-99357f35e469" providerId="ADAL" clId="{0FA08CF4-302B-405B-A75E-5DF504EDE4A1}" dt="2026-03-19T18:54:16.672" v="20267" actId="20577"/>
        <pc:sldMkLst>
          <pc:docMk/>
          <pc:sldMk cId="723569673" sldId="314"/>
        </pc:sldMkLst>
        <pc:spChg chg="mod ord">
          <ac:chgData name="Jesper Buch Poignée" userId="e9c179cb-b07f-48e2-8bc5-99357f35e469" providerId="ADAL" clId="{0FA08CF4-302B-405B-A75E-5DF504EDE4A1}" dt="2026-03-19T18:54:16.672" v="20267" actId="20577"/>
          <ac:spMkLst>
            <pc:docMk/>
            <pc:sldMk cId="723569673" sldId="314"/>
            <ac:spMk id="2" creationId="{C5BA20B6-90CF-8206-5EA0-3CB0303B5215}"/>
          </ac:spMkLst>
        </pc:spChg>
        <pc:spChg chg="add mod ord">
          <ac:chgData name="Jesper Buch Poignée" userId="e9c179cb-b07f-48e2-8bc5-99357f35e469" providerId="ADAL" clId="{0FA08CF4-302B-405B-A75E-5DF504EDE4A1}" dt="2026-03-18T12:31:00.290" v="19633"/>
          <ac:spMkLst>
            <pc:docMk/>
            <pc:sldMk cId="723569673" sldId="314"/>
            <ac:spMk id="5" creationId="{2890BA9C-E747-5154-2851-7A2E3370EA4B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3-20T07:46:56.444" v="20425" actId="20577"/>
        <pc:sldMkLst>
          <pc:docMk/>
          <pc:sldMk cId="110287276" sldId="315"/>
        </pc:sldMkLst>
        <pc:spChg chg="mod ord">
          <ac:chgData name="Jesper Buch Poignée" userId="e9c179cb-b07f-48e2-8bc5-99357f35e469" providerId="ADAL" clId="{0FA08CF4-302B-405B-A75E-5DF504EDE4A1}" dt="2026-03-19T12:32:56.780" v="20129" actId="700"/>
          <ac:spMkLst>
            <pc:docMk/>
            <pc:sldMk cId="110287276" sldId="315"/>
            <ac:spMk id="2" creationId="{E98F490E-4008-28B5-1D02-B169D19796F6}"/>
          </ac:spMkLst>
        </pc:spChg>
        <pc:spChg chg="add del">
          <ac:chgData name="Jesper Buch Poignée" userId="e9c179cb-b07f-48e2-8bc5-99357f35e469" providerId="ADAL" clId="{0FA08CF4-302B-405B-A75E-5DF504EDE4A1}" dt="2026-03-19T12:31:33.897" v="20099" actId="1032"/>
          <ac:spMkLst>
            <pc:docMk/>
            <pc:sldMk cId="110287276" sldId="315"/>
            <ac:spMk id="3" creationId="{E152D5F0-77A9-44C5-2EBB-9FA32A5F7F1E}"/>
          </ac:spMkLst>
        </pc:spChg>
        <pc:spChg chg="add mod ord">
          <ac:chgData name="Jesper Buch Poignée" userId="e9c179cb-b07f-48e2-8bc5-99357f35e469" providerId="ADAL" clId="{0FA08CF4-302B-405B-A75E-5DF504EDE4A1}" dt="2026-03-19T12:33:47.965" v="20149"/>
          <ac:spMkLst>
            <pc:docMk/>
            <pc:sldMk cId="110287276" sldId="315"/>
            <ac:spMk id="6" creationId="{5061AE5B-FDAF-9354-7C6A-39969D6A85AA}"/>
          </ac:spMkLst>
        </pc:spChg>
        <pc:spChg chg="add mod ord">
          <ac:chgData name="Jesper Buch Poignée" userId="e9c179cb-b07f-48e2-8bc5-99357f35e469" providerId="ADAL" clId="{0FA08CF4-302B-405B-A75E-5DF504EDE4A1}" dt="2026-03-19T12:34:05.102" v="20179" actId="20577"/>
          <ac:spMkLst>
            <pc:docMk/>
            <pc:sldMk cId="110287276" sldId="315"/>
            <ac:spMk id="7" creationId="{08F1C0B7-6070-AB7E-A093-52B92E8B41B7}"/>
          </ac:spMkLst>
        </pc:spChg>
        <pc:spChg chg="add del mod ord">
          <ac:chgData name="Jesper Buch Poignée" userId="e9c179cb-b07f-48e2-8bc5-99357f35e469" providerId="ADAL" clId="{0FA08CF4-302B-405B-A75E-5DF504EDE4A1}" dt="2026-03-19T12:33:08.285" v="20139" actId="1032"/>
          <ac:spMkLst>
            <pc:docMk/>
            <pc:sldMk cId="110287276" sldId="315"/>
            <ac:spMk id="8" creationId="{6E039AB3-AD3E-4C8A-4CDA-06EBF464F75C}"/>
          </ac:spMkLst>
        </pc:spChg>
        <pc:graphicFrameChg chg="add mod">
          <ac:chgData name="Jesper Buch Poignée" userId="e9c179cb-b07f-48e2-8bc5-99357f35e469" providerId="ADAL" clId="{0FA08CF4-302B-405B-A75E-5DF504EDE4A1}" dt="2026-03-19T12:31:22.435" v="20096"/>
          <ac:graphicFrameMkLst>
            <pc:docMk/>
            <pc:sldMk cId="110287276" sldId="315"/>
            <ac:graphicFrameMk id="4" creationId="{48974907-475E-B24B-ECFE-E313C4BD28AB}"/>
          </ac:graphicFrameMkLst>
        </pc:graphicFrameChg>
        <pc:graphicFrameChg chg="add mod ord modGraphic">
          <ac:chgData name="Jesper Buch Poignée" userId="e9c179cb-b07f-48e2-8bc5-99357f35e469" providerId="ADAL" clId="{0FA08CF4-302B-405B-A75E-5DF504EDE4A1}" dt="2026-03-19T12:33:36.036" v="20146" actId="20577"/>
          <ac:graphicFrameMkLst>
            <pc:docMk/>
            <pc:sldMk cId="110287276" sldId="315"/>
            <ac:graphicFrameMk id="5" creationId="{A96867C1-B77E-2204-9B36-863D1151DAE4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20T07:46:56.444" v="20425" actId="20577"/>
          <ac:graphicFrameMkLst>
            <pc:docMk/>
            <pc:sldMk cId="110287276" sldId="315"/>
            <ac:graphicFrameMk id="9" creationId="{7AF46E86-3A78-AF33-3158-376A0205D60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9T12:33:46.373" v="20147"/>
          <ac:graphicFrameMkLst>
            <pc:docMk/>
            <pc:sldMk cId="110287276" sldId="315"/>
            <ac:graphicFrameMk id="10" creationId="{3F3176BF-C91D-B289-7DC6-88B505DAE089}"/>
          </ac:graphicFrameMkLst>
        </pc:graphicFrameChg>
      </pc:sldChg>
      <pc:sldChg chg="modSp new del mod ord">
        <pc:chgData name="Jesper Buch Poignée" userId="e9c179cb-b07f-48e2-8bc5-99357f35e469" providerId="ADAL" clId="{0FA08CF4-302B-405B-A75E-5DF504EDE4A1}" dt="2026-03-19T12:30:19.183" v="20085" actId="2696"/>
        <pc:sldMkLst>
          <pc:docMk/>
          <pc:sldMk cId="1642630985" sldId="315"/>
        </pc:sldMkLst>
      </pc:sldChg>
      <pc:sldChg chg="addSp delSp modSp new mod">
        <pc:chgData name="Jesper Buch Poignée" userId="e9c179cb-b07f-48e2-8bc5-99357f35e469" providerId="ADAL" clId="{0FA08CF4-302B-405B-A75E-5DF504EDE4A1}" dt="2026-03-19T19:10:02.888" v="20403" actId="20577"/>
        <pc:sldMkLst>
          <pc:docMk/>
          <pc:sldMk cId="2192352060" sldId="316"/>
        </pc:sldMkLst>
        <pc:spChg chg="mod">
          <ac:chgData name="Jesper Buch Poignée" userId="e9c179cb-b07f-48e2-8bc5-99357f35e469" providerId="ADAL" clId="{0FA08CF4-302B-405B-A75E-5DF504EDE4A1}" dt="2026-03-19T12:35:03.296" v="20188"/>
          <ac:spMkLst>
            <pc:docMk/>
            <pc:sldMk cId="2192352060" sldId="316"/>
            <ac:spMk id="2" creationId="{4F9882FF-3D42-C60D-44CC-3B710354C82D}"/>
          </ac:spMkLst>
        </pc:spChg>
        <pc:spChg chg="mod">
          <ac:chgData name="Jesper Buch Poignée" userId="e9c179cb-b07f-48e2-8bc5-99357f35e469" providerId="ADAL" clId="{0FA08CF4-302B-405B-A75E-5DF504EDE4A1}" dt="2026-03-19T12:36:36.714" v="20198" actId="20577"/>
          <ac:spMkLst>
            <pc:docMk/>
            <pc:sldMk cId="2192352060" sldId="316"/>
            <ac:spMk id="3" creationId="{8EB27E91-849B-06BE-0776-9FF14C8A1D40}"/>
          </ac:spMkLst>
        </pc:spChg>
        <pc:spChg chg="add del">
          <ac:chgData name="Jesper Buch Poignée" userId="e9c179cb-b07f-48e2-8bc5-99357f35e469" providerId="ADAL" clId="{0FA08CF4-302B-405B-A75E-5DF504EDE4A1}" dt="2026-03-19T12:36:06.270" v="20189" actId="22"/>
          <ac:spMkLst>
            <pc:docMk/>
            <pc:sldMk cId="2192352060" sldId="316"/>
            <ac:spMk id="4" creationId="{BF296142-9CFF-512A-25F6-552E15553454}"/>
          </ac:spMkLst>
        </pc:spChg>
        <pc:spChg chg="mod">
          <ac:chgData name="Jesper Buch Poignée" userId="e9c179cb-b07f-48e2-8bc5-99357f35e469" providerId="ADAL" clId="{0FA08CF4-302B-405B-A75E-5DF504EDE4A1}" dt="2026-03-19T12:36:39.616" v="20205" actId="20577"/>
          <ac:spMkLst>
            <pc:docMk/>
            <pc:sldMk cId="2192352060" sldId="316"/>
            <ac:spMk id="5" creationId="{6C3F4E4C-A1CB-732A-B2BD-F52FDB6368E8}"/>
          </ac:spMkLst>
        </pc:spChg>
        <pc:spChg chg="mod">
          <ac:chgData name="Jesper Buch Poignée" userId="e9c179cb-b07f-48e2-8bc5-99357f35e469" providerId="ADAL" clId="{0FA08CF4-302B-405B-A75E-5DF504EDE4A1}" dt="2026-03-19T19:10:02.888" v="20403" actId="20577"/>
          <ac:spMkLst>
            <pc:docMk/>
            <pc:sldMk cId="2192352060" sldId="316"/>
            <ac:spMk id="6" creationId="{AA687C5E-B99C-1079-C474-4E251E10ED21}"/>
          </ac:spMkLst>
        </pc:spChg>
        <pc:graphicFrameChg chg="add mod">
          <ac:chgData name="Jesper Buch Poignée" userId="e9c179cb-b07f-48e2-8bc5-99357f35e469" providerId="ADAL" clId="{0FA08CF4-302B-405B-A75E-5DF504EDE4A1}" dt="2026-03-19T12:35:03.290" v="20186"/>
          <ac:graphicFrameMkLst>
            <pc:docMk/>
            <pc:sldMk cId="2192352060" sldId="316"/>
            <ac:graphicFrameMk id="7" creationId="{E2161863-632A-6A93-463E-B9ACE97C62B2}"/>
          </ac:graphicFrameMkLst>
        </pc:graphicFrameChg>
        <pc:picChg chg="add mod ord">
          <ac:chgData name="Jesper Buch Poignée" userId="e9c179cb-b07f-48e2-8bc5-99357f35e469" providerId="ADAL" clId="{0FA08CF4-302B-405B-A75E-5DF504EDE4A1}" dt="2026-03-19T12:36:46.745" v="20206" actId="1076"/>
          <ac:picMkLst>
            <pc:docMk/>
            <pc:sldMk cId="2192352060" sldId="316"/>
            <ac:picMk id="9" creationId="{C99912AF-F91A-4536-3739-77D39931F484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20T07:46:15.248" v="20424" actId="20577"/>
        <pc:sldMkLst>
          <pc:docMk/>
          <pc:sldMk cId="873284072" sldId="317"/>
        </pc:sldMkLst>
        <pc:spChg chg="mod ord">
          <ac:chgData name="Jesper Buch Poignée" userId="e9c179cb-b07f-48e2-8bc5-99357f35e469" providerId="ADAL" clId="{0FA08CF4-302B-405B-A75E-5DF504EDE4A1}" dt="2026-03-19T12:37:41.190" v="20223" actId="700"/>
          <ac:spMkLst>
            <pc:docMk/>
            <pc:sldMk cId="873284072" sldId="317"/>
            <ac:spMk id="2" creationId="{62C8974C-11E7-9AD7-6732-C6312376FBCD}"/>
          </ac:spMkLst>
        </pc:spChg>
        <pc:spChg chg="del">
          <ac:chgData name="Jesper Buch Poignée" userId="e9c179cb-b07f-48e2-8bc5-99357f35e469" providerId="ADAL" clId="{0FA08CF4-302B-405B-A75E-5DF504EDE4A1}" dt="2026-03-19T12:37:41.190" v="20223" actId="700"/>
          <ac:spMkLst>
            <pc:docMk/>
            <pc:sldMk cId="873284072" sldId="317"/>
            <ac:spMk id="3" creationId="{A4F81DF0-7F41-A781-155B-226D810A41E7}"/>
          </ac:spMkLst>
        </pc:spChg>
        <pc:spChg chg="del mod ord">
          <ac:chgData name="Jesper Buch Poignée" userId="e9c179cb-b07f-48e2-8bc5-99357f35e469" providerId="ADAL" clId="{0FA08CF4-302B-405B-A75E-5DF504EDE4A1}" dt="2026-03-19T12:37:41.190" v="20223" actId="700"/>
          <ac:spMkLst>
            <pc:docMk/>
            <pc:sldMk cId="873284072" sldId="317"/>
            <ac:spMk id="4" creationId="{38B442F3-09A4-0428-E3A7-CCD6EF2CCC69}"/>
          </ac:spMkLst>
        </pc:spChg>
        <pc:spChg chg="del">
          <ac:chgData name="Jesper Buch Poignée" userId="e9c179cb-b07f-48e2-8bc5-99357f35e469" providerId="ADAL" clId="{0FA08CF4-302B-405B-A75E-5DF504EDE4A1}" dt="2026-03-19T12:37:41.190" v="20223" actId="700"/>
          <ac:spMkLst>
            <pc:docMk/>
            <pc:sldMk cId="873284072" sldId="317"/>
            <ac:spMk id="5" creationId="{1EF9EFB8-194F-D7CA-3C32-EA69EEDA0A83}"/>
          </ac:spMkLst>
        </pc:spChg>
        <pc:spChg chg="del">
          <ac:chgData name="Jesper Buch Poignée" userId="e9c179cb-b07f-48e2-8bc5-99357f35e469" providerId="ADAL" clId="{0FA08CF4-302B-405B-A75E-5DF504EDE4A1}" dt="2026-03-19T12:37:41.190" v="20223" actId="700"/>
          <ac:spMkLst>
            <pc:docMk/>
            <pc:sldMk cId="873284072" sldId="317"/>
            <ac:spMk id="6" creationId="{D92EF457-D001-27B7-AE20-809F640442D5}"/>
          </ac:spMkLst>
        </pc:spChg>
        <pc:spChg chg="add del mod ord">
          <ac:chgData name="Jesper Buch Poignée" userId="e9c179cb-b07f-48e2-8bc5-99357f35e469" providerId="ADAL" clId="{0FA08CF4-302B-405B-A75E-5DF504EDE4A1}" dt="2026-03-19T12:37:44.816" v="20224" actId="1032"/>
          <ac:spMkLst>
            <pc:docMk/>
            <pc:sldMk cId="873284072" sldId="317"/>
            <ac:spMk id="7" creationId="{EF7DAB05-6124-6A26-30F6-593D868F3DBD}"/>
          </ac:spMkLst>
        </pc:spChg>
        <pc:graphicFrameChg chg="add mod modGraphic">
          <ac:chgData name="Jesper Buch Poignée" userId="e9c179cb-b07f-48e2-8bc5-99357f35e469" providerId="ADAL" clId="{0FA08CF4-302B-405B-A75E-5DF504EDE4A1}" dt="2026-03-20T07:46:15.248" v="20424" actId="20577"/>
          <ac:graphicFrameMkLst>
            <pc:docMk/>
            <pc:sldMk cId="873284072" sldId="317"/>
            <ac:graphicFrameMk id="8" creationId="{8DDEB4D0-7C0F-56E9-63D9-39FA0045CF8C}"/>
          </ac:graphicFrameMkLst>
        </pc:graphicFrameChg>
      </pc:sldChg>
      <pc:sldChg chg="addSp delSp modSp new del mod">
        <pc:chgData name="Jesper Buch Poignée" userId="e9c179cb-b07f-48e2-8bc5-99357f35e469" providerId="ADAL" clId="{0FA08CF4-302B-405B-A75E-5DF504EDE4A1}" dt="2026-03-19T18:58:23.632" v="20274" actId="2696"/>
        <pc:sldMkLst>
          <pc:docMk/>
          <pc:sldMk cId="3195033710" sldId="318"/>
        </pc:sldMkLst>
        <pc:spChg chg="mod">
          <ac:chgData name="Jesper Buch Poignée" userId="e9c179cb-b07f-48e2-8bc5-99357f35e469" providerId="ADAL" clId="{0FA08CF4-302B-405B-A75E-5DF504EDE4A1}" dt="2026-03-19T12:38:56.213" v="20253"/>
          <ac:spMkLst>
            <pc:docMk/>
            <pc:sldMk cId="3195033710" sldId="318"/>
            <ac:spMk id="2" creationId="{67E50F10-6CC3-BF44-1104-A4A8AE47FAEF}"/>
          </ac:spMkLst>
        </pc:spChg>
        <pc:spChg chg="add del">
          <ac:chgData name="Jesper Buch Poignée" userId="e9c179cb-b07f-48e2-8bc5-99357f35e469" providerId="ADAL" clId="{0FA08CF4-302B-405B-A75E-5DF504EDE4A1}" dt="2026-03-19T12:38:56.209" v="20251"/>
          <ac:spMkLst>
            <pc:docMk/>
            <pc:sldMk cId="3195033710" sldId="318"/>
            <ac:spMk id="3" creationId="{C255F4E2-C216-68EF-BF18-3CB4162217F3}"/>
          </ac:spMkLst>
        </pc:spChg>
        <pc:graphicFrameChg chg="add mod">
          <ac:chgData name="Jesper Buch Poignée" userId="e9c179cb-b07f-48e2-8bc5-99357f35e469" providerId="ADAL" clId="{0FA08CF4-302B-405B-A75E-5DF504EDE4A1}" dt="2026-03-19T12:38:56.209" v="20251"/>
          <ac:graphicFrameMkLst>
            <pc:docMk/>
            <pc:sldMk cId="3195033710" sldId="318"/>
            <ac:graphicFrameMk id="4" creationId="{C42829EB-205C-311F-6621-565D8D741E78}"/>
          </ac:graphicFrameMkLst>
        </pc:graphicFrameChg>
      </pc:sldChg>
      <pc:sldChg chg="modSp add mod ord">
        <pc:chgData name="Jesper Buch Poignée" userId="e9c179cb-b07f-48e2-8bc5-99357f35e469" providerId="ADAL" clId="{0FA08CF4-302B-405B-A75E-5DF504EDE4A1}" dt="2026-03-19T18:58:59.241" v="20290" actId="20577"/>
        <pc:sldMkLst>
          <pc:docMk/>
          <pc:sldMk cId="280256724" sldId="319"/>
        </pc:sldMkLst>
        <pc:spChg chg="mod">
          <ac:chgData name="Jesper Buch Poignée" userId="e9c179cb-b07f-48e2-8bc5-99357f35e469" providerId="ADAL" clId="{0FA08CF4-302B-405B-A75E-5DF504EDE4A1}" dt="2026-03-19T18:58:18.691" v="20271"/>
          <ac:spMkLst>
            <pc:docMk/>
            <pc:sldMk cId="280256724" sldId="319"/>
            <ac:spMk id="2" creationId="{D585CFCC-6224-801D-7B4C-67CE8F3F0B4F}"/>
          </ac:spMkLst>
        </pc:spChg>
        <pc:spChg chg="mod">
          <ac:chgData name="Jesper Buch Poignée" userId="e9c179cb-b07f-48e2-8bc5-99357f35e469" providerId="ADAL" clId="{0FA08CF4-302B-405B-A75E-5DF504EDE4A1}" dt="2026-03-19T18:58:20.850" v="20273" actId="20577"/>
          <ac:spMkLst>
            <pc:docMk/>
            <pc:sldMk cId="280256724" sldId="319"/>
            <ac:spMk id="6" creationId="{DEE5C47B-B83D-55BC-9219-354440878BEC}"/>
          </ac:spMkLst>
        </pc:spChg>
        <pc:graphicFrameChg chg="mod modGraphic">
          <ac:chgData name="Jesper Buch Poignée" userId="e9c179cb-b07f-48e2-8bc5-99357f35e469" providerId="ADAL" clId="{0FA08CF4-302B-405B-A75E-5DF504EDE4A1}" dt="2026-03-19T18:58:59.241" v="20290" actId="20577"/>
          <ac:graphicFrameMkLst>
            <pc:docMk/>
            <pc:sldMk cId="280256724" sldId="319"/>
            <ac:graphicFrameMk id="5" creationId="{7D9EAFB6-6A37-A807-679A-62CB09D4AE17}"/>
          </ac:graphicFrameMkLst>
        </pc:graphicFrameChg>
        <pc:graphicFrameChg chg="mod modGraphic">
          <ac:chgData name="Jesper Buch Poignée" userId="e9c179cb-b07f-48e2-8bc5-99357f35e469" providerId="ADAL" clId="{0FA08CF4-302B-405B-A75E-5DF504EDE4A1}" dt="2026-03-19T18:58:37.154" v="20281" actId="20577"/>
          <ac:graphicFrameMkLst>
            <pc:docMk/>
            <pc:sldMk cId="280256724" sldId="319"/>
            <ac:graphicFrameMk id="9" creationId="{18FC6DC6-C1ED-1D0A-BD37-ED5CD3F311BF}"/>
          </ac:graphicFrameMkLst>
        </pc:graphicFrameChg>
      </pc:sldChg>
      <pc:sldChg chg="addSp delSp modSp add del mod ord modClrScheme chgLayout">
        <pc:chgData name="Jesper Buch Poignée" userId="e9c179cb-b07f-48e2-8bc5-99357f35e469" providerId="ADAL" clId="{0FA08CF4-302B-405B-A75E-5DF504EDE4A1}" dt="2026-03-19T19:02:26.135" v="20336" actId="2696"/>
        <pc:sldMkLst>
          <pc:docMk/>
          <pc:sldMk cId="2354475845" sldId="320"/>
        </pc:sldMkLst>
        <pc:spChg chg="mod ord">
          <ac:chgData name="Jesper Buch Poignée" userId="e9c179cb-b07f-48e2-8bc5-99357f35e469" providerId="ADAL" clId="{0FA08CF4-302B-405B-A75E-5DF504EDE4A1}" dt="2026-03-19T19:00:56.748" v="20307" actId="700"/>
          <ac:spMkLst>
            <pc:docMk/>
            <pc:sldMk cId="2354475845" sldId="320"/>
            <ac:spMk id="2" creationId="{2EEC8AFD-5B42-5CCF-FC57-947244C194CD}"/>
          </ac:spMkLst>
        </pc:spChg>
        <pc:spChg chg="mod ord">
          <ac:chgData name="Jesper Buch Poignée" userId="e9c179cb-b07f-48e2-8bc5-99357f35e469" providerId="ADAL" clId="{0FA08CF4-302B-405B-A75E-5DF504EDE4A1}" dt="2026-03-19T19:00:56.748" v="20307" actId="700"/>
          <ac:spMkLst>
            <pc:docMk/>
            <pc:sldMk cId="2354475845" sldId="320"/>
            <ac:spMk id="3" creationId="{9319D89A-4A6A-808A-1688-F583E61CF0AF}"/>
          </ac:spMkLst>
        </pc:spChg>
        <pc:spChg chg="add del mod">
          <ac:chgData name="Jesper Buch Poignée" userId="e9c179cb-b07f-48e2-8bc5-99357f35e469" providerId="ADAL" clId="{0FA08CF4-302B-405B-A75E-5DF504EDE4A1}" dt="2026-03-19T19:00:07.109" v="20297" actId="22"/>
          <ac:spMkLst>
            <pc:docMk/>
            <pc:sldMk cId="2354475845" sldId="320"/>
            <ac:spMk id="4" creationId="{CF3672B5-47F9-A3BD-038A-1F433CB87289}"/>
          </ac:spMkLst>
        </pc:spChg>
        <pc:spChg chg="mod ord">
          <ac:chgData name="Jesper Buch Poignée" userId="e9c179cb-b07f-48e2-8bc5-99357f35e469" providerId="ADAL" clId="{0FA08CF4-302B-405B-A75E-5DF504EDE4A1}" dt="2026-03-19T19:00:56.748" v="20307" actId="700"/>
          <ac:spMkLst>
            <pc:docMk/>
            <pc:sldMk cId="2354475845" sldId="320"/>
            <ac:spMk id="5" creationId="{82B32F22-E30C-2760-9BC3-CF404BD209E5}"/>
          </ac:spMkLst>
        </pc:spChg>
        <pc:spChg chg="add del mod ord">
          <ac:chgData name="Jesper Buch Poignée" userId="e9c179cb-b07f-48e2-8bc5-99357f35e469" providerId="ADAL" clId="{0FA08CF4-302B-405B-A75E-5DF504EDE4A1}" dt="2026-03-19T19:00:56.748" v="20307" actId="700"/>
          <ac:spMkLst>
            <pc:docMk/>
            <pc:sldMk cId="2354475845" sldId="320"/>
            <ac:spMk id="6" creationId="{8497BC65-D65C-E2F9-5740-61FF5BA4883E}"/>
          </ac:spMkLst>
        </pc:spChg>
        <pc:spChg chg="add del mod ord">
          <ac:chgData name="Jesper Buch Poignée" userId="e9c179cb-b07f-48e2-8bc5-99357f35e469" providerId="ADAL" clId="{0FA08CF4-302B-405B-A75E-5DF504EDE4A1}" dt="2026-03-19T19:00:56.748" v="20307" actId="700"/>
          <ac:spMkLst>
            <pc:docMk/>
            <pc:sldMk cId="2354475845" sldId="320"/>
            <ac:spMk id="11" creationId="{18D5525B-87B4-EA42-9799-CDE85E0D04DF}"/>
          </ac:spMkLst>
        </pc:spChg>
        <pc:graphicFrameChg chg="add mod">
          <ac:chgData name="Jesper Buch Poignée" userId="e9c179cb-b07f-48e2-8bc5-99357f35e469" providerId="ADAL" clId="{0FA08CF4-302B-405B-A75E-5DF504EDE4A1}" dt="2026-03-19T19:00:23.974" v="20303"/>
          <ac:graphicFrameMkLst>
            <pc:docMk/>
            <pc:sldMk cId="2354475845" sldId="320"/>
            <ac:graphicFrameMk id="10" creationId="{0F3F375D-66AC-04F6-EF5D-31F59A5D3320}"/>
          </ac:graphicFrameMkLst>
        </pc:graphicFrameChg>
        <pc:picChg chg="add del mod ord">
          <ac:chgData name="Jesper Buch Poignée" userId="e9c179cb-b07f-48e2-8bc5-99357f35e469" providerId="ADAL" clId="{0FA08CF4-302B-405B-A75E-5DF504EDE4A1}" dt="2026-03-19T19:00:45.471" v="20306" actId="478"/>
          <ac:picMkLst>
            <pc:docMk/>
            <pc:sldMk cId="2354475845" sldId="320"/>
            <ac:picMk id="8" creationId="{4A83C86A-2F6A-6079-4866-83EF485C97F9}"/>
          </ac:picMkLst>
        </pc:picChg>
        <pc:picChg chg="del">
          <ac:chgData name="Jesper Buch Poignée" userId="e9c179cb-b07f-48e2-8bc5-99357f35e469" providerId="ADAL" clId="{0FA08CF4-302B-405B-A75E-5DF504EDE4A1}" dt="2026-03-19T18:59:51.591" v="20296" actId="478"/>
          <ac:picMkLst>
            <pc:docMk/>
            <pc:sldMk cId="2354475845" sldId="320"/>
            <ac:picMk id="9" creationId="{8F434916-722C-0E98-BC2C-6F47804CE37E}"/>
          </ac:picMkLst>
        </pc:picChg>
      </pc:sldChg>
      <pc:sldChg chg="addSp delSp modSp new mod modClrScheme chgLayout">
        <pc:chgData name="Jesper Buch Poignée" userId="e9c179cb-b07f-48e2-8bc5-99357f35e469" providerId="ADAL" clId="{0FA08CF4-302B-405B-A75E-5DF504EDE4A1}" dt="2026-03-20T07:52:26.572" v="20433" actId="5793"/>
        <pc:sldMkLst>
          <pc:docMk/>
          <pc:sldMk cId="1882636200" sldId="321"/>
        </pc:sldMkLst>
        <pc:spChg chg="del mod ord">
          <ac:chgData name="Jesper Buch Poignée" userId="e9c179cb-b07f-48e2-8bc5-99357f35e469" providerId="ADAL" clId="{0FA08CF4-302B-405B-A75E-5DF504EDE4A1}" dt="2026-03-19T19:01:06.313" v="20309" actId="700"/>
          <ac:spMkLst>
            <pc:docMk/>
            <pc:sldMk cId="1882636200" sldId="321"/>
            <ac:spMk id="2" creationId="{B9269DDD-B989-D03B-19F3-56A375F98E94}"/>
          </ac:spMkLst>
        </pc:spChg>
        <pc:spChg chg="del mod ord">
          <ac:chgData name="Jesper Buch Poignée" userId="e9c179cb-b07f-48e2-8bc5-99357f35e469" providerId="ADAL" clId="{0FA08CF4-302B-405B-A75E-5DF504EDE4A1}" dt="2026-03-19T19:01:06.313" v="20309" actId="700"/>
          <ac:spMkLst>
            <pc:docMk/>
            <pc:sldMk cId="1882636200" sldId="321"/>
            <ac:spMk id="3" creationId="{4014C4C0-FCCD-C455-5A6D-EB7F14FBE52F}"/>
          </ac:spMkLst>
        </pc:spChg>
        <pc:spChg chg="add mod ord">
          <ac:chgData name="Jesper Buch Poignée" userId="e9c179cb-b07f-48e2-8bc5-99357f35e469" providerId="ADAL" clId="{0FA08CF4-302B-405B-A75E-5DF504EDE4A1}" dt="2026-03-19T19:02:23.620" v="20335"/>
          <ac:spMkLst>
            <pc:docMk/>
            <pc:sldMk cId="1882636200" sldId="321"/>
            <ac:spMk id="4" creationId="{B9A69C58-713A-70C4-A667-FB136BA13AF5}"/>
          </ac:spMkLst>
        </pc:spChg>
        <pc:spChg chg="add del mod ord">
          <ac:chgData name="Jesper Buch Poignée" userId="e9c179cb-b07f-48e2-8bc5-99357f35e469" providerId="ADAL" clId="{0FA08CF4-302B-405B-A75E-5DF504EDE4A1}" dt="2026-03-20T07:52:26.572" v="20433" actId="5793"/>
          <ac:spMkLst>
            <pc:docMk/>
            <pc:sldMk cId="1882636200" sldId="321"/>
            <ac:spMk id="5" creationId="{30052A87-4057-5527-4A87-4D9D2FE8E973}"/>
          </ac:spMkLst>
        </pc:spChg>
        <pc:spChg chg="add del mod ord">
          <ac:chgData name="Jesper Buch Poignée" userId="e9c179cb-b07f-48e2-8bc5-99357f35e469" providerId="ADAL" clId="{0FA08CF4-302B-405B-A75E-5DF504EDE4A1}" dt="2026-03-19T19:02:16.366" v="20334" actId="5793"/>
          <ac:spMkLst>
            <pc:docMk/>
            <pc:sldMk cId="1882636200" sldId="321"/>
            <ac:spMk id="6" creationId="{06997766-7E09-9CAE-F4B0-6C7DF23D2EAD}"/>
          </ac:spMkLst>
        </pc:spChg>
        <pc:graphicFrameChg chg="add mod">
          <ac:chgData name="Jesper Buch Poignée" userId="e9c179cb-b07f-48e2-8bc5-99357f35e469" providerId="ADAL" clId="{0FA08CF4-302B-405B-A75E-5DF504EDE4A1}" dt="2026-03-19T19:01:11.379" v="20313"/>
          <ac:graphicFrameMkLst>
            <pc:docMk/>
            <pc:sldMk cId="1882636200" sldId="321"/>
            <ac:graphicFrameMk id="7" creationId="{4DEC8537-91FD-24A7-5BAC-AF210B63EFC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19T19:01:59.858" v="20327"/>
          <ac:graphicFrameMkLst>
            <pc:docMk/>
            <pc:sldMk cId="1882636200" sldId="321"/>
            <ac:graphicFrameMk id="8" creationId="{1B417566-304B-4638-AF4C-B17B03ABED35}"/>
          </ac:graphicFrameMkLst>
        </pc:graphicFrameChg>
      </pc:sldChg>
      <pc:sldChg chg="modSp add mod ord">
        <pc:chgData name="Jesper Buch Poignée" userId="e9c179cb-b07f-48e2-8bc5-99357f35e469" providerId="ADAL" clId="{0FA08CF4-302B-405B-A75E-5DF504EDE4A1}" dt="2026-03-20T07:52:53.686" v="20435"/>
        <pc:sldMkLst>
          <pc:docMk/>
          <pc:sldMk cId="302711296" sldId="322"/>
        </pc:sldMkLst>
        <pc:spChg chg="mod">
          <ac:chgData name="Jesper Buch Poignée" userId="e9c179cb-b07f-48e2-8bc5-99357f35e469" providerId="ADAL" clId="{0FA08CF4-302B-405B-A75E-5DF504EDE4A1}" dt="2026-03-19T19:02:38.343" v="20341" actId="20577"/>
          <ac:spMkLst>
            <pc:docMk/>
            <pc:sldMk cId="302711296" sldId="322"/>
            <ac:spMk id="2" creationId="{FF33BFC7-5E8D-69AD-6F6A-7097DC0E97B3}"/>
          </ac:spMkLst>
        </pc:spChg>
        <pc:graphicFrameChg chg="mod modGraphic">
          <ac:chgData name="Jesper Buch Poignée" userId="e9c179cb-b07f-48e2-8bc5-99357f35e469" providerId="ADAL" clId="{0FA08CF4-302B-405B-A75E-5DF504EDE4A1}" dt="2026-03-20T07:52:53.686" v="20435"/>
          <ac:graphicFrameMkLst>
            <pc:docMk/>
            <pc:sldMk cId="302711296" sldId="322"/>
            <ac:graphicFrameMk id="8" creationId="{750A87EC-0893-FA8F-A1FE-8D47A57D2DA9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3-19T19:05:24.582" v="20396" actId="20577"/>
        <pc:sldMkLst>
          <pc:docMk/>
          <pc:sldMk cId="359552876" sldId="323"/>
        </pc:sldMkLst>
        <pc:spChg chg="mod">
          <ac:chgData name="Jesper Buch Poignée" userId="e9c179cb-b07f-48e2-8bc5-99357f35e469" providerId="ADAL" clId="{0FA08CF4-302B-405B-A75E-5DF504EDE4A1}" dt="2026-03-19T19:05:24.582" v="20396" actId="20577"/>
          <ac:spMkLst>
            <pc:docMk/>
            <pc:sldMk cId="359552876" sldId="323"/>
            <ac:spMk id="2" creationId="{344CCF83-A03D-F499-B944-B6D4F484121C}"/>
          </ac:spMkLst>
        </pc:spChg>
        <pc:spChg chg="del">
          <ac:chgData name="Jesper Buch Poignée" userId="e9c179cb-b07f-48e2-8bc5-99357f35e469" providerId="ADAL" clId="{0FA08CF4-302B-405B-A75E-5DF504EDE4A1}" dt="2026-03-19T19:04:59.243" v="20363" actId="3680"/>
          <ac:spMkLst>
            <pc:docMk/>
            <pc:sldMk cId="359552876" sldId="323"/>
            <ac:spMk id="3" creationId="{E647237B-B825-D6EC-5657-7D7009217FDC}"/>
          </ac:spMkLst>
        </pc:spChg>
        <pc:graphicFrameChg chg="add mod ord modGraphic">
          <ac:chgData name="Jesper Buch Poignée" userId="e9c179cb-b07f-48e2-8bc5-99357f35e469" providerId="ADAL" clId="{0FA08CF4-302B-405B-A75E-5DF504EDE4A1}" dt="2026-03-19T19:05:11.021" v="20367" actId="2165"/>
          <ac:graphicFrameMkLst>
            <pc:docMk/>
            <pc:sldMk cId="359552876" sldId="323"/>
            <ac:graphicFrameMk id="4" creationId="{4415AC41-7C53-7703-74BF-5582A2834D27}"/>
          </ac:graphicFrameMkLst>
        </pc:graphicFrameChg>
      </pc:sldChg>
      <pc:sldChg chg="modSp new mod ord">
        <pc:chgData name="Jesper Buch Poignée" userId="e9c179cb-b07f-48e2-8bc5-99357f35e469" providerId="ADAL" clId="{0FA08CF4-302B-405B-A75E-5DF504EDE4A1}" dt="2026-03-20T07:51:27.956" v="20427"/>
        <pc:sldMkLst>
          <pc:docMk/>
          <pc:sldMk cId="1566870915" sldId="324"/>
        </pc:sldMkLst>
        <pc:spChg chg="mod">
          <ac:chgData name="Jesper Buch Poignée" userId="e9c179cb-b07f-48e2-8bc5-99357f35e469" providerId="ADAL" clId="{0FA08CF4-302B-405B-A75E-5DF504EDE4A1}" dt="2026-03-19T19:08:52.892" v="20398"/>
          <ac:spMkLst>
            <pc:docMk/>
            <pc:sldMk cId="1566870915" sldId="324"/>
            <ac:spMk id="2" creationId="{E8F39224-C3BA-C829-919F-E1BE921529DB}"/>
          </ac:spMkLst>
        </pc:spChg>
      </pc:sldChg>
      <pc:sldChg chg="modSp new del mod">
        <pc:chgData name="Jesper Buch Poignée" userId="e9c179cb-b07f-48e2-8bc5-99357f35e469" providerId="ADAL" clId="{0FA08CF4-302B-405B-A75E-5DF504EDE4A1}" dt="2026-03-20T07:51:30.758" v="20428" actId="2696"/>
        <pc:sldMkLst>
          <pc:docMk/>
          <pc:sldMk cId="1498723" sldId="325"/>
        </pc:sldMkLst>
        <pc:spChg chg="mod">
          <ac:chgData name="Jesper Buch Poignée" userId="e9c179cb-b07f-48e2-8bc5-99357f35e469" providerId="ADAL" clId="{0FA08CF4-302B-405B-A75E-5DF504EDE4A1}" dt="2026-03-19T19:09:05.343" v="20400"/>
          <ac:spMkLst>
            <pc:docMk/>
            <pc:sldMk cId="1498723" sldId="325"/>
            <ac:spMk id="2" creationId="{1D889DD8-04C5-8DDD-8C21-11E41D2F44E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55D09-C797-414A-8977-A9EC4286F232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9EF86FAE-BD53-4275-BCB0-DF108B01D1B4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Analyse af kildekode </a:t>
          </a:r>
          <a:r>
            <a:rPr lang="da-DK" b="1" i="0" dirty="0"/>
            <a:t>uden eksekvering</a:t>
          </a:r>
          <a:endParaRPr lang="da-DK" dirty="0"/>
        </a:p>
      </dgm:t>
    </dgm:pt>
    <dgm:pt modelId="{331A90F2-EDB8-4880-ABA3-5ED712CCFEB0}" type="parTrans" cxnId="{545CAB05-7C7E-41B8-8AB7-FD0249C3FA54}">
      <dgm:prSet/>
      <dgm:spPr/>
      <dgm:t>
        <a:bodyPr/>
        <a:lstStyle/>
        <a:p>
          <a:endParaRPr lang="da-DK"/>
        </a:p>
      </dgm:t>
    </dgm:pt>
    <dgm:pt modelId="{7DC2D560-8303-4650-A148-20EF21E8369F}" type="sibTrans" cxnId="{545CAB05-7C7E-41B8-8AB7-FD0249C3FA54}">
      <dgm:prSet/>
      <dgm:spPr/>
      <dgm:t>
        <a:bodyPr/>
        <a:lstStyle/>
        <a:p>
          <a:endParaRPr lang="da-DK"/>
        </a:p>
      </dgm:t>
    </dgm:pt>
    <dgm:pt modelId="{56FE562C-C649-4837-B26D-06AF84C7A612}">
      <dgm:prSet/>
      <dgm:spPr/>
      <dgm:t>
        <a:bodyPr/>
        <a:lstStyle/>
        <a:p>
          <a:pPr>
            <a:buNone/>
          </a:pPr>
          <a:r>
            <a:rPr lang="da-DK" b="0" i="0" dirty="0"/>
            <a:t>Integreres i IDE eller CI pipeline</a:t>
          </a:r>
        </a:p>
      </dgm:t>
    </dgm:pt>
    <dgm:pt modelId="{DA88DA3B-F7A0-4FAE-965C-4398FB582BF5}" type="parTrans" cxnId="{6DCA066B-E92A-4F27-8A1A-BA2C91AF73D1}">
      <dgm:prSet/>
      <dgm:spPr/>
      <dgm:t>
        <a:bodyPr/>
        <a:lstStyle/>
        <a:p>
          <a:endParaRPr lang="da-DK"/>
        </a:p>
      </dgm:t>
    </dgm:pt>
    <dgm:pt modelId="{46A84353-98A4-48A8-930F-78141FE42B8A}" type="sibTrans" cxnId="{6DCA066B-E92A-4F27-8A1A-BA2C91AF73D1}">
      <dgm:prSet/>
      <dgm:spPr/>
      <dgm:t>
        <a:bodyPr/>
        <a:lstStyle/>
        <a:p>
          <a:endParaRPr lang="da-DK"/>
        </a:p>
      </dgm:t>
    </dgm:pt>
    <dgm:pt modelId="{F1FA2B2C-3B54-42FE-AFA7-C854C80F24D7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Finder fejl tidligt i udviklingsprocessen</a:t>
          </a:r>
          <a:endParaRPr lang="da-DK" dirty="0"/>
        </a:p>
      </dgm:t>
    </dgm:pt>
    <dgm:pt modelId="{0FC62B25-1AC7-44A3-AE0F-8EDBBFA8F3C5}" type="parTrans" cxnId="{8429790A-6C0E-47B0-9B5C-3294FE4DD309}">
      <dgm:prSet/>
      <dgm:spPr/>
      <dgm:t>
        <a:bodyPr/>
        <a:lstStyle/>
        <a:p>
          <a:endParaRPr lang="da-DK"/>
        </a:p>
      </dgm:t>
    </dgm:pt>
    <dgm:pt modelId="{583734F9-4909-43FB-83ED-DB860250D484}" type="sibTrans" cxnId="{8429790A-6C0E-47B0-9B5C-3294FE4DD309}">
      <dgm:prSet/>
      <dgm:spPr/>
      <dgm:t>
        <a:bodyPr/>
        <a:lstStyle/>
        <a:p>
          <a:endParaRPr lang="da-DK"/>
        </a:p>
      </dgm:t>
    </dgm:pt>
    <dgm:pt modelId="{B79C4BD5-D9E7-4DFA-BAD6-E39992559825}" type="pres">
      <dgm:prSet presAssocID="{81155D09-C797-414A-8977-A9EC4286F232}" presName="diagram" presStyleCnt="0">
        <dgm:presLayoutVars>
          <dgm:dir/>
          <dgm:resizeHandles val="exact"/>
        </dgm:presLayoutVars>
      </dgm:prSet>
      <dgm:spPr/>
    </dgm:pt>
    <dgm:pt modelId="{9E466B55-78AF-42D6-ABBA-5C4D852A2A8F}" type="pres">
      <dgm:prSet presAssocID="{9EF86FAE-BD53-4275-BCB0-DF108B01D1B4}" presName="node" presStyleLbl="node1" presStyleIdx="0" presStyleCnt="3">
        <dgm:presLayoutVars>
          <dgm:bulletEnabled val="1"/>
        </dgm:presLayoutVars>
      </dgm:prSet>
      <dgm:spPr/>
    </dgm:pt>
    <dgm:pt modelId="{9BA7D03E-978C-43CB-AEFF-F617D7AC1F07}" type="pres">
      <dgm:prSet presAssocID="{7DC2D560-8303-4650-A148-20EF21E8369F}" presName="sibTrans" presStyleCnt="0"/>
      <dgm:spPr/>
    </dgm:pt>
    <dgm:pt modelId="{3214FA59-3E4D-47C0-9F8E-44C1A66947BE}" type="pres">
      <dgm:prSet presAssocID="{F1FA2B2C-3B54-42FE-AFA7-C854C80F24D7}" presName="node" presStyleLbl="node1" presStyleIdx="1" presStyleCnt="3">
        <dgm:presLayoutVars>
          <dgm:bulletEnabled val="1"/>
        </dgm:presLayoutVars>
      </dgm:prSet>
      <dgm:spPr/>
    </dgm:pt>
    <dgm:pt modelId="{5EE42E3C-099D-4CBF-9C5B-B35026A258C8}" type="pres">
      <dgm:prSet presAssocID="{583734F9-4909-43FB-83ED-DB860250D484}" presName="sibTrans" presStyleCnt="0"/>
      <dgm:spPr/>
    </dgm:pt>
    <dgm:pt modelId="{4A0E92C6-8C4B-4108-9A78-752F4BE3E09C}" type="pres">
      <dgm:prSet presAssocID="{56FE562C-C649-4837-B26D-06AF84C7A612}" presName="node" presStyleLbl="node1" presStyleIdx="2" presStyleCnt="3">
        <dgm:presLayoutVars>
          <dgm:bulletEnabled val="1"/>
        </dgm:presLayoutVars>
      </dgm:prSet>
      <dgm:spPr/>
    </dgm:pt>
  </dgm:ptLst>
  <dgm:cxnLst>
    <dgm:cxn modelId="{F9992000-45F3-4D2B-BF10-196B6D4726DE}" type="presOf" srcId="{F1FA2B2C-3B54-42FE-AFA7-C854C80F24D7}" destId="{3214FA59-3E4D-47C0-9F8E-44C1A66947BE}" srcOrd="0" destOrd="0" presId="urn:microsoft.com/office/officeart/2005/8/layout/default"/>
    <dgm:cxn modelId="{545CAB05-7C7E-41B8-8AB7-FD0249C3FA54}" srcId="{81155D09-C797-414A-8977-A9EC4286F232}" destId="{9EF86FAE-BD53-4275-BCB0-DF108B01D1B4}" srcOrd="0" destOrd="0" parTransId="{331A90F2-EDB8-4880-ABA3-5ED712CCFEB0}" sibTransId="{7DC2D560-8303-4650-A148-20EF21E8369F}"/>
    <dgm:cxn modelId="{8429790A-6C0E-47B0-9B5C-3294FE4DD309}" srcId="{81155D09-C797-414A-8977-A9EC4286F232}" destId="{F1FA2B2C-3B54-42FE-AFA7-C854C80F24D7}" srcOrd="1" destOrd="0" parTransId="{0FC62B25-1AC7-44A3-AE0F-8EDBBFA8F3C5}" sibTransId="{583734F9-4909-43FB-83ED-DB860250D484}"/>
    <dgm:cxn modelId="{6DCA066B-E92A-4F27-8A1A-BA2C91AF73D1}" srcId="{81155D09-C797-414A-8977-A9EC4286F232}" destId="{56FE562C-C649-4837-B26D-06AF84C7A612}" srcOrd="2" destOrd="0" parTransId="{DA88DA3B-F7A0-4FAE-965C-4398FB582BF5}" sibTransId="{46A84353-98A4-48A8-930F-78141FE42B8A}"/>
    <dgm:cxn modelId="{A2EA664E-EEB1-4856-939C-15077E5DE0AA}" type="presOf" srcId="{9EF86FAE-BD53-4275-BCB0-DF108B01D1B4}" destId="{9E466B55-78AF-42D6-ABBA-5C4D852A2A8F}" srcOrd="0" destOrd="0" presId="urn:microsoft.com/office/officeart/2005/8/layout/default"/>
    <dgm:cxn modelId="{6EC2CE75-B364-43BE-9433-FACE7953B00A}" type="presOf" srcId="{56FE562C-C649-4837-B26D-06AF84C7A612}" destId="{4A0E92C6-8C4B-4108-9A78-752F4BE3E09C}" srcOrd="0" destOrd="0" presId="urn:microsoft.com/office/officeart/2005/8/layout/default"/>
    <dgm:cxn modelId="{E707A793-0C30-4DC1-982A-07D47B413834}" type="presOf" srcId="{81155D09-C797-414A-8977-A9EC4286F232}" destId="{B79C4BD5-D9E7-4DFA-BAD6-E39992559825}" srcOrd="0" destOrd="0" presId="urn:microsoft.com/office/officeart/2005/8/layout/default"/>
    <dgm:cxn modelId="{DA9C5D3B-C0D8-4921-B09E-6A8B5BAB84EE}" type="presParOf" srcId="{B79C4BD5-D9E7-4DFA-BAD6-E39992559825}" destId="{9E466B55-78AF-42D6-ABBA-5C4D852A2A8F}" srcOrd="0" destOrd="0" presId="urn:microsoft.com/office/officeart/2005/8/layout/default"/>
    <dgm:cxn modelId="{D8E1BC37-0599-46A0-B96D-337EF57F86AD}" type="presParOf" srcId="{B79C4BD5-D9E7-4DFA-BAD6-E39992559825}" destId="{9BA7D03E-978C-43CB-AEFF-F617D7AC1F07}" srcOrd="1" destOrd="0" presId="urn:microsoft.com/office/officeart/2005/8/layout/default"/>
    <dgm:cxn modelId="{4323ED4E-6563-4118-9B09-134844C03B31}" type="presParOf" srcId="{B79C4BD5-D9E7-4DFA-BAD6-E39992559825}" destId="{3214FA59-3E4D-47C0-9F8E-44C1A66947BE}" srcOrd="2" destOrd="0" presId="urn:microsoft.com/office/officeart/2005/8/layout/default"/>
    <dgm:cxn modelId="{3205BFEA-88CD-4492-9735-CE361C297A8A}" type="presParOf" srcId="{B79C4BD5-D9E7-4DFA-BAD6-E39992559825}" destId="{5EE42E3C-099D-4CBF-9C5B-B35026A258C8}" srcOrd="3" destOrd="0" presId="urn:microsoft.com/office/officeart/2005/8/layout/default"/>
    <dgm:cxn modelId="{0E73B96F-8690-46F9-912C-28F6059A5CAC}" type="presParOf" srcId="{B79C4BD5-D9E7-4DFA-BAD6-E39992559825}" destId="{4A0E92C6-8C4B-4108-9A78-752F4BE3E09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25B68-342C-4675-9F3A-033D54E9BF3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52E273B5-84DD-442C-A415-0B3DB9B069FA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SQL </a:t>
          </a:r>
          <a:r>
            <a:rPr lang="da-DK" b="0" i="0" dirty="0" err="1"/>
            <a:t>injection</a:t>
          </a:r>
          <a:endParaRPr lang="da-DK" dirty="0"/>
        </a:p>
      </dgm:t>
    </dgm:pt>
    <dgm:pt modelId="{8810D6D8-317F-40CB-B12B-4CE69800CB68}" type="parTrans" cxnId="{C7EF2B9A-E0A1-4AC4-A010-952D0C31CC65}">
      <dgm:prSet/>
      <dgm:spPr/>
      <dgm:t>
        <a:bodyPr/>
        <a:lstStyle/>
        <a:p>
          <a:endParaRPr lang="da-DK"/>
        </a:p>
      </dgm:t>
    </dgm:pt>
    <dgm:pt modelId="{FCD5CBEB-35DE-425A-A000-BBA7B2BCDFC4}" type="sibTrans" cxnId="{C7EF2B9A-E0A1-4AC4-A010-952D0C31CC65}">
      <dgm:prSet/>
      <dgm:spPr/>
      <dgm:t>
        <a:bodyPr/>
        <a:lstStyle/>
        <a:p>
          <a:endParaRPr lang="da-DK"/>
        </a:p>
      </dgm:t>
    </dgm:pt>
    <dgm:pt modelId="{9EAC0410-BC42-4D26-95CE-415DF28E7F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Manglende inputvalidering</a:t>
          </a:r>
        </a:p>
      </dgm:t>
    </dgm:pt>
    <dgm:pt modelId="{8A8BB29C-1A98-45F2-8369-553424682E6B}" type="parTrans" cxnId="{2D530CC9-A81B-4614-8E03-1DB71B0A50C5}">
      <dgm:prSet/>
      <dgm:spPr/>
      <dgm:t>
        <a:bodyPr/>
        <a:lstStyle/>
        <a:p>
          <a:endParaRPr lang="da-DK"/>
        </a:p>
      </dgm:t>
    </dgm:pt>
    <dgm:pt modelId="{91DC43EC-104A-45A6-9154-1AAC58F685B7}" type="sibTrans" cxnId="{2D530CC9-A81B-4614-8E03-1DB71B0A50C5}">
      <dgm:prSet/>
      <dgm:spPr/>
      <dgm:t>
        <a:bodyPr/>
        <a:lstStyle/>
        <a:p>
          <a:endParaRPr lang="da-DK"/>
        </a:p>
      </dgm:t>
    </dgm:pt>
    <dgm:pt modelId="{5EA4F726-4373-4641-9CB3-C213B0DF31E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Hardcodede</a:t>
          </a:r>
          <a:r>
            <a:rPr lang="da-DK" b="0" i="0" dirty="0"/>
            <a:t> </a:t>
          </a:r>
          <a:r>
            <a:rPr lang="da-DK" b="0" i="0" dirty="0" err="1"/>
            <a:t>secrets</a:t>
          </a:r>
          <a:endParaRPr lang="da-DK" b="0" i="0" dirty="0"/>
        </a:p>
      </dgm:t>
    </dgm:pt>
    <dgm:pt modelId="{BD1C5283-CA53-41D0-8992-9A31AE1C45C5}" type="parTrans" cxnId="{414FEB45-7EDA-4721-B739-0AFE59EDA218}">
      <dgm:prSet/>
      <dgm:spPr/>
      <dgm:t>
        <a:bodyPr/>
        <a:lstStyle/>
        <a:p>
          <a:endParaRPr lang="da-DK"/>
        </a:p>
      </dgm:t>
    </dgm:pt>
    <dgm:pt modelId="{FA99725A-924B-417C-B3BC-1E3AFB9BB246}" type="sibTrans" cxnId="{414FEB45-7EDA-4721-B739-0AFE59EDA218}">
      <dgm:prSet/>
      <dgm:spPr/>
      <dgm:t>
        <a:bodyPr/>
        <a:lstStyle/>
        <a:p>
          <a:endParaRPr lang="da-DK"/>
        </a:p>
      </dgm:t>
    </dgm:pt>
    <dgm:pt modelId="{5E47B28D-8A89-4E96-9287-B18CC221CBC3}" type="pres">
      <dgm:prSet presAssocID="{D8D25B68-342C-4675-9F3A-033D54E9BF32}" presName="linear" presStyleCnt="0">
        <dgm:presLayoutVars>
          <dgm:animLvl val="lvl"/>
          <dgm:resizeHandles val="exact"/>
        </dgm:presLayoutVars>
      </dgm:prSet>
      <dgm:spPr/>
    </dgm:pt>
    <dgm:pt modelId="{1C5492EF-E193-4D01-8A05-6549CF7913A4}" type="pres">
      <dgm:prSet presAssocID="{52E273B5-84DD-442C-A415-0B3DB9B069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F3CAAF-7179-4424-BCB6-39A59B981CFD}" type="pres">
      <dgm:prSet presAssocID="{FCD5CBEB-35DE-425A-A000-BBA7B2BCDFC4}" presName="spacer" presStyleCnt="0"/>
      <dgm:spPr/>
    </dgm:pt>
    <dgm:pt modelId="{0C2C4345-EE2A-4F98-A8D9-BA880743967D}" type="pres">
      <dgm:prSet presAssocID="{9EAC0410-BC42-4D26-95CE-415DF28E7F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953240-8B97-4075-88F0-DFBAF39D21C4}" type="pres">
      <dgm:prSet presAssocID="{91DC43EC-104A-45A6-9154-1AAC58F685B7}" presName="spacer" presStyleCnt="0"/>
      <dgm:spPr/>
    </dgm:pt>
    <dgm:pt modelId="{29627D8B-708F-40C0-A3B2-C84618C1FAD6}" type="pres">
      <dgm:prSet presAssocID="{5EA4F726-4373-4641-9CB3-C213B0DF31E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25D2F0D-5D0C-4D31-9EF4-80485219923A}" type="presOf" srcId="{D8D25B68-342C-4675-9F3A-033D54E9BF32}" destId="{5E47B28D-8A89-4E96-9287-B18CC221CBC3}" srcOrd="0" destOrd="0" presId="urn:microsoft.com/office/officeart/2005/8/layout/vList2"/>
    <dgm:cxn modelId="{AB21191E-F2DE-4CDE-9705-4EE3BDE67CD1}" type="presOf" srcId="{5EA4F726-4373-4641-9CB3-C213B0DF31E1}" destId="{29627D8B-708F-40C0-A3B2-C84618C1FAD6}" srcOrd="0" destOrd="0" presId="urn:microsoft.com/office/officeart/2005/8/layout/vList2"/>
    <dgm:cxn modelId="{414FEB45-7EDA-4721-B739-0AFE59EDA218}" srcId="{D8D25B68-342C-4675-9F3A-033D54E9BF32}" destId="{5EA4F726-4373-4641-9CB3-C213B0DF31E1}" srcOrd="2" destOrd="0" parTransId="{BD1C5283-CA53-41D0-8992-9A31AE1C45C5}" sibTransId="{FA99725A-924B-417C-B3BC-1E3AFB9BB246}"/>
    <dgm:cxn modelId="{8588776B-F3B9-4570-A540-349E523DDB6C}" type="presOf" srcId="{52E273B5-84DD-442C-A415-0B3DB9B069FA}" destId="{1C5492EF-E193-4D01-8A05-6549CF7913A4}" srcOrd="0" destOrd="0" presId="urn:microsoft.com/office/officeart/2005/8/layout/vList2"/>
    <dgm:cxn modelId="{47C95399-28FB-4C62-82A1-37F50271A506}" type="presOf" srcId="{9EAC0410-BC42-4D26-95CE-415DF28E7FEF}" destId="{0C2C4345-EE2A-4F98-A8D9-BA880743967D}" srcOrd="0" destOrd="0" presId="urn:microsoft.com/office/officeart/2005/8/layout/vList2"/>
    <dgm:cxn modelId="{C7EF2B9A-E0A1-4AC4-A010-952D0C31CC65}" srcId="{D8D25B68-342C-4675-9F3A-033D54E9BF32}" destId="{52E273B5-84DD-442C-A415-0B3DB9B069FA}" srcOrd="0" destOrd="0" parTransId="{8810D6D8-317F-40CB-B12B-4CE69800CB68}" sibTransId="{FCD5CBEB-35DE-425A-A000-BBA7B2BCDFC4}"/>
    <dgm:cxn modelId="{2D530CC9-A81B-4614-8E03-1DB71B0A50C5}" srcId="{D8D25B68-342C-4675-9F3A-033D54E9BF32}" destId="{9EAC0410-BC42-4D26-95CE-415DF28E7FEF}" srcOrd="1" destOrd="0" parTransId="{8A8BB29C-1A98-45F2-8369-553424682E6B}" sibTransId="{91DC43EC-104A-45A6-9154-1AAC58F685B7}"/>
    <dgm:cxn modelId="{A3750E3D-EC85-441A-860F-A2B9C24F9CF5}" type="presParOf" srcId="{5E47B28D-8A89-4E96-9287-B18CC221CBC3}" destId="{1C5492EF-E193-4D01-8A05-6549CF7913A4}" srcOrd="0" destOrd="0" presId="urn:microsoft.com/office/officeart/2005/8/layout/vList2"/>
    <dgm:cxn modelId="{75906C89-0A1D-4EC7-A561-D6F6EBA4102D}" type="presParOf" srcId="{5E47B28D-8A89-4E96-9287-B18CC221CBC3}" destId="{73F3CAAF-7179-4424-BCB6-39A59B981CFD}" srcOrd="1" destOrd="0" presId="urn:microsoft.com/office/officeart/2005/8/layout/vList2"/>
    <dgm:cxn modelId="{7EB6E843-7184-4D48-BB40-EB58FE173E4A}" type="presParOf" srcId="{5E47B28D-8A89-4E96-9287-B18CC221CBC3}" destId="{0C2C4345-EE2A-4F98-A8D9-BA880743967D}" srcOrd="2" destOrd="0" presId="urn:microsoft.com/office/officeart/2005/8/layout/vList2"/>
    <dgm:cxn modelId="{96281D7E-FCBE-44C2-B58F-A88C5095F526}" type="presParOf" srcId="{5E47B28D-8A89-4E96-9287-B18CC221CBC3}" destId="{D0953240-8B97-4075-88F0-DFBAF39D21C4}" srcOrd="3" destOrd="0" presId="urn:microsoft.com/office/officeart/2005/8/layout/vList2"/>
    <dgm:cxn modelId="{CFBC1A43-A029-4902-9B05-1D7117108520}" type="presParOf" srcId="{5E47B28D-8A89-4E96-9287-B18CC221CBC3}" destId="{29627D8B-708F-40C0-A3B2-C84618C1FA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4FB7F3-7ABB-49E7-9B44-2A47CB41118C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B07583D5-EAFC-4842-B5CB-E15C85013118}">
      <dgm:prSet/>
      <dgm:spPr/>
      <dgm:t>
        <a:bodyPr/>
        <a:lstStyle/>
        <a:p>
          <a:pPr>
            <a:buNone/>
          </a:pPr>
          <a:r>
            <a:rPr lang="da-DK" b="1" i="0" dirty="0"/>
            <a:t>Security Code Scan</a:t>
          </a:r>
          <a:r>
            <a:rPr lang="da-DK" b="0" i="0" dirty="0"/>
            <a:t> – Open source scanner</a:t>
          </a:r>
        </a:p>
      </dgm:t>
    </dgm:pt>
    <dgm:pt modelId="{529DA87C-89CD-4E5F-8339-066BEF954689}" type="parTrans" cxnId="{511EFB7F-DAB9-46C6-9259-88F151538FE2}">
      <dgm:prSet/>
      <dgm:spPr/>
      <dgm:t>
        <a:bodyPr/>
        <a:lstStyle/>
        <a:p>
          <a:endParaRPr lang="da-DK"/>
        </a:p>
      </dgm:t>
    </dgm:pt>
    <dgm:pt modelId="{89991A5E-A01A-4FE4-9B8E-57574254EF4A}" type="sibTrans" cxnId="{511EFB7F-DAB9-46C6-9259-88F151538FE2}">
      <dgm:prSet/>
      <dgm:spPr/>
      <dgm:t>
        <a:bodyPr/>
        <a:lstStyle/>
        <a:p>
          <a:endParaRPr lang="da-DK"/>
        </a:p>
      </dgm:t>
    </dgm:pt>
    <dgm:pt modelId="{53A8DF3E-8B2D-4000-9001-2460455F092D}">
      <dgm:prSet/>
      <dgm:spPr/>
      <dgm:t>
        <a:bodyPr/>
        <a:lstStyle/>
        <a:p>
          <a:pPr>
            <a:buNone/>
          </a:pPr>
          <a:r>
            <a:rPr lang="da-DK" b="1" i="0"/>
            <a:t>ESLint + security plugins</a:t>
          </a:r>
          <a:r>
            <a:rPr lang="da-DK" b="0" i="0"/>
            <a:t> – JavaScript/Node/React</a:t>
          </a:r>
          <a:endParaRPr lang="da-DK" b="0" i="0" dirty="0"/>
        </a:p>
      </dgm:t>
    </dgm:pt>
    <dgm:pt modelId="{7127DCAD-6E10-44A9-A1F7-ECA9927BC960}" type="parTrans" cxnId="{3916A4C1-5FC1-466B-8816-29FAA521A33E}">
      <dgm:prSet/>
      <dgm:spPr/>
      <dgm:t>
        <a:bodyPr/>
        <a:lstStyle/>
        <a:p>
          <a:endParaRPr lang="da-DK"/>
        </a:p>
      </dgm:t>
    </dgm:pt>
    <dgm:pt modelId="{75F8C8D1-BE3C-420D-AAE5-1F4C387B622F}" type="sibTrans" cxnId="{3916A4C1-5FC1-466B-8816-29FAA521A33E}">
      <dgm:prSet/>
      <dgm:spPr/>
      <dgm:t>
        <a:bodyPr/>
        <a:lstStyle/>
        <a:p>
          <a:endParaRPr lang="da-DK"/>
        </a:p>
      </dgm:t>
    </dgm:pt>
    <dgm:pt modelId="{A0CE1C35-140B-4302-BE74-2E6A46BA1725}">
      <dgm:prSet/>
      <dgm:spPr/>
      <dgm:t>
        <a:bodyPr/>
        <a:lstStyle/>
        <a:p>
          <a:pPr>
            <a:buNone/>
          </a:pPr>
          <a:r>
            <a:rPr lang="da-DK" b="1" i="0" dirty="0" err="1"/>
            <a:t>SonarQube</a:t>
          </a:r>
          <a:r>
            <a:rPr lang="da-DK" b="1" i="0" dirty="0"/>
            <a:t> Community Edition</a:t>
          </a:r>
          <a:r>
            <a:rPr lang="da-DK" b="0" i="0" dirty="0"/>
            <a:t> – Kvalitet + sikkerhed</a:t>
          </a:r>
        </a:p>
      </dgm:t>
    </dgm:pt>
    <dgm:pt modelId="{9502A5E3-E68F-4308-8556-22196E337151}" type="parTrans" cxnId="{F2653A20-AD16-42A8-BF1D-883C8DEA22A6}">
      <dgm:prSet/>
      <dgm:spPr/>
      <dgm:t>
        <a:bodyPr/>
        <a:lstStyle/>
        <a:p>
          <a:endParaRPr lang="da-DK"/>
        </a:p>
      </dgm:t>
    </dgm:pt>
    <dgm:pt modelId="{CAC75E1D-F8F8-403A-968E-2393F3F8224D}" type="sibTrans" cxnId="{F2653A20-AD16-42A8-BF1D-883C8DEA22A6}">
      <dgm:prSet/>
      <dgm:spPr/>
      <dgm:t>
        <a:bodyPr/>
        <a:lstStyle/>
        <a:p>
          <a:endParaRPr lang="da-DK"/>
        </a:p>
      </dgm:t>
    </dgm:pt>
    <dgm:pt modelId="{30245F84-2849-46C9-B734-D42E2758A30C}">
      <dgm:prSet/>
      <dgm:spPr/>
      <dgm:t>
        <a:bodyPr/>
        <a:lstStyle/>
        <a:p>
          <a:pPr>
            <a:buNone/>
          </a:pPr>
          <a:r>
            <a:rPr lang="da-DK" b="1" i="0" dirty="0" err="1"/>
            <a:t>Semgrep</a:t>
          </a:r>
          <a:r>
            <a:rPr lang="da-DK" b="0" i="0" dirty="0"/>
            <a:t> – </a:t>
          </a:r>
          <a:r>
            <a:rPr lang="da-DK" b="0" i="0" dirty="0" err="1"/>
            <a:t>Multi‑language</a:t>
          </a:r>
          <a:r>
            <a:rPr lang="da-DK" b="0" i="0" dirty="0"/>
            <a:t>, regler som kode</a:t>
          </a:r>
        </a:p>
      </dgm:t>
    </dgm:pt>
    <dgm:pt modelId="{78D0D3B8-4928-4CE2-81D1-512962E45CD7}" type="parTrans" cxnId="{AFF01964-ECB0-4303-A45E-94B28738B598}">
      <dgm:prSet/>
      <dgm:spPr/>
      <dgm:t>
        <a:bodyPr/>
        <a:lstStyle/>
        <a:p>
          <a:endParaRPr lang="da-DK"/>
        </a:p>
      </dgm:t>
    </dgm:pt>
    <dgm:pt modelId="{CBD26F74-AB14-4536-9DA1-465B952A46F8}" type="sibTrans" cxnId="{AFF01964-ECB0-4303-A45E-94B28738B598}">
      <dgm:prSet/>
      <dgm:spPr/>
      <dgm:t>
        <a:bodyPr/>
        <a:lstStyle/>
        <a:p>
          <a:endParaRPr lang="da-DK"/>
        </a:p>
      </dgm:t>
    </dgm:pt>
    <dgm:pt modelId="{DDA36127-4AB7-4885-9C1E-16865C920863}" type="pres">
      <dgm:prSet presAssocID="{CE4FB7F3-7ABB-49E7-9B44-2A47CB41118C}" presName="diagram" presStyleCnt="0">
        <dgm:presLayoutVars>
          <dgm:dir/>
          <dgm:resizeHandles val="exact"/>
        </dgm:presLayoutVars>
      </dgm:prSet>
      <dgm:spPr/>
    </dgm:pt>
    <dgm:pt modelId="{A1F6CBCB-25F2-4F0C-A4AA-1C605332DBFF}" type="pres">
      <dgm:prSet presAssocID="{B07583D5-EAFC-4842-B5CB-E15C85013118}" presName="node" presStyleLbl="node1" presStyleIdx="0" presStyleCnt="4">
        <dgm:presLayoutVars>
          <dgm:bulletEnabled val="1"/>
        </dgm:presLayoutVars>
      </dgm:prSet>
      <dgm:spPr/>
    </dgm:pt>
    <dgm:pt modelId="{3FA2F955-837B-4C67-85BF-12725741C230}" type="pres">
      <dgm:prSet presAssocID="{89991A5E-A01A-4FE4-9B8E-57574254EF4A}" presName="sibTrans" presStyleCnt="0"/>
      <dgm:spPr/>
    </dgm:pt>
    <dgm:pt modelId="{D8F5A6B8-809F-4AE7-B3E2-0BBC8D86F53A}" type="pres">
      <dgm:prSet presAssocID="{30245F84-2849-46C9-B734-D42E2758A30C}" presName="node" presStyleLbl="node1" presStyleIdx="1" presStyleCnt="4">
        <dgm:presLayoutVars>
          <dgm:bulletEnabled val="1"/>
        </dgm:presLayoutVars>
      </dgm:prSet>
      <dgm:spPr/>
    </dgm:pt>
    <dgm:pt modelId="{0CE9662B-0E9E-4A98-A6EB-7CD7A976DA87}" type="pres">
      <dgm:prSet presAssocID="{CBD26F74-AB14-4536-9DA1-465B952A46F8}" presName="sibTrans" presStyleCnt="0"/>
      <dgm:spPr/>
    </dgm:pt>
    <dgm:pt modelId="{66017A59-8018-4872-A791-C63C4EB9BFDD}" type="pres">
      <dgm:prSet presAssocID="{A0CE1C35-140B-4302-BE74-2E6A46BA1725}" presName="node" presStyleLbl="node1" presStyleIdx="2" presStyleCnt="4">
        <dgm:presLayoutVars>
          <dgm:bulletEnabled val="1"/>
        </dgm:presLayoutVars>
      </dgm:prSet>
      <dgm:spPr/>
    </dgm:pt>
    <dgm:pt modelId="{65640997-76D8-4829-8CA6-66FB595CE265}" type="pres">
      <dgm:prSet presAssocID="{CAC75E1D-F8F8-403A-968E-2393F3F8224D}" presName="sibTrans" presStyleCnt="0"/>
      <dgm:spPr/>
    </dgm:pt>
    <dgm:pt modelId="{C1A336ED-4AE3-4D57-8FA0-178690C9CAF2}" type="pres">
      <dgm:prSet presAssocID="{53A8DF3E-8B2D-4000-9001-2460455F092D}" presName="node" presStyleLbl="node1" presStyleIdx="3" presStyleCnt="4">
        <dgm:presLayoutVars>
          <dgm:bulletEnabled val="1"/>
        </dgm:presLayoutVars>
      </dgm:prSet>
      <dgm:spPr/>
    </dgm:pt>
  </dgm:ptLst>
  <dgm:cxnLst>
    <dgm:cxn modelId="{AB6D4202-0C9B-44CF-848D-581F7B1C1A50}" type="presOf" srcId="{A0CE1C35-140B-4302-BE74-2E6A46BA1725}" destId="{66017A59-8018-4872-A791-C63C4EB9BFDD}" srcOrd="0" destOrd="0" presId="urn:microsoft.com/office/officeart/2005/8/layout/default"/>
    <dgm:cxn modelId="{F2653A20-AD16-42A8-BF1D-883C8DEA22A6}" srcId="{CE4FB7F3-7ABB-49E7-9B44-2A47CB41118C}" destId="{A0CE1C35-140B-4302-BE74-2E6A46BA1725}" srcOrd="2" destOrd="0" parTransId="{9502A5E3-E68F-4308-8556-22196E337151}" sibTransId="{CAC75E1D-F8F8-403A-968E-2393F3F8224D}"/>
    <dgm:cxn modelId="{AFF01964-ECB0-4303-A45E-94B28738B598}" srcId="{CE4FB7F3-7ABB-49E7-9B44-2A47CB41118C}" destId="{30245F84-2849-46C9-B734-D42E2758A30C}" srcOrd="1" destOrd="0" parTransId="{78D0D3B8-4928-4CE2-81D1-512962E45CD7}" sibTransId="{CBD26F74-AB14-4536-9DA1-465B952A46F8}"/>
    <dgm:cxn modelId="{DCC41270-C07A-4AA7-AA59-893BE43A7CB8}" type="presOf" srcId="{CE4FB7F3-7ABB-49E7-9B44-2A47CB41118C}" destId="{DDA36127-4AB7-4885-9C1E-16865C920863}" srcOrd="0" destOrd="0" presId="urn:microsoft.com/office/officeart/2005/8/layout/default"/>
    <dgm:cxn modelId="{511EFB7F-DAB9-46C6-9259-88F151538FE2}" srcId="{CE4FB7F3-7ABB-49E7-9B44-2A47CB41118C}" destId="{B07583D5-EAFC-4842-B5CB-E15C85013118}" srcOrd="0" destOrd="0" parTransId="{529DA87C-89CD-4E5F-8339-066BEF954689}" sibTransId="{89991A5E-A01A-4FE4-9B8E-57574254EF4A}"/>
    <dgm:cxn modelId="{E98B698A-522A-4032-BCD8-5E5776799F31}" type="presOf" srcId="{B07583D5-EAFC-4842-B5CB-E15C85013118}" destId="{A1F6CBCB-25F2-4F0C-A4AA-1C605332DBFF}" srcOrd="0" destOrd="0" presId="urn:microsoft.com/office/officeart/2005/8/layout/default"/>
    <dgm:cxn modelId="{30A425B2-F8F5-4795-A130-3C3927D0F5B6}" type="presOf" srcId="{30245F84-2849-46C9-B734-D42E2758A30C}" destId="{D8F5A6B8-809F-4AE7-B3E2-0BBC8D86F53A}" srcOrd="0" destOrd="0" presId="urn:microsoft.com/office/officeart/2005/8/layout/default"/>
    <dgm:cxn modelId="{3916A4C1-5FC1-466B-8816-29FAA521A33E}" srcId="{CE4FB7F3-7ABB-49E7-9B44-2A47CB41118C}" destId="{53A8DF3E-8B2D-4000-9001-2460455F092D}" srcOrd="3" destOrd="0" parTransId="{7127DCAD-6E10-44A9-A1F7-ECA9927BC960}" sibTransId="{75F8C8D1-BE3C-420D-AAE5-1F4C387B622F}"/>
    <dgm:cxn modelId="{828D2FFC-E477-4EBA-ADD6-BDD82AE7F798}" type="presOf" srcId="{53A8DF3E-8B2D-4000-9001-2460455F092D}" destId="{C1A336ED-4AE3-4D57-8FA0-178690C9CAF2}" srcOrd="0" destOrd="0" presId="urn:microsoft.com/office/officeart/2005/8/layout/default"/>
    <dgm:cxn modelId="{3E96EA88-F316-4793-872D-D037DA326DBB}" type="presParOf" srcId="{DDA36127-4AB7-4885-9C1E-16865C920863}" destId="{A1F6CBCB-25F2-4F0C-A4AA-1C605332DBFF}" srcOrd="0" destOrd="0" presId="urn:microsoft.com/office/officeart/2005/8/layout/default"/>
    <dgm:cxn modelId="{B053FE02-DB99-4482-857F-B67C41190E43}" type="presParOf" srcId="{DDA36127-4AB7-4885-9C1E-16865C920863}" destId="{3FA2F955-837B-4C67-85BF-12725741C230}" srcOrd="1" destOrd="0" presId="urn:microsoft.com/office/officeart/2005/8/layout/default"/>
    <dgm:cxn modelId="{5EBE6AED-8750-4E8C-8545-338AB61E6DA9}" type="presParOf" srcId="{DDA36127-4AB7-4885-9C1E-16865C920863}" destId="{D8F5A6B8-809F-4AE7-B3E2-0BBC8D86F53A}" srcOrd="2" destOrd="0" presId="urn:microsoft.com/office/officeart/2005/8/layout/default"/>
    <dgm:cxn modelId="{42C17AAB-DF5A-473B-AF35-27BE21E1D5E2}" type="presParOf" srcId="{DDA36127-4AB7-4885-9C1E-16865C920863}" destId="{0CE9662B-0E9E-4A98-A6EB-7CD7A976DA87}" srcOrd="3" destOrd="0" presId="urn:microsoft.com/office/officeart/2005/8/layout/default"/>
    <dgm:cxn modelId="{7A0D6D61-B561-4D07-B171-D14D1000FD9C}" type="presParOf" srcId="{DDA36127-4AB7-4885-9C1E-16865C920863}" destId="{66017A59-8018-4872-A791-C63C4EB9BFDD}" srcOrd="4" destOrd="0" presId="urn:microsoft.com/office/officeart/2005/8/layout/default"/>
    <dgm:cxn modelId="{B92236C1-318C-4AC4-B4ED-771F35C7CBC7}" type="presParOf" srcId="{DDA36127-4AB7-4885-9C1E-16865C920863}" destId="{65640997-76D8-4829-8CA6-66FB595CE265}" srcOrd="5" destOrd="0" presId="urn:microsoft.com/office/officeart/2005/8/layout/default"/>
    <dgm:cxn modelId="{62B1AA2B-1992-47C3-B6F0-2F24D147DD95}" type="presParOf" srcId="{DDA36127-4AB7-4885-9C1E-16865C920863}" destId="{C1A336ED-4AE3-4D57-8FA0-178690C9CAF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155D09-C797-414A-8977-A9EC4286F232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50689C4F-0EF7-43B9-9FA0-F1209D715A34}">
      <dgm:prSet/>
      <dgm:spPr/>
      <dgm:t>
        <a:bodyPr/>
        <a:lstStyle/>
        <a:p>
          <a:pPr>
            <a:buNone/>
          </a:pPr>
          <a:r>
            <a:rPr lang="da-DK" b="0" i="0" dirty="0"/>
            <a:t>Tester applikationen </a:t>
          </a:r>
          <a:r>
            <a:rPr lang="da-DK" b="1" i="0" dirty="0"/>
            <a:t>mens den kører</a:t>
          </a:r>
          <a:endParaRPr lang="da-DK" b="0" i="0" dirty="0"/>
        </a:p>
      </dgm:t>
    </dgm:pt>
    <dgm:pt modelId="{40059B0F-D4F2-4A51-9784-5F7FCA604B98}" type="parTrans" cxnId="{0B4401F3-C6D3-4E90-B27B-D0BDB478CFDF}">
      <dgm:prSet/>
      <dgm:spPr/>
      <dgm:t>
        <a:bodyPr/>
        <a:lstStyle/>
        <a:p>
          <a:endParaRPr lang="da-DK"/>
        </a:p>
      </dgm:t>
    </dgm:pt>
    <dgm:pt modelId="{EC16D4EF-09E9-4017-B221-67552D339530}" type="sibTrans" cxnId="{0B4401F3-C6D3-4E90-B27B-D0BDB478CFDF}">
      <dgm:prSet/>
      <dgm:spPr/>
      <dgm:t>
        <a:bodyPr/>
        <a:lstStyle/>
        <a:p>
          <a:endParaRPr lang="da-DK"/>
        </a:p>
      </dgm:t>
    </dgm:pt>
    <dgm:pt modelId="{545DB3EE-D541-4BAE-AFF7-CA3F597A55F9}">
      <dgm:prSet/>
      <dgm:spPr/>
      <dgm:t>
        <a:bodyPr/>
        <a:lstStyle/>
        <a:p>
          <a:pPr>
            <a:buNone/>
          </a:pPr>
          <a:r>
            <a:rPr lang="da-DK" b="0" i="0" dirty="0"/>
            <a:t>Simulerer angreb udefra (</a:t>
          </a:r>
          <a:r>
            <a:rPr lang="da-DK" b="0" i="0" dirty="0" err="1"/>
            <a:t>black‑box</a:t>
          </a:r>
          <a:r>
            <a:rPr lang="da-DK" b="0" i="0" dirty="0"/>
            <a:t>)</a:t>
          </a:r>
        </a:p>
      </dgm:t>
    </dgm:pt>
    <dgm:pt modelId="{EEE698BC-AB54-4DA3-AF09-57AEF00699CC}" type="parTrans" cxnId="{B63B56C7-9366-4903-A319-17D56FE90678}">
      <dgm:prSet/>
      <dgm:spPr/>
    </dgm:pt>
    <dgm:pt modelId="{73FC02D6-3402-4990-B810-238117BC815C}" type="sibTrans" cxnId="{B63B56C7-9366-4903-A319-17D56FE90678}">
      <dgm:prSet/>
      <dgm:spPr/>
    </dgm:pt>
    <dgm:pt modelId="{A3CD8BEE-A5FE-4003-A3B8-8542A48989A0}">
      <dgm:prSet/>
      <dgm:spPr/>
      <dgm:t>
        <a:bodyPr/>
        <a:lstStyle/>
        <a:p>
          <a:pPr>
            <a:buNone/>
          </a:pPr>
          <a:r>
            <a:rPr lang="da-DK" b="0" i="0"/>
            <a:t>Kan køres mod testmiljø</a:t>
          </a:r>
          <a:endParaRPr lang="da-DK" b="0" i="0" dirty="0"/>
        </a:p>
      </dgm:t>
    </dgm:pt>
    <dgm:pt modelId="{21E66DC7-AD3E-4D28-AECC-268F9E313A7D}" type="parTrans" cxnId="{44581537-F4EC-44D3-A34D-8F1767158B67}">
      <dgm:prSet/>
      <dgm:spPr/>
    </dgm:pt>
    <dgm:pt modelId="{3BE5F07A-401A-48D6-A34B-CF370D988E62}" type="sibTrans" cxnId="{44581537-F4EC-44D3-A34D-8F1767158B67}">
      <dgm:prSet/>
      <dgm:spPr/>
    </dgm:pt>
    <dgm:pt modelId="{B79C4BD5-D9E7-4DFA-BAD6-E39992559825}" type="pres">
      <dgm:prSet presAssocID="{81155D09-C797-414A-8977-A9EC4286F232}" presName="diagram" presStyleCnt="0">
        <dgm:presLayoutVars>
          <dgm:dir/>
          <dgm:resizeHandles val="exact"/>
        </dgm:presLayoutVars>
      </dgm:prSet>
      <dgm:spPr/>
    </dgm:pt>
    <dgm:pt modelId="{F582495D-76D7-432C-ABD6-772B26369022}" type="pres">
      <dgm:prSet presAssocID="{50689C4F-0EF7-43B9-9FA0-F1209D715A34}" presName="node" presStyleLbl="node1" presStyleIdx="0" presStyleCnt="3">
        <dgm:presLayoutVars>
          <dgm:bulletEnabled val="1"/>
        </dgm:presLayoutVars>
      </dgm:prSet>
      <dgm:spPr/>
    </dgm:pt>
    <dgm:pt modelId="{E7580F09-CDAB-4446-8579-99DB8AE4C7FE}" type="pres">
      <dgm:prSet presAssocID="{EC16D4EF-09E9-4017-B221-67552D339530}" presName="sibTrans" presStyleCnt="0"/>
      <dgm:spPr/>
    </dgm:pt>
    <dgm:pt modelId="{45AC17EC-59B5-4C74-8833-15080174DE0A}" type="pres">
      <dgm:prSet presAssocID="{545DB3EE-D541-4BAE-AFF7-CA3F597A55F9}" presName="node" presStyleLbl="node1" presStyleIdx="1" presStyleCnt="3">
        <dgm:presLayoutVars>
          <dgm:bulletEnabled val="1"/>
        </dgm:presLayoutVars>
      </dgm:prSet>
      <dgm:spPr/>
    </dgm:pt>
    <dgm:pt modelId="{54D3D1A5-FEDC-4D27-ABA7-256E663A7643}" type="pres">
      <dgm:prSet presAssocID="{73FC02D6-3402-4990-B810-238117BC815C}" presName="sibTrans" presStyleCnt="0"/>
      <dgm:spPr/>
    </dgm:pt>
    <dgm:pt modelId="{843FB7D0-CEBE-4BA7-9A2F-2B6FA8BC98BE}" type="pres">
      <dgm:prSet presAssocID="{A3CD8BEE-A5FE-4003-A3B8-8542A48989A0}" presName="node" presStyleLbl="node1" presStyleIdx="2" presStyleCnt="3">
        <dgm:presLayoutVars>
          <dgm:bulletEnabled val="1"/>
        </dgm:presLayoutVars>
      </dgm:prSet>
      <dgm:spPr/>
    </dgm:pt>
  </dgm:ptLst>
  <dgm:cxnLst>
    <dgm:cxn modelId="{44581537-F4EC-44D3-A34D-8F1767158B67}" srcId="{81155D09-C797-414A-8977-A9EC4286F232}" destId="{A3CD8BEE-A5FE-4003-A3B8-8542A48989A0}" srcOrd="2" destOrd="0" parTransId="{21E66DC7-AD3E-4D28-AECC-268F9E313A7D}" sibTransId="{3BE5F07A-401A-48D6-A34B-CF370D988E62}"/>
    <dgm:cxn modelId="{8784AD65-3054-45C2-BA7F-3257F9B4AF0D}" type="presOf" srcId="{A3CD8BEE-A5FE-4003-A3B8-8542A48989A0}" destId="{843FB7D0-CEBE-4BA7-9A2F-2B6FA8BC98BE}" srcOrd="0" destOrd="0" presId="urn:microsoft.com/office/officeart/2005/8/layout/default"/>
    <dgm:cxn modelId="{0467DE7D-2F17-4B62-97AC-E0CAC5FEE231}" type="presOf" srcId="{545DB3EE-D541-4BAE-AFF7-CA3F597A55F9}" destId="{45AC17EC-59B5-4C74-8833-15080174DE0A}" srcOrd="0" destOrd="0" presId="urn:microsoft.com/office/officeart/2005/8/layout/default"/>
    <dgm:cxn modelId="{E707A793-0C30-4DC1-982A-07D47B413834}" type="presOf" srcId="{81155D09-C797-414A-8977-A9EC4286F232}" destId="{B79C4BD5-D9E7-4DFA-BAD6-E39992559825}" srcOrd="0" destOrd="0" presId="urn:microsoft.com/office/officeart/2005/8/layout/default"/>
    <dgm:cxn modelId="{B63B56C7-9366-4903-A319-17D56FE90678}" srcId="{81155D09-C797-414A-8977-A9EC4286F232}" destId="{545DB3EE-D541-4BAE-AFF7-CA3F597A55F9}" srcOrd="1" destOrd="0" parTransId="{EEE698BC-AB54-4DA3-AF09-57AEF00699CC}" sibTransId="{73FC02D6-3402-4990-B810-238117BC815C}"/>
    <dgm:cxn modelId="{1A2A67EB-3E3B-4A18-9F06-6DB9A8C86796}" type="presOf" srcId="{50689C4F-0EF7-43B9-9FA0-F1209D715A34}" destId="{F582495D-76D7-432C-ABD6-772B26369022}" srcOrd="0" destOrd="0" presId="urn:microsoft.com/office/officeart/2005/8/layout/default"/>
    <dgm:cxn modelId="{0B4401F3-C6D3-4E90-B27B-D0BDB478CFDF}" srcId="{81155D09-C797-414A-8977-A9EC4286F232}" destId="{50689C4F-0EF7-43B9-9FA0-F1209D715A34}" srcOrd="0" destOrd="0" parTransId="{40059B0F-D4F2-4A51-9784-5F7FCA604B98}" sibTransId="{EC16D4EF-09E9-4017-B221-67552D339530}"/>
    <dgm:cxn modelId="{12E2C178-E7B5-4467-B96F-27A21FB3B682}" type="presParOf" srcId="{B79C4BD5-D9E7-4DFA-BAD6-E39992559825}" destId="{F582495D-76D7-432C-ABD6-772B26369022}" srcOrd="0" destOrd="0" presId="urn:microsoft.com/office/officeart/2005/8/layout/default"/>
    <dgm:cxn modelId="{9264340E-8BE7-43F1-99B6-02999F257599}" type="presParOf" srcId="{B79C4BD5-D9E7-4DFA-BAD6-E39992559825}" destId="{E7580F09-CDAB-4446-8579-99DB8AE4C7FE}" srcOrd="1" destOrd="0" presId="urn:microsoft.com/office/officeart/2005/8/layout/default"/>
    <dgm:cxn modelId="{F76C8B75-DE67-4A54-9744-D1C5F7A1ED17}" type="presParOf" srcId="{B79C4BD5-D9E7-4DFA-BAD6-E39992559825}" destId="{45AC17EC-59B5-4C74-8833-15080174DE0A}" srcOrd="2" destOrd="0" presId="urn:microsoft.com/office/officeart/2005/8/layout/default"/>
    <dgm:cxn modelId="{4A0B56E0-E9BF-4E35-BC76-817BECE31CA8}" type="presParOf" srcId="{B79C4BD5-D9E7-4DFA-BAD6-E39992559825}" destId="{54D3D1A5-FEDC-4D27-ABA7-256E663A7643}" srcOrd="3" destOrd="0" presId="urn:microsoft.com/office/officeart/2005/8/layout/default"/>
    <dgm:cxn modelId="{32EF2F41-FEB8-4DE4-A58A-EA63BB1EDCBA}" type="presParOf" srcId="{B79C4BD5-D9E7-4DFA-BAD6-E39992559825}" destId="{843FB7D0-CEBE-4BA7-9A2F-2B6FA8BC98B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D25B68-342C-4675-9F3A-033D54E9BF3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3D7F0EBE-DA0B-40AE-878B-49ACFA4A8C5D}">
      <dgm:prSet/>
      <dgm:spPr/>
      <dgm:t>
        <a:bodyPr/>
        <a:lstStyle/>
        <a:p>
          <a:pPr>
            <a:buNone/>
          </a:pPr>
          <a:r>
            <a:rPr lang="en-US" b="0" i="0" dirty="0"/>
            <a:t>XSS</a:t>
          </a:r>
        </a:p>
      </dgm:t>
    </dgm:pt>
    <dgm:pt modelId="{E8848BA6-DCEF-4F2E-A479-51F2DD5F796C}" type="parTrans" cxnId="{F7256577-FC1E-4844-AE78-8D43A680E329}">
      <dgm:prSet/>
      <dgm:spPr/>
      <dgm:t>
        <a:bodyPr/>
        <a:lstStyle/>
        <a:p>
          <a:endParaRPr lang="da-DK"/>
        </a:p>
      </dgm:t>
    </dgm:pt>
    <dgm:pt modelId="{8B6960F5-86A3-4CAC-9DA9-511FBDA271FD}" type="sibTrans" cxnId="{F7256577-FC1E-4844-AE78-8D43A680E329}">
      <dgm:prSet/>
      <dgm:spPr/>
      <dgm:t>
        <a:bodyPr/>
        <a:lstStyle/>
        <a:p>
          <a:endParaRPr lang="da-DK"/>
        </a:p>
      </dgm:t>
    </dgm:pt>
    <dgm:pt modelId="{3CFE7F8B-8F2A-4509-9F44-7DE941F92ADF}">
      <dgm:prSet/>
      <dgm:spPr/>
      <dgm:t>
        <a:bodyPr/>
        <a:lstStyle/>
        <a:p>
          <a:pPr>
            <a:buNone/>
          </a:pPr>
          <a:r>
            <a:rPr lang="en-US" b="0" i="0"/>
            <a:t>Usikre headers</a:t>
          </a:r>
          <a:endParaRPr lang="en-US" b="0" i="0" dirty="0"/>
        </a:p>
      </dgm:t>
    </dgm:pt>
    <dgm:pt modelId="{2700FEAC-4CA4-497F-8D6A-6C2D99785DE5}" type="parTrans" cxnId="{F0871899-90B9-4455-B7F9-EAEAECE17EDE}">
      <dgm:prSet/>
      <dgm:spPr/>
      <dgm:t>
        <a:bodyPr/>
        <a:lstStyle/>
        <a:p>
          <a:endParaRPr lang="da-DK"/>
        </a:p>
      </dgm:t>
    </dgm:pt>
    <dgm:pt modelId="{BCE53743-E0CB-4EF6-AC65-050926C32430}" type="sibTrans" cxnId="{F0871899-90B9-4455-B7F9-EAEAECE17EDE}">
      <dgm:prSet/>
      <dgm:spPr/>
      <dgm:t>
        <a:bodyPr/>
        <a:lstStyle/>
        <a:p>
          <a:endParaRPr lang="da-DK"/>
        </a:p>
      </dgm:t>
    </dgm:pt>
    <dgm:pt modelId="{0E9BB90E-98BD-42BC-AD79-084998339D01}">
      <dgm:prSet/>
      <dgm:spPr/>
      <dgm:t>
        <a:bodyPr/>
        <a:lstStyle/>
        <a:p>
          <a:pPr>
            <a:buNone/>
          </a:pPr>
          <a:r>
            <a:rPr lang="en-US" b="0" i="0"/>
            <a:t>Manglende access control</a:t>
          </a:r>
          <a:endParaRPr lang="en-US" b="0" i="0" dirty="0"/>
        </a:p>
      </dgm:t>
    </dgm:pt>
    <dgm:pt modelId="{E3D4C179-C7E3-4813-B8FE-4B48E412E059}" type="parTrans" cxnId="{B3C0130F-70FD-4122-A62F-C89D49316B11}">
      <dgm:prSet/>
      <dgm:spPr/>
      <dgm:t>
        <a:bodyPr/>
        <a:lstStyle/>
        <a:p>
          <a:endParaRPr lang="da-DK"/>
        </a:p>
      </dgm:t>
    </dgm:pt>
    <dgm:pt modelId="{E2316F51-E02C-4FA9-AD6B-A91704C7E390}" type="sibTrans" cxnId="{B3C0130F-70FD-4122-A62F-C89D49316B11}">
      <dgm:prSet/>
      <dgm:spPr/>
      <dgm:t>
        <a:bodyPr/>
        <a:lstStyle/>
        <a:p>
          <a:endParaRPr lang="da-DK"/>
        </a:p>
      </dgm:t>
    </dgm:pt>
    <dgm:pt modelId="{0B37FD9E-4886-496F-9CDB-43C88E184E9F}">
      <dgm:prSet/>
      <dgm:spPr/>
      <dgm:t>
        <a:bodyPr/>
        <a:lstStyle/>
        <a:p>
          <a:pPr>
            <a:buNone/>
          </a:pPr>
          <a:r>
            <a:rPr lang="en-US" b="0" i="0"/>
            <a:t>Session hijacking</a:t>
          </a:r>
          <a:endParaRPr lang="en-US" b="0" i="0" dirty="0"/>
        </a:p>
      </dgm:t>
    </dgm:pt>
    <dgm:pt modelId="{7DFF1BFD-90B6-4F08-9CC2-451688C563D5}" type="parTrans" cxnId="{A032BE3F-A2B8-4673-9776-D5F0544B1734}">
      <dgm:prSet/>
      <dgm:spPr/>
      <dgm:t>
        <a:bodyPr/>
        <a:lstStyle/>
        <a:p>
          <a:endParaRPr lang="da-DK"/>
        </a:p>
      </dgm:t>
    </dgm:pt>
    <dgm:pt modelId="{0F078640-571F-41BE-9CF2-0295A60400E4}" type="sibTrans" cxnId="{A032BE3F-A2B8-4673-9776-D5F0544B1734}">
      <dgm:prSet/>
      <dgm:spPr/>
      <dgm:t>
        <a:bodyPr/>
        <a:lstStyle/>
        <a:p>
          <a:endParaRPr lang="da-DK"/>
        </a:p>
      </dgm:t>
    </dgm:pt>
    <dgm:pt modelId="{5E47B28D-8A89-4E96-9287-B18CC221CBC3}" type="pres">
      <dgm:prSet presAssocID="{D8D25B68-342C-4675-9F3A-033D54E9BF32}" presName="linear" presStyleCnt="0">
        <dgm:presLayoutVars>
          <dgm:animLvl val="lvl"/>
          <dgm:resizeHandles val="exact"/>
        </dgm:presLayoutVars>
      </dgm:prSet>
      <dgm:spPr/>
    </dgm:pt>
    <dgm:pt modelId="{F17A9442-C4B5-4E86-9025-5C73D3FAC55B}" type="pres">
      <dgm:prSet presAssocID="{3D7F0EBE-DA0B-40AE-878B-49ACFA4A8C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2D0AF55-E2BA-4B0E-8649-B32781469EC0}" type="pres">
      <dgm:prSet presAssocID="{8B6960F5-86A3-4CAC-9DA9-511FBDA271FD}" presName="spacer" presStyleCnt="0"/>
      <dgm:spPr/>
    </dgm:pt>
    <dgm:pt modelId="{5115C747-EB7E-45F5-B7A1-7C292374ADCC}" type="pres">
      <dgm:prSet presAssocID="{0B37FD9E-4886-496F-9CDB-43C88E184E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7E7A56-D4A4-4445-B60F-B10AC54A300F}" type="pres">
      <dgm:prSet presAssocID="{0F078640-571F-41BE-9CF2-0295A60400E4}" presName="spacer" presStyleCnt="0"/>
      <dgm:spPr/>
    </dgm:pt>
    <dgm:pt modelId="{68F63A1A-F25C-423E-B7B2-72B02CA48ADD}" type="pres">
      <dgm:prSet presAssocID="{0E9BB90E-98BD-42BC-AD79-084998339D0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D09259-DEE2-4152-B398-4091442DA755}" type="pres">
      <dgm:prSet presAssocID="{E2316F51-E02C-4FA9-AD6B-A91704C7E390}" presName="spacer" presStyleCnt="0"/>
      <dgm:spPr/>
    </dgm:pt>
    <dgm:pt modelId="{1B6148C3-913A-4DEB-97C3-1A8B025CDAAF}" type="pres">
      <dgm:prSet presAssocID="{3CFE7F8B-8F2A-4509-9F44-7DE941F92A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5D2F0D-5D0C-4D31-9EF4-80485219923A}" type="presOf" srcId="{D8D25B68-342C-4675-9F3A-033D54E9BF32}" destId="{5E47B28D-8A89-4E96-9287-B18CC221CBC3}" srcOrd="0" destOrd="0" presId="urn:microsoft.com/office/officeart/2005/8/layout/vList2"/>
    <dgm:cxn modelId="{B3C0130F-70FD-4122-A62F-C89D49316B11}" srcId="{D8D25B68-342C-4675-9F3A-033D54E9BF32}" destId="{0E9BB90E-98BD-42BC-AD79-084998339D01}" srcOrd="2" destOrd="0" parTransId="{E3D4C179-C7E3-4813-B8FE-4B48E412E059}" sibTransId="{E2316F51-E02C-4FA9-AD6B-A91704C7E390}"/>
    <dgm:cxn modelId="{A032BE3F-A2B8-4673-9776-D5F0544B1734}" srcId="{D8D25B68-342C-4675-9F3A-033D54E9BF32}" destId="{0B37FD9E-4886-496F-9CDB-43C88E184E9F}" srcOrd="1" destOrd="0" parTransId="{7DFF1BFD-90B6-4F08-9CC2-451688C563D5}" sibTransId="{0F078640-571F-41BE-9CF2-0295A60400E4}"/>
    <dgm:cxn modelId="{F7256577-FC1E-4844-AE78-8D43A680E329}" srcId="{D8D25B68-342C-4675-9F3A-033D54E9BF32}" destId="{3D7F0EBE-DA0B-40AE-878B-49ACFA4A8C5D}" srcOrd="0" destOrd="0" parTransId="{E8848BA6-DCEF-4F2E-A479-51F2DD5F796C}" sibTransId="{8B6960F5-86A3-4CAC-9DA9-511FBDA271FD}"/>
    <dgm:cxn modelId="{036DD357-C71A-47CB-B934-0BC001A0411C}" type="presOf" srcId="{3D7F0EBE-DA0B-40AE-878B-49ACFA4A8C5D}" destId="{F17A9442-C4B5-4E86-9025-5C73D3FAC55B}" srcOrd="0" destOrd="0" presId="urn:microsoft.com/office/officeart/2005/8/layout/vList2"/>
    <dgm:cxn modelId="{650BFF85-8B4F-46B6-9DF9-8B6F3C3FDBDD}" type="presOf" srcId="{0B37FD9E-4886-496F-9CDB-43C88E184E9F}" destId="{5115C747-EB7E-45F5-B7A1-7C292374ADCC}" srcOrd="0" destOrd="0" presId="urn:microsoft.com/office/officeart/2005/8/layout/vList2"/>
    <dgm:cxn modelId="{F0871899-90B9-4455-B7F9-EAEAECE17EDE}" srcId="{D8D25B68-342C-4675-9F3A-033D54E9BF32}" destId="{3CFE7F8B-8F2A-4509-9F44-7DE941F92ADF}" srcOrd="3" destOrd="0" parTransId="{2700FEAC-4CA4-497F-8D6A-6C2D99785DE5}" sibTransId="{BCE53743-E0CB-4EF6-AC65-050926C32430}"/>
    <dgm:cxn modelId="{97509DDB-D375-433C-920F-92470EE0E61B}" type="presOf" srcId="{3CFE7F8B-8F2A-4509-9F44-7DE941F92ADF}" destId="{1B6148C3-913A-4DEB-97C3-1A8B025CDAAF}" srcOrd="0" destOrd="0" presId="urn:microsoft.com/office/officeart/2005/8/layout/vList2"/>
    <dgm:cxn modelId="{A34C8EDC-FBD7-4996-809B-6EA30894130F}" type="presOf" srcId="{0E9BB90E-98BD-42BC-AD79-084998339D01}" destId="{68F63A1A-F25C-423E-B7B2-72B02CA48ADD}" srcOrd="0" destOrd="0" presId="urn:microsoft.com/office/officeart/2005/8/layout/vList2"/>
    <dgm:cxn modelId="{3AB62E44-D342-4093-B29B-463AE6AFD12E}" type="presParOf" srcId="{5E47B28D-8A89-4E96-9287-B18CC221CBC3}" destId="{F17A9442-C4B5-4E86-9025-5C73D3FAC55B}" srcOrd="0" destOrd="0" presId="urn:microsoft.com/office/officeart/2005/8/layout/vList2"/>
    <dgm:cxn modelId="{6FC474C6-3C33-46AE-99A4-85C255717A7E}" type="presParOf" srcId="{5E47B28D-8A89-4E96-9287-B18CC221CBC3}" destId="{E2D0AF55-E2BA-4B0E-8649-B32781469EC0}" srcOrd="1" destOrd="0" presId="urn:microsoft.com/office/officeart/2005/8/layout/vList2"/>
    <dgm:cxn modelId="{F78A5155-EE7C-4EE7-A9D5-83487B7C7B31}" type="presParOf" srcId="{5E47B28D-8A89-4E96-9287-B18CC221CBC3}" destId="{5115C747-EB7E-45F5-B7A1-7C292374ADCC}" srcOrd="2" destOrd="0" presId="urn:microsoft.com/office/officeart/2005/8/layout/vList2"/>
    <dgm:cxn modelId="{777BB4D6-2DD9-426C-B0DE-26746169C8A6}" type="presParOf" srcId="{5E47B28D-8A89-4E96-9287-B18CC221CBC3}" destId="{B67E7A56-D4A4-4445-B60F-B10AC54A300F}" srcOrd="3" destOrd="0" presId="urn:microsoft.com/office/officeart/2005/8/layout/vList2"/>
    <dgm:cxn modelId="{38463404-CCE7-4A15-A09E-35A9AEED0EDA}" type="presParOf" srcId="{5E47B28D-8A89-4E96-9287-B18CC221CBC3}" destId="{68F63A1A-F25C-423E-B7B2-72B02CA48ADD}" srcOrd="4" destOrd="0" presId="urn:microsoft.com/office/officeart/2005/8/layout/vList2"/>
    <dgm:cxn modelId="{7CCA3650-4389-42FE-A654-9BD4E6C817AF}" type="presParOf" srcId="{5E47B28D-8A89-4E96-9287-B18CC221CBC3}" destId="{17D09259-DEE2-4152-B398-4091442DA755}" srcOrd="5" destOrd="0" presId="urn:microsoft.com/office/officeart/2005/8/layout/vList2"/>
    <dgm:cxn modelId="{C2E2BB1B-D654-4DCC-9668-339743373BB0}" type="presParOf" srcId="{5E47B28D-8A89-4E96-9287-B18CC221CBC3}" destId="{1B6148C3-913A-4DEB-97C3-1A8B025CDA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4FB7F3-7ABB-49E7-9B44-2A47CB41118C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EF5D0C1F-40D1-4BDD-A7D3-78221B7AF272}">
      <dgm:prSet/>
      <dgm:spPr/>
      <dgm:t>
        <a:bodyPr/>
        <a:lstStyle/>
        <a:p>
          <a:pPr>
            <a:buNone/>
          </a:pPr>
          <a:r>
            <a:rPr lang="da-DK" b="1" i="0" dirty="0"/>
            <a:t>OWASP ZAP</a:t>
          </a:r>
          <a:r>
            <a:rPr lang="da-DK" b="0" i="0" dirty="0"/>
            <a:t> – Industriens standard for gratis DAST</a:t>
          </a:r>
        </a:p>
      </dgm:t>
    </dgm:pt>
    <dgm:pt modelId="{1D710E55-4A3E-4E28-8342-5B5B421D597A}" type="parTrans" cxnId="{ED1679FA-CDBB-4067-ACD7-0169346676C1}">
      <dgm:prSet/>
      <dgm:spPr/>
      <dgm:t>
        <a:bodyPr/>
        <a:lstStyle/>
        <a:p>
          <a:endParaRPr lang="da-DK"/>
        </a:p>
      </dgm:t>
    </dgm:pt>
    <dgm:pt modelId="{A32B79D5-2487-4F44-B2C0-5D2AC92CF4E5}" type="sibTrans" cxnId="{ED1679FA-CDBB-4067-ACD7-0169346676C1}">
      <dgm:prSet/>
      <dgm:spPr/>
      <dgm:t>
        <a:bodyPr/>
        <a:lstStyle/>
        <a:p>
          <a:endParaRPr lang="da-DK"/>
        </a:p>
      </dgm:t>
    </dgm:pt>
    <dgm:pt modelId="{5E590491-8120-47A8-9565-3DD778CFE989}">
      <dgm:prSet/>
      <dgm:spPr/>
      <dgm:t>
        <a:bodyPr/>
        <a:lstStyle/>
        <a:p>
          <a:pPr>
            <a:buNone/>
          </a:pPr>
          <a:r>
            <a:rPr lang="da-DK" b="1" i="0"/>
            <a:t>Arachni</a:t>
          </a:r>
          <a:r>
            <a:rPr lang="da-DK" b="0" i="0"/>
            <a:t> – Webapplikationsscanner</a:t>
          </a:r>
          <a:endParaRPr lang="da-DK" b="0" i="0" dirty="0"/>
        </a:p>
      </dgm:t>
    </dgm:pt>
    <dgm:pt modelId="{3956F326-1147-4745-ADB3-B18A3A04FD82}" type="parTrans" cxnId="{1D0F515F-7157-42BD-B376-704EEA425D92}">
      <dgm:prSet/>
      <dgm:spPr/>
      <dgm:t>
        <a:bodyPr/>
        <a:lstStyle/>
        <a:p>
          <a:endParaRPr lang="da-DK"/>
        </a:p>
      </dgm:t>
    </dgm:pt>
    <dgm:pt modelId="{EEB9159F-612C-458B-95C0-263B1DA732F3}" type="sibTrans" cxnId="{1D0F515F-7157-42BD-B376-704EEA425D92}">
      <dgm:prSet/>
      <dgm:spPr/>
      <dgm:t>
        <a:bodyPr/>
        <a:lstStyle/>
        <a:p>
          <a:endParaRPr lang="da-DK"/>
        </a:p>
      </dgm:t>
    </dgm:pt>
    <dgm:pt modelId="{43FBBD47-ECC3-486F-9C50-241C8959F6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1" i="0"/>
            <a:t>AppSpider (Rapid7)</a:t>
          </a:r>
          <a:r>
            <a:rPr lang="da-DK" b="0" i="0"/>
            <a:t> – Enterprise‑DAST med automatisering</a:t>
          </a:r>
          <a:endParaRPr lang="da-DK" b="0" i="0" dirty="0"/>
        </a:p>
      </dgm:t>
    </dgm:pt>
    <dgm:pt modelId="{072420A1-E6D4-4A8C-9921-05553701C299}" type="parTrans" cxnId="{E36A936E-A5A1-4561-B718-311C64987B10}">
      <dgm:prSet/>
      <dgm:spPr/>
      <dgm:t>
        <a:bodyPr/>
        <a:lstStyle/>
        <a:p>
          <a:endParaRPr lang="da-DK"/>
        </a:p>
      </dgm:t>
    </dgm:pt>
    <dgm:pt modelId="{1D907AFC-83FA-4515-AE4A-03C2BF3243DA}" type="sibTrans" cxnId="{E36A936E-A5A1-4561-B718-311C64987B10}">
      <dgm:prSet/>
      <dgm:spPr/>
      <dgm:t>
        <a:bodyPr/>
        <a:lstStyle/>
        <a:p>
          <a:endParaRPr lang="da-DK"/>
        </a:p>
      </dgm:t>
    </dgm:pt>
    <dgm:pt modelId="{DDA36127-4AB7-4885-9C1E-16865C920863}" type="pres">
      <dgm:prSet presAssocID="{CE4FB7F3-7ABB-49E7-9B44-2A47CB41118C}" presName="diagram" presStyleCnt="0">
        <dgm:presLayoutVars>
          <dgm:dir/>
          <dgm:resizeHandles val="exact"/>
        </dgm:presLayoutVars>
      </dgm:prSet>
      <dgm:spPr/>
    </dgm:pt>
    <dgm:pt modelId="{DDB5DCC1-1155-44BC-BA15-483166545124}" type="pres">
      <dgm:prSet presAssocID="{EF5D0C1F-40D1-4BDD-A7D3-78221B7AF272}" presName="node" presStyleLbl="node1" presStyleIdx="0" presStyleCnt="3">
        <dgm:presLayoutVars>
          <dgm:bulletEnabled val="1"/>
        </dgm:presLayoutVars>
      </dgm:prSet>
      <dgm:spPr/>
    </dgm:pt>
    <dgm:pt modelId="{D1BAAA63-0D4A-400C-BBA2-8C5CDDCE8B1B}" type="pres">
      <dgm:prSet presAssocID="{A32B79D5-2487-4F44-B2C0-5D2AC92CF4E5}" presName="sibTrans" presStyleCnt="0"/>
      <dgm:spPr/>
    </dgm:pt>
    <dgm:pt modelId="{BDC0D0BB-1202-4456-942C-7269482966CD}" type="pres">
      <dgm:prSet presAssocID="{5E590491-8120-47A8-9565-3DD778CFE989}" presName="node" presStyleLbl="node1" presStyleIdx="1" presStyleCnt="3">
        <dgm:presLayoutVars>
          <dgm:bulletEnabled val="1"/>
        </dgm:presLayoutVars>
      </dgm:prSet>
      <dgm:spPr/>
    </dgm:pt>
    <dgm:pt modelId="{613DB19C-3F40-4408-8C42-7DAC7AF56051}" type="pres">
      <dgm:prSet presAssocID="{EEB9159F-612C-458B-95C0-263B1DA732F3}" presName="sibTrans" presStyleCnt="0"/>
      <dgm:spPr/>
    </dgm:pt>
    <dgm:pt modelId="{8F01827E-ABE9-48EB-A51A-4A557DC92B93}" type="pres">
      <dgm:prSet presAssocID="{43FBBD47-ECC3-486F-9C50-241C8959F642}" presName="node" presStyleLbl="node1" presStyleIdx="2" presStyleCnt="3">
        <dgm:presLayoutVars>
          <dgm:bulletEnabled val="1"/>
        </dgm:presLayoutVars>
      </dgm:prSet>
      <dgm:spPr/>
    </dgm:pt>
  </dgm:ptLst>
  <dgm:cxnLst>
    <dgm:cxn modelId="{1D0F515F-7157-42BD-B376-704EEA425D92}" srcId="{CE4FB7F3-7ABB-49E7-9B44-2A47CB41118C}" destId="{5E590491-8120-47A8-9565-3DD778CFE989}" srcOrd="1" destOrd="0" parTransId="{3956F326-1147-4745-ADB3-B18A3A04FD82}" sibTransId="{EEB9159F-612C-458B-95C0-263B1DA732F3}"/>
    <dgm:cxn modelId="{9E9CF566-827D-4F9E-8E71-E8F8E88D884F}" type="presOf" srcId="{5E590491-8120-47A8-9565-3DD778CFE989}" destId="{BDC0D0BB-1202-4456-942C-7269482966CD}" srcOrd="0" destOrd="0" presId="urn:microsoft.com/office/officeart/2005/8/layout/default"/>
    <dgm:cxn modelId="{E36A936E-A5A1-4561-B718-311C64987B10}" srcId="{CE4FB7F3-7ABB-49E7-9B44-2A47CB41118C}" destId="{43FBBD47-ECC3-486F-9C50-241C8959F642}" srcOrd="2" destOrd="0" parTransId="{072420A1-E6D4-4A8C-9921-05553701C299}" sibTransId="{1D907AFC-83FA-4515-AE4A-03C2BF3243DA}"/>
    <dgm:cxn modelId="{DCC41270-C07A-4AA7-AA59-893BE43A7CB8}" type="presOf" srcId="{CE4FB7F3-7ABB-49E7-9B44-2A47CB41118C}" destId="{DDA36127-4AB7-4885-9C1E-16865C920863}" srcOrd="0" destOrd="0" presId="urn:microsoft.com/office/officeart/2005/8/layout/default"/>
    <dgm:cxn modelId="{1205C490-BA2D-4A63-AA40-208514CC297B}" type="presOf" srcId="{43FBBD47-ECC3-486F-9C50-241C8959F642}" destId="{8F01827E-ABE9-48EB-A51A-4A557DC92B93}" srcOrd="0" destOrd="0" presId="urn:microsoft.com/office/officeart/2005/8/layout/default"/>
    <dgm:cxn modelId="{852771B6-C77E-4CD3-BE28-3C887BA96B1B}" type="presOf" srcId="{EF5D0C1F-40D1-4BDD-A7D3-78221B7AF272}" destId="{DDB5DCC1-1155-44BC-BA15-483166545124}" srcOrd="0" destOrd="0" presId="urn:microsoft.com/office/officeart/2005/8/layout/default"/>
    <dgm:cxn modelId="{ED1679FA-CDBB-4067-ACD7-0169346676C1}" srcId="{CE4FB7F3-7ABB-49E7-9B44-2A47CB41118C}" destId="{EF5D0C1F-40D1-4BDD-A7D3-78221B7AF272}" srcOrd="0" destOrd="0" parTransId="{1D710E55-4A3E-4E28-8342-5B5B421D597A}" sibTransId="{A32B79D5-2487-4F44-B2C0-5D2AC92CF4E5}"/>
    <dgm:cxn modelId="{425F0492-CC88-42D1-9338-0A38AEDBE035}" type="presParOf" srcId="{DDA36127-4AB7-4885-9C1E-16865C920863}" destId="{DDB5DCC1-1155-44BC-BA15-483166545124}" srcOrd="0" destOrd="0" presId="urn:microsoft.com/office/officeart/2005/8/layout/default"/>
    <dgm:cxn modelId="{173C69CE-C610-4226-81A0-36DA8CED31C7}" type="presParOf" srcId="{DDA36127-4AB7-4885-9C1E-16865C920863}" destId="{D1BAAA63-0D4A-400C-BBA2-8C5CDDCE8B1B}" srcOrd="1" destOrd="0" presId="urn:microsoft.com/office/officeart/2005/8/layout/default"/>
    <dgm:cxn modelId="{88BF58ED-885C-4FA1-AA22-0450D815BBA7}" type="presParOf" srcId="{DDA36127-4AB7-4885-9C1E-16865C920863}" destId="{BDC0D0BB-1202-4456-942C-7269482966CD}" srcOrd="2" destOrd="0" presId="urn:microsoft.com/office/officeart/2005/8/layout/default"/>
    <dgm:cxn modelId="{CC7C0BCA-07D1-4CFE-80BC-027C165A9CC3}" type="presParOf" srcId="{DDA36127-4AB7-4885-9C1E-16865C920863}" destId="{613DB19C-3F40-4408-8C42-7DAC7AF56051}" srcOrd="3" destOrd="0" presId="urn:microsoft.com/office/officeart/2005/8/layout/default"/>
    <dgm:cxn modelId="{CD447E73-50F8-40A7-81CC-B2C40639BFDC}" type="presParOf" srcId="{DDA36127-4AB7-4885-9C1E-16865C920863}" destId="{8F01827E-ABE9-48EB-A51A-4A557DC92B9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66B55-78AF-42D6-ABBA-5C4D852A2A8F}">
      <dsp:nvSpPr>
        <dsp:cNvPr id="0" name=""/>
        <dsp:cNvSpPr/>
      </dsp:nvSpPr>
      <dsp:spPr>
        <a:xfrm>
          <a:off x="657" y="77854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2300" b="0" i="0" kern="1200" dirty="0"/>
            <a:t>Analyse af kildekode </a:t>
          </a:r>
          <a:r>
            <a:rPr lang="da-DK" sz="2300" b="1" i="0" kern="1200" dirty="0"/>
            <a:t>uden eksekvering</a:t>
          </a:r>
          <a:endParaRPr lang="da-DK" sz="2300" kern="1200" dirty="0"/>
        </a:p>
      </dsp:txBody>
      <dsp:txXfrm>
        <a:off x="657" y="77854"/>
        <a:ext cx="2564320" cy="1538592"/>
      </dsp:txXfrm>
    </dsp:sp>
    <dsp:sp modelId="{3214FA59-3E4D-47C0-9F8E-44C1A66947BE}">
      <dsp:nvSpPr>
        <dsp:cNvPr id="0" name=""/>
        <dsp:cNvSpPr/>
      </dsp:nvSpPr>
      <dsp:spPr>
        <a:xfrm>
          <a:off x="2821410" y="77854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2300" b="0" i="0" kern="1200" dirty="0"/>
            <a:t>Finder fejl tidligt i udviklingsprocessen</a:t>
          </a:r>
          <a:endParaRPr lang="da-DK" sz="2300" kern="1200" dirty="0"/>
        </a:p>
      </dsp:txBody>
      <dsp:txXfrm>
        <a:off x="2821410" y="77854"/>
        <a:ext cx="2564320" cy="1538592"/>
      </dsp:txXfrm>
    </dsp:sp>
    <dsp:sp modelId="{4A0E92C6-8C4B-4108-9A78-752F4BE3E09C}">
      <dsp:nvSpPr>
        <dsp:cNvPr id="0" name=""/>
        <dsp:cNvSpPr/>
      </dsp:nvSpPr>
      <dsp:spPr>
        <a:xfrm>
          <a:off x="1411033" y="1872878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0" i="0" kern="1200" dirty="0"/>
            <a:t>Integreres i IDE eller CI pipeline</a:t>
          </a:r>
        </a:p>
      </dsp:txBody>
      <dsp:txXfrm>
        <a:off x="1411033" y="1872878"/>
        <a:ext cx="2564320" cy="1538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492EF-E193-4D01-8A05-6549CF7913A4}">
      <dsp:nvSpPr>
        <dsp:cNvPr id="0" name=""/>
        <dsp:cNvSpPr/>
      </dsp:nvSpPr>
      <dsp:spPr>
        <a:xfrm>
          <a:off x="0" y="345792"/>
          <a:ext cx="5389562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600" b="0" i="0" kern="1200" dirty="0"/>
            <a:t>SQL </a:t>
          </a:r>
          <a:r>
            <a:rPr lang="da-DK" sz="3600" b="0" i="0" kern="1200" dirty="0" err="1"/>
            <a:t>injection</a:t>
          </a:r>
          <a:endParaRPr lang="da-DK" sz="3600" kern="1200" dirty="0"/>
        </a:p>
      </dsp:txBody>
      <dsp:txXfrm>
        <a:off x="42151" y="387943"/>
        <a:ext cx="5305260" cy="779158"/>
      </dsp:txXfrm>
    </dsp:sp>
    <dsp:sp modelId="{0C2C4345-EE2A-4F98-A8D9-BA880743967D}">
      <dsp:nvSpPr>
        <dsp:cNvPr id="0" name=""/>
        <dsp:cNvSpPr/>
      </dsp:nvSpPr>
      <dsp:spPr>
        <a:xfrm>
          <a:off x="0" y="1312932"/>
          <a:ext cx="5389562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600" b="0" i="0" kern="1200" dirty="0"/>
            <a:t>Manglende inputvalidering</a:t>
          </a:r>
        </a:p>
      </dsp:txBody>
      <dsp:txXfrm>
        <a:off x="42151" y="1355083"/>
        <a:ext cx="5305260" cy="779158"/>
      </dsp:txXfrm>
    </dsp:sp>
    <dsp:sp modelId="{29627D8B-708F-40C0-A3B2-C84618C1FAD6}">
      <dsp:nvSpPr>
        <dsp:cNvPr id="0" name=""/>
        <dsp:cNvSpPr/>
      </dsp:nvSpPr>
      <dsp:spPr>
        <a:xfrm>
          <a:off x="0" y="2280072"/>
          <a:ext cx="5389562" cy="8634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600" b="0" i="0" kern="1200" dirty="0" err="1"/>
            <a:t>Hardcodede</a:t>
          </a:r>
          <a:r>
            <a:rPr lang="da-DK" sz="3600" b="0" i="0" kern="1200" dirty="0"/>
            <a:t> </a:t>
          </a:r>
          <a:r>
            <a:rPr lang="da-DK" sz="3600" b="0" i="0" kern="1200" dirty="0" err="1"/>
            <a:t>secrets</a:t>
          </a:r>
          <a:endParaRPr lang="da-DK" sz="3600" b="0" i="0" kern="1200" dirty="0"/>
        </a:p>
      </dsp:txBody>
      <dsp:txXfrm>
        <a:off x="42151" y="2322223"/>
        <a:ext cx="5305260" cy="7791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6CBCB-25F2-4F0C-A4AA-1C605332DBFF}">
      <dsp:nvSpPr>
        <dsp:cNvPr id="0" name=""/>
        <dsp:cNvSpPr/>
      </dsp:nvSpPr>
      <dsp:spPr>
        <a:xfrm>
          <a:off x="102870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i="0" kern="1200" dirty="0"/>
            <a:t>Security Code Scan</a:t>
          </a:r>
          <a:r>
            <a:rPr lang="da-DK" sz="2600" b="0" i="0" kern="1200" dirty="0"/>
            <a:t> – Open source scanner</a:t>
          </a:r>
        </a:p>
      </dsp:txBody>
      <dsp:txXfrm>
        <a:off x="102870" y="2896"/>
        <a:ext cx="3364706" cy="2018823"/>
      </dsp:txXfrm>
    </dsp:sp>
    <dsp:sp modelId="{D8F5A6B8-809F-4AE7-B3E2-0BBC8D86F53A}">
      <dsp:nvSpPr>
        <dsp:cNvPr id="0" name=""/>
        <dsp:cNvSpPr/>
      </dsp:nvSpPr>
      <dsp:spPr>
        <a:xfrm>
          <a:off x="3804046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i="0" kern="1200" dirty="0" err="1"/>
            <a:t>Semgrep</a:t>
          </a:r>
          <a:r>
            <a:rPr lang="da-DK" sz="2600" b="0" i="0" kern="1200" dirty="0"/>
            <a:t> – </a:t>
          </a:r>
          <a:r>
            <a:rPr lang="da-DK" sz="2600" b="0" i="0" kern="1200" dirty="0" err="1"/>
            <a:t>Multi‑language</a:t>
          </a:r>
          <a:r>
            <a:rPr lang="da-DK" sz="2600" b="0" i="0" kern="1200" dirty="0"/>
            <a:t>, regler som kode</a:t>
          </a:r>
        </a:p>
      </dsp:txBody>
      <dsp:txXfrm>
        <a:off x="3804046" y="2896"/>
        <a:ext cx="3364706" cy="2018823"/>
      </dsp:txXfrm>
    </dsp:sp>
    <dsp:sp modelId="{66017A59-8018-4872-A791-C63C4EB9BFDD}">
      <dsp:nvSpPr>
        <dsp:cNvPr id="0" name=""/>
        <dsp:cNvSpPr/>
      </dsp:nvSpPr>
      <dsp:spPr>
        <a:xfrm>
          <a:off x="7505223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i="0" kern="1200" dirty="0" err="1"/>
            <a:t>SonarQube</a:t>
          </a:r>
          <a:r>
            <a:rPr lang="da-DK" sz="2600" b="1" i="0" kern="1200" dirty="0"/>
            <a:t> Community Edition</a:t>
          </a:r>
          <a:r>
            <a:rPr lang="da-DK" sz="2600" b="0" i="0" kern="1200" dirty="0"/>
            <a:t> – Kvalitet + sikkerhed</a:t>
          </a:r>
        </a:p>
      </dsp:txBody>
      <dsp:txXfrm>
        <a:off x="7505223" y="2896"/>
        <a:ext cx="3364706" cy="2018823"/>
      </dsp:txXfrm>
    </dsp:sp>
    <dsp:sp modelId="{C1A336ED-4AE3-4D57-8FA0-178690C9CAF2}">
      <dsp:nvSpPr>
        <dsp:cNvPr id="0" name=""/>
        <dsp:cNvSpPr/>
      </dsp:nvSpPr>
      <dsp:spPr>
        <a:xfrm>
          <a:off x="3804046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1" i="0" kern="1200"/>
            <a:t>ESLint + security plugins</a:t>
          </a:r>
          <a:r>
            <a:rPr lang="da-DK" sz="2600" b="0" i="0" kern="1200"/>
            <a:t> – JavaScript/Node/React</a:t>
          </a:r>
          <a:endParaRPr lang="da-DK" sz="2600" b="0" i="0" kern="1200" dirty="0"/>
        </a:p>
      </dsp:txBody>
      <dsp:txXfrm>
        <a:off x="3804046" y="2358191"/>
        <a:ext cx="3364706" cy="20188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2495D-76D7-432C-ABD6-772B26369022}">
      <dsp:nvSpPr>
        <dsp:cNvPr id="0" name=""/>
        <dsp:cNvSpPr/>
      </dsp:nvSpPr>
      <dsp:spPr>
        <a:xfrm>
          <a:off x="657" y="77854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b="0" i="0" kern="1200" dirty="0"/>
            <a:t>Tester applikationen </a:t>
          </a:r>
          <a:r>
            <a:rPr lang="da-DK" sz="2800" b="1" i="0" kern="1200" dirty="0"/>
            <a:t>mens den kører</a:t>
          </a:r>
          <a:endParaRPr lang="da-DK" sz="2800" b="0" i="0" kern="1200" dirty="0"/>
        </a:p>
      </dsp:txBody>
      <dsp:txXfrm>
        <a:off x="657" y="77854"/>
        <a:ext cx="2564320" cy="1538592"/>
      </dsp:txXfrm>
    </dsp:sp>
    <dsp:sp modelId="{45AC17EC-59B5-4C74-8833-15080174DE0A}">
      <dsp:nvSpPr>
        <dsp:cNvPr id="0" name=""/>
        <dsp:cNvSpPr/>
      </dsp:nvSpPr>
      <dsp:spPr>
        <a:xfrm>
          <a:off x="2821410" y="77854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b="0" i="0" kern="1200" dirty="0"/>
            <a:t>Simulerer angreb udefra (</a:t>
          </a:r>
          <a:r>
            <a:rPr lang="da-DK" sz="2800" b="0" i="0" kern="1200" dirty="0" err="1"/>
            <a:t>black‑box</a:t>
          </a:r>
          <a:r>
            <a:rPr lang="da-DK" sz="2800" b="0" i="0" kern="1200" dirty="0"/>
            <a:t>)</a:t>
          </a:r>
        </a:p>
      </dsp:txBody>
      <dsp:txXfrm>
        <a:off x="2821410" y="77854"/>
        <a:ext cx="2564320" cy="1538592"/>
      </dsp:txXfrm>
    </dsp:sp>
    <dsp:sp modelId="{843FB7D0-CEBE-4BA7-9A2F-2B6FA8BC98BE}">
      <dsp:nvSpPr>
        <dsp:cNvPr id="0" name=""/>
        <dsp:cNvSpPr/>
      </dsp:nvSpPr>
      <dsp:spPr>
        <a:xfrm>
          <a:off x="1411033" y="1872878"/>
          <a:ext cx="2564320" cy="15385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b="0" i="0" kern="1200"/>
            <a:t>Kan køres mod testmiljø</a:t>
          </a:r>
          <a:endParaRPr lang="da-DK" sz="2800" b="0" i="0" kern="1200" dirty="0"/>
        </a:p>
      </dsp:txBody>
      <dsp:txXfrm>
        <a:off x="1411033" y="1872878"/>
        <a:ext cx="2564320" cy="15385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A9442-C4B5-4E86-9025-5C73D3FAC55B}">
      <dsp:nvSpPr>
        <dsp:cNvPr id="0" name=""/>
        <dsp:cNvSpPr/>
      </dsp:nvSpPr>
      <dsp:spPr>
        <a:xfrm>
          <a:off x="0" y="19092"/>
          <a:ext cx="5389562" cy="7915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/>
            <a:t>XSS</a:t>
          </a:r>
        </a:p>
      </dsp:txBody>
      <dsp:txXfrm>
        <a:off x="38638" y="57730"/>
        <a:ext cx="5312286" cy="714229"/>
      </dsp:txXfrm>
    </dsp:sp>
    <dsp:sp modelId="{5115C747-EB7E-45F5-B7A1-7C292374ADCC}">
      <dsp:nvSpPr>
        <dsp:cNvPr id="0" name=""/>
        <dsp:cNvSpPr/>
      </dsp:nvSpPr>
      <dsp:spPr>
        <a:xfrm>
          <a:off x="0" y="905637"/>
          <a:ext cx="5389562" cy="7915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Session hijacking</a:t>
          </a:r>
          <a:endParaRPr lang="en-US" sz="3300" b="0" i="0" kern="1200" dirty="0"/>
        </a:p>
      </dsp:txBody>
      <dsp:txXfrm>
        <a:off x="38638" y="944275"/>
        <a:ext cx="5312286" cy="714229"/>
      </dsp:txXfrm>
    </dsp:sp>
    <dsp:sp modelId="{68F63A1A-F25C-423E-B7B2-72B02CA48ADD}">
      <dsp:nvSpPr>
        <dsp:cNvPr id="0" name=""/>
        <dsp:cNvSpPr/>
      </dsp:nvSpPr>
      <dsp:spPr>
        <a:xfrm>
          <a:off x="0" y="1792182"/>
          <a:ext cx="5389562" cy="7915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Manglende access control</a:t>
          </a:r>
          <a:endParaRPr lang="en-US" sz="3300" b="0" i="0" kern="1200" dirty="0"/>
        </a:p>
      </dsp:txBody>
      <dsp:txXfrm>
        <a:off x="38638" y="1830820"/>
        <a:ext cx="5312286" cy="714229"/>
      </dsp:txXfrm>
    </dsp:sp>
    <dsp:sp modelId="{1B6148C3-913A-4DEB-97C3-1A8B025CDAAF}">
      <dsp:nvSpPr>
        <dsp:cNvPr id="0" name=""/>
        <dsp:cNvSpPr/>
      </dsp:nvSpPr>
      <dsp:spPr>
        <a:xfrm>
          <a:off x="0" y="2678727"/>
          <a:ext cx="5389562" cy="7915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Usikre headers</a:t>
          </a:r>
          <a:endParaRPr lang="en-US" sz="3300" b="0" i="0" kern="1200" dirty="0"/>
        </a:p>
      </dsp:txBody>
      <dsp:txXfrm>
        <a:off x="38638" y="2717365"/>
        <a:ext cx="5312286" cy="7142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5DCC1-1155-44BC-BA15-483166545124}">
      <dsp:nvSpPr>
        <dsp:cNvPr id="0" name=""/>
        <dsp:cNvSpPr/>
      </dsp:nvSpPr>
      <dsp:spPr>
        <a:xfrm>
          <a:off x="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b="1" i="0" kern="1200" dirty="0"/>
            <a:t>OWASP ZAP</a:t>
          </a:r>
          <a:r>
            <a:rPr lang="da-DK" sz="2500" b="0" i="0" kern="1200" dirty="0"/>
            <a:t> – Industriens standard for gratis DAST</a:t>
          </a:r>
        </a:p>
      </dsp:txBody>
      <dsp:txXfrm>
        <a:off x="0" y="1161255"/>
        <a:ext cx="3428999" cy="2057400"/>
      </dsp:txXfrm>
    </dsp:sp>
    <dsp:sp modelId="{BDC0D0BB-1202-4456-942C-7269482966CD}">
      <dsp:nvSpPr>
        <dsp:cNvPr id="0" name=""/>
        <dsp:cNvSpPr/>
      </dsp:nvSpPr>
      <dsp:spPr>
        <a:xfrm>
          <a:off x="37719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b="1" i="0" kern="1200"/>
            <a:t>Arachni</a:t>
          </a:r>
          <a:r>
            <a:rPr lang="da-DK" sz="2500" b="0" i="0" kern="1200"/>
            <a:t> – Webapplikationsscanner</a:t>
          </a:r>
          <a:endParaRPr lang="da-DK" sz="2500" b="0" i="0" kern="1200" dirty="0"/>
        </a:p>
      </dsp:txBody>
      <dsp:txXfrm>
        <a:off x="3771900" y="1161255"/>
        <a:ext cx="3428999" cy="2057400"/>
      </dsp:txXfrm>
    </dsp:sp>
    <dsp:sp modelId="{8F01827E-ABE9-48EB-A51A-4A557DC92B93}">
      <dsp:nvSpPr>
        <dsp:cNvPr id="0" name=""/>
        <dsp:cNvSpPr/>
      </dsp:nvSpPr>
      <dsp:spPr>
        <a:xfrm>
          <a:off x="75438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2500" b="1" i="0" kern="1200"/>
            <a:t>AppSpider (Rapid7)</a:t>
          </a:r>
          <a:r>
            <a:rPr lang="da-DK" sz="2500" b="0" i="0" kern="1200"/>
            <a:t> – Enterprise‑DAST med automatisering</a:t>
          </a:r>
          <a:endParaRPr lang="da-DK" sz="2500" b="0" i="0" kern="1200" dirty="0"/>
        </a:p>
      </dsp:txBody>
      <dsp:txXfrm>
        <a:off x="7543800" y="1161255"/>
        <a:ext cx="3428999" cy="2057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20-03-2026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3/20/2026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3/20/2026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A20B6-90CF-8206-5EA0-3CB0303B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Opfølgning på Øvelse 2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2890BA9C-E747-5154-2851-7A2E3370E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Færdighed: Find og kategorisér virkelige </a:t>
            </a:r>
            <a:r>
              <a:rPr lang="da-DK" dirty="0" err="1"/>
              <a:t>CVE’er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356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Redskaber til applikationssikkerhed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5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F490E-4008-28B5-1D02-B169D197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Statisk sikkerhedstest (SAST)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061AE5B-FDAF-9354-7C6A-39969D6A8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Hvad er SAST?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A96867C1-B77E-2204-9B36-863D1151DA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4988276"/>
              </p:ext>
            </p:extLst>
          </p:nvPr>
        </p:nvGraphicFramePr>
        <p:xfrm>
          <a:off x="609600" y="2276475"/>
          <a:ext cx="5386388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08F1C0B7-6070-AB7E-A093-52B92E8B4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Eksempler på fundne sårbarheder</a:t>
            </a:r>
          </a:p>
        </p:txBody>
      </p:sp>
      <p:graphicFrame>
        <p:nvGraphicFramePr>
          <p:cNvPr id="9" name="Pladsholder til indhold 8">
            <a:extLst>
              <a:ext uri="{FF2B5EF4-FFF2-40B4-BE49-F238E27FC236}">
                <a16:creationId xmlns:a16="http://schemas.microsoft.com/office/drawing/2014/main" id="{7AF46E86-3A78-AF33-3158-376A0205D60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7522497"/>
              </p:ext>
            </p:extLst>
          </p:nvPr>
        </p:nvGraphicFramePr>
        <p:xfrm>
          <a:off x="6192838" y="2276475"/>
          <a:ext cx="5389562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028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9882FF-3D42-C60D-44CC-3B710354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SAST-output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EB27E91-849B-06BE-0776-9FF14C8A1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Output</a:t>
            </a:r>
          </a:p>
        </p:txBody>
      </p:sp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C99912AF-F91A-4536-3739-77D39931F4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1016739" y="2276872"/>
            <a:ext cx="4572638" cy="192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C3F4E4C-A1CB-732A-B2BD-F52FDB63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Forslag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A687C5E-B99C-1079-C474-4E251E10ED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a-DK" dirty="0"/>
              <a:t>SAST-værktøjet foreslår fix automatisk </a:t>
            </a:r>
          </a:p>
          <a:p>
            <a:r>
              <a:rPr lang="da-DK" dirty="0"/>
              <a:t>Forslag: brug </a:t>
            </a:r>
            <a:r>
              <a:rPr lang="da-DK" i="1" dirty="0" err="1"/>
              <a:t>Prepared</a:t>
            </a:r>
            <a:r>
              <a:rPr lang="da-DK" i="1" dirty="0"/>
              <a:t> Statements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9235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8974C-11E7-9AD7-6732-C6312376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SAST-værktøjer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8DDEB4D0-7C0F-56E9-63D9-39FA0045C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448167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328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7D25F-437D-CF59-7587-2E3AF556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5CFCC-6224-801D-7B4C-67CE8F3F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Dynamisk sikkerhedstest (DAST)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DEE5C47B-B83D-55BC-9219-354440878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Hvad er DAST?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7D9EAFB6-6A37-A807-679A-62CB09D4AE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7249826"/>
              </p:ext>
            </p:extLst>
          </p:nvPr>
        </p:nvGraphicFramePr>
        <p:xfrm>
          <a:off x="609600" y="2276475"/>
          <a:ext cx="5386388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7350F8FF-6E32-0A4B-2659-20C4ABCE5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Eksempler på fundne sårbarheder</a:t>
            </a:r>
          </a:p>
        </p:txBody>
      </p:sp>
      <p:graphicFrame>
        <p:nvGraphicFramePr>
          <p:cNvPr id="9" name="Pladsholder til indhold 8">
            <a:extLst>
              <a:ext uri="{FF2B5EF4-FFF2-40B4-BE49-F238E27FC236}">
                <a16:creationId xmlns:a16="http://schemas.microsoft.com/office/drawing/2014/main" id="{18FC6DC6-C1ED-1D0A-BD37-ED5CD3F311B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66677902"/>
              </p:ext>
            </p:extLst>
          </p:nvPr>
        </p:nvGraphicFramePr>
        <p:xfrm>
          <a:off x="6192838" y="2276475"/>
          <a:ext cx="5389562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025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9A69C58-713A-70C4-A667-FB136BA1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DAST-output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30052A87-4057-5527-4A87-4D9D2FE8E9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 err="1"/>
              <a:t>Request</a:t>
            </a:r>
            <a:r>
              <a:rPr lang="da-DK" b="1" dirty="0"/>
              <a:t> </a:t>
            </a:r>
            <a:r>
              <a:rPr lang="da-DK" dirty="0"/>
              <a:t>sendt: </a:t>
            </a:r>
          </a:p>
          <a:p>
            <a:pPr marL="0" indent="0">
              <a:buNone/>
            </a:pPr>
            <a:r>
              <a:rPr lang="da-DK" dirty="0">
                <a:latin typeface="Consolas" panose="020B0609020204030204" pitchFamily="49" charset="0"/>
              </a:rPr>
              <a:t>&lt;script&gt;alert(…)&lt;/script&gt;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b="1" dirty="0"/>
              <a:t>Respons</a:t>
            </a:r>
            <a:r>
              <a:rPr lang="da-DK" dirty="0"/>
              <a:t> indeholder angriberens input.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6997766-7E09-9CAE-F4B0-6C7DF23D2E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DAST-rapport viser:</a:t>
            </a:r>
          </a:p>
          <a:p>
            <a:r>
              <a:rPr lang="da-DK" dirty="0"/>
              <a:t>URL</a:t>
            </a:r>
          </a:p>
          <a:p>
            <a:r>
              <a:rPr lang="da-DK" dirty="0" err="1"/>
              <a:t>Payload</a:t>
            </a:r>
            <a:endParaRPr lang="da-DK" dirty="0"/>
          </a:p>
          <a:p>
            <a:r>
              <a:rPr lang="da-DK" dirty="0" err="1"/>
              <a:t>Severity</a:t>
            </a:r>
            <a:r>
              <a:rPr lang="da-DK" dirty="0"/>
              <a:t> (High)</a:t>
            </a:r>
          </a:p>
          <a:p>
            <a:r>
              <a:rPr lang="da-DK" dirty="0"/>
              <a:t>Fix: </a:t>
            </a:r>
            <a:r>
              <a:rPr lang="da-DK" dirty="0" err="1"/>
              <a:t>Sanitiser</a:t>
            </a:r>
            <a:r>
              <a:rPr lang="da-DK" dirty="0"/>
              <a:t> input og output </a:t>
            </a:r>
            <a:r>
              <a:rPr lang="da-DK" dirty="0" err="1"/>
              <a:t>encode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263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F65E-BB81-57B8-AF3E-0AC73DC8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3BFC7-5E8D-69AD-6F6A-7097DC0E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DAST-værktøjer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750A87EC-0893-FA8F-A1FE-8D47A57D2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71115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1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CCF83-A03D-F499-B944-B6D4F48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Sammenligning af SAST og DAST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4415AC41-7C53-7703-74BF-5582A2834D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450522"/>
              </p:ext>
            </p:extLst>
          </p:nvPr>
        </p:nvGraphicFramePr>
        <p:xfrm>
          <a:off x="609600" y="1465263"/>
          <a:ext cx="109727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1916225282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2735743866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093778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Kriterie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SAST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DAST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83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Hvornår?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Tidligt i udvikling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Når app kører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327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Kildekode?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Nej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729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Finder?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Logikfejl i kode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Konfigurationsfejl, runtime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87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Eksekvering?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Nej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Ja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2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Blind spots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Auth flows, konfig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Hardcoded secrets, døde brancher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08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Hastighed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Hurtigt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Langsomt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47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5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39224-C3BA-C829-919F-E1BE9215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 1 - SAST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FCD89F8-AA9B-8126-F74A-232F28479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6870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6EDB1B-5D5D-41C5-B677-1820B4C121D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1339</TotalTime>
  <Words>247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Office-tema</vt:lpstr>
      <vt:lpstr>Opfølgning på Øvelse 2</vt:lpstr>
      <vt:lpstr>Redskaber til applikationssikkerhed</vt:lpstr>
      <vt:lpstr>Statisk sikkerhedstest (SAST)</vt:lpstr>
      <vt:lpstr>Eksempel på SAST-output</vt:lpstr>
      <vt:lpstr>SAST-værktøjer</vt:lpstr>
      <vt:lpstr>Dynamisk sikkerhedstest (DAST)</vt:lpstr>
      <vt:lpstr>Eksempel på DAST-output</vt:lpstr>
      <vt:lpstr>DAST-værktøjer</vt:lpstr>
      <vt:lpstr>Sammenligning af SAST og DAST</vt:lpstr>
      <vt:lpstr>Øvelse 1 - SAST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2026-03-20T07:52:57Z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</Properties>
</file>