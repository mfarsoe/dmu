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notesMasterIdLst>
    <p:notesMasterId r:id="rId15"/>
  </p:notesMasterIdLst>
  <p:sldIdLst>
    <p:sldId id="302" r:id="rId5"/>
    <p:sldId id="295" r:id="rId6"/>
    <p:sldId id="296" r:id="rId7"/>
    <p:sldId id="297" r:id="rId8"/>
    <p:sldId id="298" r:id="rId9"/>
    <p:sldId id="304" r:id="rId10"/>
    <p:sldId id="299" r:id="rId11"/>
    <p:sldId id="300" r:id="rId12"/>
    <p:sldId id="301" r:id="rId13"/>
    <p:sldId id="30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278B3-9478-48AC-95B6-97A66D11D540}" v="106" dt="2026-03-27T08:02:10.818"/>
    <p1510:client id="{61A411D6-7FC3-48C0-89E8-75EC74B85615}" v="11" dt="2026-03-27T08:08:21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 addSection delSection">
      <pc:chgData name="Jesper Buch Poignée" userId="e9c179cb-b07f-48e2-8bc5-99357f35e469" providerId="ADAL" clId="{0FA08CF4-302B-405B-A75E-5DF504EDE4A1}" dt="2026-03-27T08:55:08.817" v="21650" actId="5793"/>
      <pc:docMkLst>
        <pc:docMk/>
      </pc:docMkLst>
      <pc:sldChg chg="modSp add del mod ord">
        <pc:chgData name="Jesper Buch Poignée" userId="e9c179cb-b07f-48e2-8bc5-99357f35e469" providerId="ADAL" clId="{0FA08CF4-302B-405B-A75E-5DF504EDE4A1}" dt="2026-03-26T08:58:03.691" v="20914" actId="2696"/>
        <pc:sldMkLst>
          <pc:docMk/>
          <pc:sldMk cId="260018021" sldId="276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3-26T12:08:30.534" v="21214" actId="20577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3-26T08:58:06.349" v="20915"/>
          <ac:spMkLst>
            <pc:docMk/>
            <pc:sldMk cId="882084974" sldId="295"/>
            <ac:spMk id="4" creationId="{8B77BAC9-828B-36E5-4F33-D2E13FC34AD7}"/>
          </ac:spMkLst>
        </pc:spChg>
        <pc:spChg chg="add mod ord">
          <ac:chgData name="Jesper Buch Poignée" userId="e9c179cb-b07f-48e2-8bc5-99357f35e469" providerId="ADAL" clId="{0FA08CF4-302B-405B-A75E-5DF504EDE4A1}" dt="2026-03-26T12:08:30.534" v="21214" actId="20577"/>
          <ac:spMkLst>
            <pc:docMk/>
            <pc:sldMk cId="882084974" sldId="295"/>
            <ac:spMk id="5" creationId="{31E9D6C8-BBEF-A22D-0408-B011726DCB5A}"/>
          </ac:spMkLst>
        </pc:spChg>
        <pc:graphicFrameChg chg="add mod">
          <ac:chgData name="Jesper Buch Poignée" userId="e9c179cb-b07f-48e2-8bc5-99357f35e469" providerId="ADAL" clId="{0FA08CF4-302B-405B-A75E-5DF504EDE4A1}" dt="2026-03-26T12:08:28.410" v="21211"/>
          <ac:graphicFrameMkLst>
            <pc:docMk/>
            <pc:sldMk cId="882084974" sldId="295"/>
            <ac:graphicFrameMk id="2" creationId="{7E8DF74C-B490-D5F1-7FB4-B0F6AC1B5D47}"/>
          </ac:graphicFrameMkLst>
        </pc:graphicFrameChg>
      </pc:sldChg>
      <pc:sldChg chg="modSp new mod">
        <pc:chgData name="Jesper Buch Poignée" userId="e9c179cb-b07f-48e2-8bc5-99357f35e469" providerId="ADAL" clId="{0FA08CF4-302B-405B-A75E-5DF504EDE4A1}" dt="2026-03-24T14:56:59.395" v="20500" actId="114"/>
        <pc:sldMkLst>
          <pc:docMk/>
          <pc:sldMk cId="1574675411" sldId="296"/>
        </pc:sldMkLst>
        <pc:spChg chg="mod">
          <ac:chgData name="Jesper Buch Poignée" userId="e9c179cb-b07f-48e2-8bc5-99357f35e469" providerId="ADAL" clId="{0FA08CF4-302B-405B-A75E-5DF504EDE4A1}" dt="2026-03-24T14:56:18.467" v="20494" actId="20577"/>
          <ac:spMkLst>
            <pc:docMk/>
            <pc:sldMk cId="1574675411" sldId="296"/>
            <ac:spMk id="2" creationId="{81E93A64-568C-A220-49E5-BA0977143481}"/>
          </ac:spMkLst>
        </pc:spChg>
        <pc:spChg chg="mod">
          <ac:chgData name="Jesper Buch Poignée" userId="e9c179cb-b07f-48e2-8bc5-99357f35e469" providerId="ADAL" clId="{0FA08CF4-302B-405B-A75E-5DF504EDE4A1}" dt="2026-03-24T14:56:59.395" v="20500" actId="114"/>
          <ac:spMkLst>
            <pc:docMk/>
            <pc:sldMk cId="1574675411" sldId="296"/>
            <ac:spMk id="3" creationId="{A50507BF-C325-FC12-DCA5-792B06C9B6FD}"/>
          </ac:spMkLst>
        </pc:spChg>
      </pc:sldChg>
      <pc:sldChg chg="addSp delSp modSp new mod">
        <pc:chgData name="Jesper Buch Poignée" userId="e9c179cb-b07f-48e2-8bc5-99357f35e469" providerId="ADAL" clId="{0FA08CF4-302B-405B-A75E-5DF504EDE4A1}" dt="2026-03-26T08:59:07.402" v="20930" actId="12100"/>
        <pc:sldMkLst>
          <pc:docMk/>
          <pc:sldMk cId="1541950713" sldId="297"/>
        </pc:sldMkLst>
        <pc:spChg chg="mod">
          <ac:chgData name="Jesper Buch Poignée" userId="e9c179cb-b07f-48e2-8bc5-99357f35e469" providerId="ADAL" clId="{0FA08CF4-302B-405B-A75E-5DF504EDE4A1}" dt="2026-03-26T08:58:46.279" v="20919"/>
          <ac:spMkLst>
            <pc:docMk/>
            <pc:sldMk cId="1541950713" sldId="297"/>
            <ac:spMk id="2" creationId="{3667C0A7-39D5-D078-1CFD-DBBBFFDF6A83}"/>
          </ac:spMkLst>
        </pc:spChg>
        <pc:spChg chg="del">
          <ac:chgData name="Jesper Buch Poignée" userId="e9c179cb-b07f-48e2-8bc5-99357f35e469" providerId="ADAL" clId="{0FA08CF4-302B-405B-A75E-5DF504EDE4A1}" dt="2026-03-26T08:58:55.102" v="20920" actId="1032"/>
          <ac:spMkLst>
            <pc:docMk/>
            <pc:sldMk cId="1541950713" sldId="297"/>
            <ac:spMk id="3" creationId="{21811AE5-B1D4-2CDB-9573-C092DF5C9493}"/>
          </ac:spMkLst>
        </pc:spChg>
        <pc:graphicFrameChg chg="add mod modGraphic">
          <ac:chgData name="Jesper Buch Poignée" userId="e9c179cb-b07f-48e2-8bc5-99357f35e469" providerId="ADAL" clId="{0FA08CF4-302B-405B-A75E-5DF504EDE4A1}" dt="2026-03-26T08:59:07.402" v="20930" actId="12100"/>
          <ac:graphicFrameMkLst>
            <pc:docMk/>
            <pc:sldMk cId="1541950713" sldId="297"/>
            <ac:graphicFrameMk id="4" creationId="{DCB57C16-5003-1D4F-16DA-AF4CE30052C2}"/>
          </ac:graphicFrameMkLst>
        </pc:graphicFrameChg>
      </pc:sldChg>
      <pc:sldChg chg="addSp delSp modSp new del mod">
        <pc:chgData name="Jesper Buch Poignée" userId="e9c179cb-b07f-48e2-8bc5-99357f35e469" providerId="ADAL" clId="{0FA08CF4-302B-405B-A75E-5DF504EDE4A1}" dt="2026-03-26T08:58:21.927" v="20917" actId="2696"/>
        <pc:sldMkLst>
          <pc:docMk/>
          <pc:sldMk cId="3120845029" sldId="297"/>
        </pc:sldMkLst>
      </pc:sldChg>
      <pc:sldChg chg="addSp delSp modSp new mod modClrScheme modAnim chgLayout">
        <pc:chgData name="Jesper Buch Poignée" userId="e9c179cb-b07f-48e2-8bc5-99357f35e469" providerId="ADAL" clId="{0FA08CF4-302B-405B-A75E-5DF504EDE4A1}" dt="2026-03-27T08:53:36.323" v="21646" actId="20577"/>
        <pc:sldMkLst>
          <pc:docMk/>
          <pc:sldMk cId="1067502884" sldId="298"/>
        </pc:sldMkLst>
        <pc:spChg chg="mod ord">
          <ac:chgData name="Jesper Buch Poignée" userId="e9c179cb-b07f-48e2-8bc5-99357f35e469" providerId="ADAL" clId="{0FA08CF4-302B-405B-A75E-5DF504EDE4A1}" dt="2026-03-26T08:59:44.231" v="20943" actId="20577"/>
          <ac:spMkLst>
            <pc:docMk/>
            <pc:sldMk cId="1067502884" sldId="298"/>
            <ac:spMk id="2" creationId="{EDD02F21-2E09-8F12-347D-A458B54C3F6E}"/>
          </ac:spMkLst>
        </pc:spChg>
        <pc:spChg chg="del mod ord">
          <ac:chgData name="Jesper Buch Poignée" userId="e9c179cb-b07f-48e2-8bc5-99357f35e469" providerId="ADAL" clId="{0FA08CF4-302B-405B-A75E-5DF504EDE4A1}" dt="2026-03-26T08:59:29.492" v="20933" actId="700"/>
          <ac:spMkLst>
            <pc:docMk/>
            <pc:sldMk cId="1067502884" sldId="298"/>
            <ac:spMk id="3" creationId="{EC8914E4-B2CA-2FED-EFD4-0D4A67FC0ED6}"/>
          </ac:spMkLst>
        </pc:spChg>
        <pc:spChg chg="add mod ord">
          <ac:chgData name="Jesper Buch Poignée" userId="e9c179cb-b07f-48e2-8bc5-99357f35e469" providerId="ADAL" clId="{0FA08CF4-302B-405B-A75E-5DF504EDE4A1}" dt="2026-03-26T08:59:54.866" v="20944"/>
          <ac:spMkLst>
            <pc:docMk/>
            <pc:sldMk cId="1067502884" sldId="298"/>
            <ac:spMk id="4" creationId="{A7C933FF-2858-DFDD-45C9-5E91395891CD}"/>
          </ac:spMkLst>
        </pc:spChg>
        <pc:spChg chg="add del mod ord">
          <ac:chgData name="Jesper Buch Poignée" userId="e9c179cb-b07f-48e2-8bc5-99357f35e469" providerId="ADAL" clId="{0FA08CF4-302B-405B-A75E-5DF504EDE4A1}" dt="2026-03-26T09:00:03.887" v="20945" actId="1032"/>
          <ac:spMkLst>
            <pc:docMk/>
            <pc:sldMk cId="1067502884" sldId="298"/>
            <ac:spMk id="5" creationId="{D5572C2C-8BBC-313F-8863-69F99F1A7216}"/>
          </ac:spMkLst>
        </pc:spChg>
        <pc:spChg chg="add mod ord">
          <ac:chgData name="Jesper Buch Poignée" userId="e9c179cb-b07f-48e2-8bc5-99357f35e469" providerId="ADAL" clId="{0FA08CF4-302B-405B-A75E-5DF504EDE4A1}" dt="2026-03-26T09:00:28.988" v="20959" actId="20577"/>
          <ac:spMkLst>
            <pc:docMk/>
            <pc:sldMk cId="1067502884" sldId="298"/>
            <ac:spMk id="6" creationId="{D3D81096-61D1-56AE-D2F4-06CCFDF2BD92}"/>
          </ac:spMkLst>
        </pc:spChg>
        <pc:spChg chg="add del mod ord">
          <ac:chgData name="Jesper Buch Poignée" userId="e9c179cb-b07f-48e2-8bc5-99357f35e469" providerId="ADAL" clId="{0FA08CF4-302B-405B-A75E-5DF504EDE4A1}" dt="2026-03-26T09:00:36.937" v="20960" actId="1032"/>
          <ac:spMkLst>
            <pc:docMk/>
            <pc:sldMk cId="1067502884" sldId="298"/>
            <ac:spMk id="7" creationId="{145801C5-E55E-9C15-630F-E992EAEB44E3}"/>
          </ac:spMkLst>
        </pc:spChg>
        <pc:graphicFrameChg chg="add mod">
          <ac:chgData name="Jesper Buch Poignée" userId="e9c179cb-b07f-48e2-8bc5-99357f35e469" providerId="ADAL" clId="{0FA08CF4-302B-405B-A75E-5DF504EDE4A1}" dt="2026-03-26T08:59:38.658" v="20939"/>
          <ac:graphicFrameMkLst>
            <pc:docMk/>
            <pc:sldMk cId="1067502884" sldId="298"/>
            <ac:graphicFrameMk id="8" creationId="{125D6651-B708-BD1C-B964-F0C98BF63617}"/>
          </ac:graphicFrameMkLst>
        </pc:graphicFrameChg>
        <pc:graphicFrameChg chg="add mod modGraphic">
          <ac:chgData name="Jesper Buch Poignée" userId="e9c179cb-b07f-48e2-8bc5-99357f35e469" providerId="ADAL" clId="{0FA08CF4-302B-405B-A75E-5DF504EDE4A1}" dt="2026-03-27T08:53:36.323" v="21646" actId="20577"/>
          <ac:graphicFrameMkLst>
            <pc:docMk/>
            <pc:sldMk cId="1067502884" sldId="298"/>
            <ac:graphicFrameMk id="9" creationId="{62DF35B2-D4B5-0DAF-ACFE-3CAECA747A7F}"/>
          </ac:graphicFrameMkLst>
        </pc:graphicFrameChg>
        <pc:graphicFrameChg chg="add mod modGraphic">
          <ac:chgData name="Jesper Buch Poignée" userId="e9c179cb-b07f-48e2-8bc5-99357f35e469" providerId="ADAL" clId="{0FA08CF4-302B-405B-A75E-5DF504EDE4A1}" dt="2026-03-26T09:00:56.825" v="20972" actId="12100"/>
          <ac:graphicFrameMkLst>
            <pc:docMk/>
            <pc:sldMk cId="1067502884" sldId="298"/>
            <ac:graphicFrameMk id="10" creationId="{A2985BE2-E8E7-28A2-E6E9-B6CC69B3A04B}"/>
          </ac:graphicFrameMkLst>
        </pc:graphicFrameChg>
      </pc:sldChg>
      <pc:sldChg chg="addSp delSp modSp new del mod modClrScheme modAnim chgLayout">
        <pc:chgData name="Jesper Buch Poignée" userId="e9c179cb-b07f-48e2-8bc5-99357f35e469" providerId="ADAL" clId="{0FA08CF4-302B-405B-A75E-5DF504EDE4A1}" dt="2026-03-26T08:58:21.927" v="20917" actId="2696"/>
        <pc:sldMkLst>
          <pc:docMk/>
          <pc:sldMk cId="1549841972" sldId="298"/>
        </pc:sldMkLst>
      </pc:sldChg>
      <pc:sldChg chg="addSp delSp modSp new del mod modClrScheme delAnim modAnim chgLayout">
        <pc:chgData name="Jesper Buch Poignée" userId="e9c179cb-b07f-48e2-8bc5-99357f35e469" providerId="ADAL" clId="{0FA08CF4-302B-405B-A75E-5DF504EDE4A1}" dt="2026-03-26T08:58:21.927" v="20917" actId="2696"/>
        <pc:sldMkLst>
          <pc:docMk/>
          <pc:sldMk cId="2573058796" sldId="299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3-27T07:52:20.452" v="21532" actId="20577"/>
        <pc:sldMkLst>
          <pc:docMk/>
          <pc:sldMk cId="4056888601" sldId="299"/>
        </pc:sldMkLst>
        <pc:spChg chg="mod ord">
          <ac:chgData name="Jesper Buch Poignée" userId="e9c179cb-b07f-48e2-8bc5-99357f35e469" providerId="ADAL" clId="{0FA08CF4-302B-405B-A75E-5DF504EDE4A1}" dt="2026-03-26T12:02:52.581" v="21067" actId="700"/>
          <ac:spMkLst>
            <pc:docMk/>
            <pc:sldMk cId="4056888601" sldId="299"/>
            <ac:spMk id="2" creationId="{A50FE045-90D4-33C0-0232-922F92484E69}"/>
          </ac:spMkLst>
        </pc:spChg>
        <pc:spChg chg="del">
          <ac:chgData name="Jesper Buch Poignée" userId="e9c179cb-b07f-48e2-8bc5-99357f35e469" providerId="ADAL" clId="{0FA08CF4-302B-405B-A75E-5DF504EDE4A1}" dt="2026-03-26T11:58:18.544" v="20979" actId="700"/>
          <ac:spMkLst>
            <pc:docMk/>
            <pc:sldMk cId="4056888601" sldId="299"/>
            <ac:spMk id="3" creationId="{8D070091-3232-8EDB-F4E5-498B880E2BB4}"/>
          </ac:spMkLst>
        </pc:spChg>
        <pc:spChg chg="del mod ord">
          <ac:chgData name="Jesper Buch Poignée" userId="e9c179cb-b07f-48e2-8bc5-99357f35e469" providerId="ADAL" clId="{0FA08CF4-302B-405B-A75E-5DF504EDE4A1}" dt="2026-03-26T11:58:18.544" v="20979" actId="700"/>
          <ac:spMkLst>
            <pc:docMk/>
            <pc:sldMk cId="4056888601" sldId="299"/>
            <ac:spMk id="4" creationId="{5E1E987D-5BA8-11BB-BBB0-88F6C1645FC1}"/>
          </ac:spMkLst>
        </pc:spChg>
        <pc:spChg chg="del">
          <ac:chgData name="Jesper Buch Poignée" userId="e9c179cb-b07f-48e2-8bc5-99357f35e469" providerId="ADAL" clId="{0FA08CF4-302B-405B-A75E-5DF504EDE4A1}" dt="2026-03-26T11:58:18.544" v="20979" actId="700"/>
          <ac:spMkLst>
            <pc:docMk/>
            <pc:sldMk cId="4056888601" sldId="299"/>
            <ac:spMk id="5" creationId="{F8C772CD-CAD8-CE8A-5FE5-DA0CC7C0FE0B}"/>
          </ac:spMkLst>
        </pc:spChg>
        <pc:spChg chg="del">
          <ac:chgData name="Jesper Buch Poignée" userId="e9c179cb-b07f-48e2-8bc5-99357f35e469" providerId="ADAL" clId="{0FA08CF4-302B-405B-A75E-5DF504EDE4A1}" dt="2026-03-26T11:58:18.544" v="20979" actId="700"/>
          <ac:spMkLst>
            <pc:docMk/>
            <pc:sldMk cId="4056888601" sldId="299"/>
            <ac:spMk id="6" creationId="{6C580746-8754-A516-AD49-80DD79327049}"/>
          </ac:spMkLst>
        </pc:spChg>
        <pc:spChg chg="add del mod ord">
          <ac:chgData name="Jesper Buch Poignée" userId="e9c179cb-b07f-48e2-8bc5-99357f35e469" providerId="ADAL" clId="{0FA08CF4-302B-405B-A75E-5DF504EDE4A1}" dt="2026-03-26T11:58:22.832" v="20980" actId="1032"/>
          <ac:spMkLst>
            <pc:docMk/>
            <pc:sldMk cId="4056888601" sldId="299"/>
            <ac:spMk id="7" creationId="{B4C1B7EE-1389-2FDA-73F3-B2162560E618}"/>
          </ac:spMkLst>
        </pc:spChg>
        <pc:spChg chg="add mod ord">
          <ac:chgData name="Jesper Buch Poignée" userId="e9c179cb-b07f-48e2-8bc5-99357f35e469" providerId="ADAL" clId="{0FA08CF4-302B-405B-A75E-5DF504EDE4A1}" dt="2026-03-26T12:04:24.383" v="21168" actId="113"/>
          <ac:spMkLst>
            <pc:docMk/>
            <pc:sldMk cId="4056888601" sldId="299"/>
            <ac:spMk id="9" creationId="{1487F253-C115-5121-4F39-700D3F11498A}"/>
          </ac:spMkLst>
        </pc:spChg>
        <pc:graphicFrameChg chg="add mod ord modGraphic">
          <ac:chgData name="Jesper Buch Poignée" userId="e9c179cb-b07f-48e2-8bc5-99357f35e469" providerId="ADAL" clId="{0FA08CF4-302B-405B-A75E-5DF504EDE4A1}" dt="2026-03-27T07:52:20.452" v="21532" actId="20577"/>
          <ac:graphicFrameMkLst>
            <pc:docMk/>
            <pc:sldMk cId="4056888601" sldId="299"/>
            <ac:graphicFrameMk id="8" creationId="{97127BDE-DFDC-14B0-27D3-7FF4F0609B96}"/>
          </ac:graphicFrameMkLst>
        </pc:graphicFrameChg>
      </pc:sldChg>
      <pc:sldChg chg="addSp delSp modSp new mod">
        <pc:chgData name="Jesper Buch Poignée" userId="e9c179cb-b07f-48e2-8bc5-99357f35e469" providerId="ADAL" clId="{0FA08CF4-302B-405B-A75E-5DF504EDE4A1}" dt="2026-03-26T12:08:04.094" v="21209" actId="404"/>
        <pc:sldMkLst>
          <pc:docMk/>
          <pc:sldMk cId="3926689314" sldId="300"/>
        </pc:sldMkLst>
        <pc:spChg chg="mod">
          <ac:chgData name="Jesper Buch Poignée" userId="e9c179cb-b07f-48e2-8bc5-99357f35e469" providerId="ADAL" clId="{0FA08CF4-302B-405B-A75E-5DF504EDE4A1}" dt="2026-03-26T12:06:51.205" v="21170"/>
          <ac:spMkLst>
            <pc:docMk/>
            <pc:sldMk cId="3926689314" sldId="300"/>
            <ac:spMk id="2" creationId="{30C25C87-BF30-8766-B178-6EE1187F6D27}"/>
          </ac:spMkLst>
        </pc:spChg>
        <pc:spChg chg="mod">
          <ac:chgData name="Jesper Buch Poignée" userId="e9c179cb-b07f-48e2-8bc5-99357f35e469" providerId="ADAL" clId="{0FA08CF4-302B-405B-A75E-5DF504EDE4A1}" dt="2026-03-26T12:07:28.151" v="21187" actId="114"/>
          <ac:spMkLst>
            <pc:docMk/>
            <pc:sldMk cId="3926689314" sldId="300"/>
            <ac:spMk id="3" creationId="{35DBFEB7-644E-3EC7-78D9-743FC5B7153F}"/>
          </ac:spMkLst>
        </pc:spChg>
        <pc:spChg chg="add del mod">
          <ac:chgData name="Jesper Buch Poignée" userId="e9c179cb-b07f-48e2-8bc5-99357f35e469" providerId="ADAL" clId="{0FA08CF4-302B-405B-A75E-5DF504EDE4A1}" dt="2026-03-26T12:08:04.094" v="21209" actId="404"/>
          <ac:spMkLst>
            <pc:docMk/>
            <pc:sldMk cId="3926689314" sldId="300"/>
            <ac:spMk id="4" creationId="{84C9B1D2-D480-EFAF-4DEA-D88A4AC6003B}"/>
          </ac:spMkLst>
        </pc:spChg>
        <pc:graphicFrameChg chg="add mod">
          <ac:chgData name="Jesper Buch Poignée" userId="e9c179cb-b07f-48e2-8bc5-99357f35e469" providerId="ADAL" clId="{0FA08CF4-302B-405B-A75E-5DF504EDE4A1}" dt="2026-03-26T12:07:24.584" v="21184"/>
          <ac:graphicFrameMkLst>
            <pc:docMk/>
            <pc:sldMk cId="3926689314" sldId="300"/>
            <ac:graphicFrameMk id="5" creationId="{8AD5C80E-5193-194E-D9D7-4EF5395E39E5}"/>
          </ac:graphicFrameMkLst>
        </pc:graphicFrameChg>
      </pc:sldChg>
      <pc:sldChg chg="addSp delSp modSp add del mod ord modAnim">
        <pc:chgData name="Jesper Buch Poignée" userId="e9c179cb-b07f-48e2-8bc5-99357f35e469" providerId="ADAL" clId="{0FA08CF4-302B-405B-A75E-5DF504EDE4A1}" dt="2026-03-26T08:58:21.927" v="20917" actId="2696"/>
        <pc:sldMkLst>
          <pc:docMk/>
          <pc:sldMk cId="1514117280" sldId="301"/>
        </pc:sldMkLst>
      </pc:sldChg>
      <pc:sldChg chg="addSp modSp new mod">
        <pc:chgData name="Jesper Buch Poignée" userId="e9c179cb-b07f-48e2-8bc5-99357f35e469" providerId="ADAL" clId="{0FA08CF4-302B-405B-A75E-5DF504EDE4A1}" dt="2026-03-27T08:02:21.617" v="21602" actId="114"/>
        <pc:sldMkLst>
          <pc:docMk/>
          <pc:sldMk cId="2456620705" sldId="301"/>
        </pc:sldMkLst>
        <pc:spChg chg="mod">
          <ac:chgData name="Jesper Buch Poignée" userId="e9c179cb-b07f-48e2-8bc5-99357f35e469" providerId="ADAL" clId="{0FA08CF4-302B-405B-A75E-5DF504EDE4A1}" dt="2026-03-26T12:55:24.216" v="21228" actId="20577"/>
          <ac:spMkLst>
            <pc:docMk/>
            <pc:sldMk cId="2456620705" sldId="301"/>
            <ac:spMk id="2" creationId="{472C161D-F963-D0FA-5CA1-8FD50B033F61}"/>
          </ac:spMkLst>
        </pc:spChg>
        <pc:spChg chg="mod">
          <ac:chgData name="Jesper Buch Poignée" userId="e9c179cb-b07f-48e2-8bc5-99357f35e469" providerId="ADAL" clId="{0FA08CF4-302B-405B-A75E-5DF504EDE4A1}" dt="2026-03-27T08:02:00.970" v="21568" actId="20577"/>
          <ac:spMkLst>
            <pc:docMk/>
            <pc:sldMk cId="2456620705" sldId="301"/>
            <ac:spMk id="3" creationId="{F348DCF6-8BF6-DEF2-0AA6-80C1F4AAF0F0}"/>
          </ac:spMkLst>
        </pc:spChg>
        <pc:spChg chg="mod">
          <ac:chgData name="Jesper Buch Poignée" userId="e9c179cb-b07f-48e2-8bc5-99357f35e469" providerId="ADAL" clId="{0FA08CF4-302B-405B-A75E-5DF504EDE4A1}" dt="2026-03-27T08:02:21.617" v="21602" actId="114"/>
          <ac:spMkLst>
            <pc:docMk/>
            <pc:sldMk cId="2456620705" sldId="301"/>
            <ac:spMk id="4" creationId="{01C93245-6D38-6B2D-F568-1BDFCAF1CC1B}"/>
          </ac:spMkLst>
        </pc:spChg>
        <pc:graphicFrameChg chg="add mod">
          <ac:chgData name="Jesper Buch Poignée" userId="e9c179cb-b07f-48e2-8bc5-99357f35e469" providerId="ADAL" clId="{0FA08CF4-302B-405B-A75E-5DF504EDE4A1}" dt="2026-03-27T07:59:46.273" v="21554"/>
          <ac:graphicFrameMkLst>
            <pc:docMk/>
            <pc:sldMk cId="2456620705" sldId="301"/>
            <ac:graphicFrameMk id="5" creationId="{785C8083-8725-FE4C-836E-B86B4949419B}"/>
          </ac:graphicFrameMkLst>
        </pc:graphicFrameChg>
      </pc:sldChg>
      <pc:sldChg chg="modSp new mod ord">
        <pc:chgData name="Jesper Buch Poignée" userId="e9c179cb-b07f-48e2-8bc5-99357f35e469" providerId="ADAL" clId="{0FA08CF4-302B-405B-A75E-5DF504EDE4A1}" dt="2026-03-27T07:46:19.425" v="21469"/>
        <pc:sldMkLst>
          <pc:docMk/>
          <pc:sldMk cId="894448920" sldId="302"/>
        </pc:sldMkLst>
        <pc:spChg chg="mod">
          <ac:chgData name="Jesper Buch Poignée" userId="e9c179cb-b07f-48e2-8bc5-99357f35e469" providerId="ADAL" clId="{0FA08CF4-302B-405B-A75E-5DF504EDE4A1}" dt="2026-03-27T07:45:56.452" v="21466" actId="20577"/>
          <ac:spMkLst>
            <pc:docMk/>
            <pc:sldMk cId="894448920" sldId="302"/>
            <ac:spMk id="2" creationId="{ADDF2CE7-E3F6-0216-2EEF-B3F2ADF7F8D6}"/>
          </ac:spMkLst>
        </pc:spChg>
        <pc:spChg chg="mod">
          <ac:chgData name="Jesper Buch Poignée" userId="e9c179cb-b07f-48e2-8bc5-99357f35e469" providerId="ADAL" clId="{0FA08CF4-302B-405B-A75E-5DF504EDE4A1}" dt="2026-03-27T07:46:19.425" v="21469"/>
          <ac:spMkLst>
            <pc:docMk/>
            <pc:sldMk cId="894448920" sldId="302"/>
            <ac:spMk id="3" creationId="{6C42532D-9B50-8C2B-607D-F29AAFBA0E6C}"/>
          </ac:spMkLst>
        </pc:spChg>
      </pc:sldChg>
      <pc:sldChg chg="addSp delSp modSp new del mod modClrScheme chgLayout">
        <pc:chgData name="Jesper Buch Poignée" userId="e9c179cb-b07f-48e2-8bc5-99357f35e469" providerId="ADAL" clId="{0FA08CF4-302B-405B-A75E-5DF504EDE4A1}" dt="2026-03-26T08:58:21.927" v="20917" actId="2696"/>
        <pc:sldMkLst>
          <pc:docMk/>
          <pc:sldMk cId="916147352" sldId="302"/>
        </pc:sldMkLst>
      </pc:sldChg>
      <pc:sldChg chg="addSp delSp modSp new del mod">
        <pc:chgData name="Jesper Buch Poignée" userId="e9c179cb-b07f-48e2-8bc5-99357f35e469" providerId="ADAL" clId="{0FA08CF4-302B-405B-A75E-5DF504EDE4A1}" dt="2026-03-26T08:58:21.927" v="20917" actId="2696"/>
        <pc:sldMkLst>
          <pc:docMk/>
          <pc:sldMk cId="539588068" sldId="303"/>
        </pc:sldMkLst>
      </pc:sldChg>
      <pc:sldChg chg="modSp new mod">
        <pc:chgData name="Jesper Buch Poignée" userId="e9c179cb-b07f-48e2-8bc5-99357f35e469" providerId="ADAL" clId="{0FA08CF4-302B-405B-A75E-5DF504EDE4A1}" dt="2026-03-27T08:02:30.024" v="21610" actId="20577"/>
        <pc:sldMkLst>
          <pc:docMk/>
          <pc:sldMk cId="3040067618" sldId="303"/>
        </pc:sldMkLst>
        <pc:spChg chg="mod">
          <ac:chgData name="Jesper Buch Poignée" userId="e9c179cb-b07f-48e2-8bc5-99357f35e469" providerId="ADAL" clId="{0FA08CF4-302B-405B-A75E-5DF504EDE4A1}" dt="2026-03-27T08:02:30.024" v="21610" actId="20577"/>
          <ac:spMkLst>
            <pc:docMk/>
            <pc:sldMk cId="3040067618" sldId="303"/>
            <ac:spMk id="2" creationId="{497D6F00-AD53-7ED0-372D-B1FB60C1F979}"/>
          </ac:spMkLst>
        </pc:spChg>
      </pc:sldChg>
      <pc:sldChg chg="addSp delSp modSp new del mod modClrScheme chgLayout">
        <pc:chgData name="Jesper Buch Poignée" userId="e9c179cb-b07f-48e2-8bc5-99357f35e469" providerId="ADAL" clId="{0FA08CF4-302B-405B-A75E-5DF504EDE4A1}" dt="2026-03-26T08:58:21.927" v="20917" actId="2696"/>
        <pc:sldMkLst>
          <pc:docMk/>
          <pc:sldMk cId="1721519737" sldId="304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3-27T08:55:08.817" v="21650" actId="5793"/>
        <pc:sldMkLst>
          <pc:docMk/>
          <pc:sldMk cId="2688017983" sldId="304"/>
        </pc:sldMkLst>
        <pc:spChg chg="mod ord">
          <ac:chgData name="Jesper Buch Poignée" userId="e9c179cb-b07f-48e2-8bc5-99357f35e469" providerId="ADAL" clId="{0FA08CF4-302B-405B-A75E-5DF504EDE4A1}" dt="2026-03-27T08:07:05.871" v="21618" actId="700"/>
          <ac:spMkLst>
            <pc:docMk/>
            <pc:sldMk cId="2688017983" sldId="304"/>
            <ac:spMk id="2" creationId="{35455AEC-E815-D6CE-C105-9BCD6C2F32EE}"/>
          </ac:spMkLst>
        </pc:spChg>
        <pc:spChg chg="del">
          <ac:chgData name="Jesper Buch Poignée" userId="e9c179cb-b07f-48e2-8bc5-99357f35e469" providerId="ADAL" clId="{0FA08CF4-302B-405B-A75E-5DF504EDE4A1}" dt="2026-03-27T08:07:05.871" v="21618" actId="700"/>
          <ac:spMkLst>
            <pc:docMk/>
            <pc:sldMk cId="2688017983" sldId="304"/>
            <ac:spMk id="3" creationId="{D3F5E603-2FCD-813D-F518-454E59DD7FD2}"/>
          </ac:spMkLst>
        </pc:spChg>
        <pc:spChg chg="add del mod ord">
          <ac:chgData name="Jesper Buch Poignée" userId="e9c179cb-b07f-48e2-8bc5-99357f35e469" providerId="ADAL" clId="{0FA08CF4-302B-405B-A75E-5DF504EDE4A1}" dt="2026-03-27T08:07:05.871" v="21618" actId="700"/>
          <ac:spMkLst>
            <pc:docMk/>
            <pc:sldMk cId="2688017983" sldId="304"/>
            <ac:spMk id="4" creationId="{47C71AD6-F98A-BEB9-E18F-CBC9C85581D2}"/>
          </ac:spMkLst>
        </pc:spChg>
        <pc:spChg chg="del">
          <ac:chgData name="Jesper Buch Poignée" userId="e9c179cb-b07f-48e2-8bc5-99357f35e469" providerId="ADAL" clId="{0FA08CF4-302B-405B-A75E-5DF504EDE4A1}" dt="2026-03-27T08:07:05.871" v="21618" actId="700"/>
          <ac:spMkLst>
            <pc:docMk/>
            <pc:sldMk cId="2688017983" sldId="304"/>
            <ac:spMk id="5" creationId="{08393AE7-3281-12F9-043D-292B251F23DC}"/>
          </ac:spMkLst>
        </pc:spChg>
        <pc:spChg chg="del mod ord">
          <ac:chgData name="Jesper Buch Poignée" userId="e9c179cb-b07f-48e2-8bc5-99357f35e469" providerId="ADAL" clId="{0FA08CF4-302B-405B-A75E-5DF504EDE4A1}" dt="2026-03-27T08:07:05.871" v="21618" actId="700"/>
          <ac:spMkLst>
            <pc:docMk/>
            <pc:sldMk cId="2688017983" sldId="304"/>
            <ac:spMk id="6" creationId="{719CB481-64D0-4934-B380-0CF0BD5107A9}"/>
          </ac:spMkLst>
        </pc:spChg>
        <pc:spChg chg="add mod ord">
          <ac:chgData name="Jesper Buch Poignée" userId="e9c179cb-b07f-48e2-8bc5-99357f35e469" providerId="ADAL" clId="{0FA08CF4-302B-405B-A75E-5DF504EDE4A1}" dt="2026-03-27T08:55:08.817" v="21650" actId="5793"/>
          <ac:spMkLst>
            <pc:docMk/>
            <pc:sldMk cId="2688017983" sldId="304"/>
            <ac:spMk id="8" creationId="{87DACE8E-BC3F-BBEA-7090-17A4CE6AFEFD}"/>
          </ac:spMkLst>
        </pc:spChg>
        <pc:spChg chg="add del mod ord">
          <ac:chgData name="Jesper Buch Poignée" userId="e9c179cb-b07f-48e2-8bc5-99357f35e469" providerId="ADAL" clId="{0FA08CF4-302B-405B-A75E-5DF504EDE4A1}" dt="2026-03-27T08:07:48.119" v="21641" actId="20577"/>
          <ac:spMkLst>
            <pc:docMk/>
            <pc:sldMk cId="2688017983" sldId="304"/>
            <ac:spMk id="9" creationId="{D60AE7C4-E33D-771C-59E7-06E68472BBA8}"/>
          </ac:spMkLst>
        </pc:spChg>
        <pc:graphicFrameChg chg="add mod">
          <ac:chgData name="Jesper Buch Poignée" userId="e9c179cb-b07f-48e2-8bc5-99357f35e469" providerId="ADAL" clId="{0FA08CF4-302B-405B-A75E-5DF504EDE4A1}" dt="2026-03-27T08:06:36.380" v="21615"/>
          <ac:graphicFrameMkLst>
            <pc:docMk/>
            <pc:sldMk cId="2688017983" sldId="304"/>
            <ac:graphicFrameMk id="7" creationId="{9198AF3F-B301-93DC-1845-3769FAC165B1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3-27T08:07:09.579" v="21622"/>
          <ac:graphicFrameMkLst>
            <pc:docMk/>
            <pc:sldMk cId="2688017983" sldId="304"/>
            <ac:graphicFrameMk id="10" creationId="{EB577BA0-DC11-7057-79A9-04988123296F}"/>
          </ac:graphicFrameMkLst>
        </pc:graphicFrameChg>
      </pc:sldChg>
      <pc:sldChg chg="addSp delSp modSp new del mod ord modClrScheme chgLayout">
        <pc:chgData name="Jesper Buch Poignée" userId="e9c179cb-b07f-48e2-8bc5-99357f35e469" providerId="ADAL" clId="{0FA08CF4-302B-405B-A75E-5DF504EDE4A1}" dt="2026-03-26T08:58:21.927" v="20917" actId="2696"/>
        <pc:sldMkLst>
          <pc:docMk/>
          <pc:sldMk cId="3497862193" sldId="305"/>
        </pc:sldMkLst>
      </pc:sldChg>
      <pc:sldChg chg="addSp delSp modSp new del mod modClrScheme chgLayout">
        <pc:chgData name="Jesper Buch Poignée" userId="e9c179cb-b07f-48e2-8bc5-99357f35e469" providerId="ADAL" clId="{0FA08CF4-302B-405B-A75E-5DF504EDE4A1}" dt="2026-03-26T08:58:21.927" v="20917" actId="2696"/>
        <pc:sldMkLst>
          <pc:docMk/>
          <pc:sldMk cId="3417757660" sldId="30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338923-71E2-4703-82F2-3B9E4D84CA46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049E956C-7023-4596-AD42-FBE553E75B9A}">
      <dgm:prSet phldrT="[Tekst]"/>
      <dgm:spPr/>
      <dgm:t>
        <a:bodyPr/>
        <a:lstStyle/>
        <a:p>
          <a:pPr>
            <a:buNone/>
          </a:pPr>
          <a:r>
            <a:rPr lang="da-DK" b="0" i="0" dirty="0"/>
            <a:t>Forstå hvad AES er, og hvorfor det er standarden for moderne symmetrisk kryptering</a:t>
          </a:r>
          <a:endParaRPr lang="da-DK" dirty="0"/>
        </a:p>
      </dgm:t>
    </dgm:pt>
    <dgm:pt modelId="{07A1524D-4725-4715-A543-7E30D66F2515}" type="parTrans" cxnId="{CD225AAC-2C50-44D0-9120-A4BDA9ECDC85}">
      <dgm:prSet/>
      <dgm:spPr/>
      <dgm:t>
        <a:bodyPr/>
        <a:lstStyle/>
        <a:p>
          <a:endParaRPr lang="da-DK"/>
        </a:p>
      </dgm:t>
    </dgm:pt>
    <dgm:pt modelId="{82A92F49-8C18-441E-B7DC-DFDBB38F5E30}" type="sibTrans" cxnId="{CD225AAC-2C50-44D0-9120-A4BDA9ECDC85}">
      <dgm:prSet/>
      <dgm:spPr/>
      <dgm:t>
        <a:bodyPr/>
        <a:lstStyle/>
        <a:p>
          <a:endParaRPr lang="da-DK"/>
        </a:p>
      </dgm:t>
    </dgm:pt>
    <dgm:pt modelId="{20C46C66-1ED3-4A7C-8CF4-3CB1350C9891}">
      <dgm:prSet phldrT="[Tekst]"/>
      <dgm:spPr/>
      <dgm:t>
        <a:bodyPr/>
        <a:lstStyle/>
        <a:p>
          <a:pPr>
            <a:buNone/>
          </a:pPr>
          <a:r>
            <a:rPr lang="da-DK" b="0" i="0"/>
            <a:t>Forstå begreber som </a:t>
          </a:r>
          <a:r>
            <a:rPr lang="da-DK" b="0" i="1"/>
            <a:t>key</a:t>
          </a:r>
          <a:r>
            <a:rPr lang="da-DK" b="0" i="0"/>
            <a:t>, </a:t>
          </a:r>
          <a:r>
            <a:rPr lang="da-DK" b="0" i="1"/>
            <a:t>IV</a:t>
          </a:r>
          <a:r>
            <a:rPr lang="da-DK" b="0" i="0"/>
            <a:t>, </a:t>
          </a:r>
          <a:r>
            <a:rPr lang="da-DK" b="0" i="1"/>
            <a:t>mode</a:t>
          </a:r>
          <a:r>
            <a:rPr lang="da-DK" b="0" i="0"/>
            <a:t> og </a:t>
          </a:r>
          <a:r>
            <a:rPr lang="da-DK" b="0" i="1"/>
            <a:t>authenticated encryption</a:t>
          </a:r>
          <a:endParaRPr lang="da-DK" dirty="0"/>
        </a:p>
      </dgm:t>
    </dgm:pt>
    <dgm:pt modelId="{5BD4DA08-CE42-4FC3-90A1-4EC977C898F9}" type="parTrans" cxnId="{20DA8E14-96C5-4900-AC47-669386CDA00A}">
      <dgm:prSet/>
      <dgm:spPr/>
    </dgm:pt>
    <dgm:pt modelId="{A00D0B6D-586D-4D90-A41A-9995D977300A}" type="sibTrans" cxnId="{20DA8E14-96C5-4900-AC47-669386CDA00A}">
      <dgm:prSet/>
      <dgm:spPr/>
    </dgm:pt>
    <dgm:pt modelId="{CA3E0605-8BC4-4D61-8ED8-A9F286AD998A}">
      <dgm:prSet phldrT="[Tekst]"/>
      <dgm:spPr/>
      <dgm:t>
        <a:bodyPr/>
        <a:lstStyle/>
        <a:p>
          <a:pPr>
            <a:buNone/>
          </a:pPr>
          <a:r>
            <a:rPr lang="da-DK" b="0" i="0"/>
            <a:t>Lære at kryptere og dekryptere data i Node.js</a:t>
          </a:r>
          <a:endParaRPr lang="da-DK" dirty="0"/>
        </a:p>
      </dgm:t>
    </dgm:pt>
    <dgm:pt modelId="{B1783F23-B99B-437B-82DE-3372A3081EB7}" type="parTrans" cxnId="{496E851E-DB10-4395-B4FF-C75FD96DCADD}">
      <dgm:prSet/>
      <dgm:spPr/>
    </dgm:pt>
    <dgm:pt modelId="{A40B7FD3-C20F-4E1C-B916-9E31906E16F1}" type="sibTrans" cxnId="{496E851E-DB10-4395-B4FF-C75FD96DCADD}">
      <dgm:prSet/>
      <dgm:spPr/>
    </dgm:pt>
    <dgm:pt modelId="{B49189D0-E341-49A0-9506-E64C1303C378}" type="pres">
      <dgm:prSet presAssocID="{A7338923-71E2-4703-82F2-3B9E4D84CA46}" presName="diagram" presStyleCnt="0">
        <dgm:presLayoutVars>
          <dgm:dir/>
          <dgm:resizeHandles val="exact"/>
        </dgm:presLayoutVars>
      </dgm:prSet>
      <dgm:spPr/>
    </dgm:pt>
    <dgm:pt modelId="{4C6648C0-88C1-497A-9A93-A95601032CD9}" type="pres">
      <dgm:prSet presAssocID="{049E956C-7023-4596-AD42-FBE553E75B9A}" presName="node" presStyleLbl="node1" presStyleIdx="0" presStyleCnt="3">
        <dgm:presLayoutVars>
          <dgm:bulletEnabled val="1"/>
        </dgm:presLayoutVars>
      </dgm:prSet>
      <dgm:spPr/>
    </dgm:pt>
    <dgm:pt modelId="{BC5DA67B-AEA5-4E3F-BF6E-15CAEB631BFE}" type="pres">
      <dgm:prSet presAssocID="{82A92F49-8C18-441E-B7DC-DFDBB38F5E30}" presName="sibTrans" presStyleCnt="0"/>
      <dgm:spPr/>
    </dgm:pt>
    <dgm:pt modelId="{EDD979AD-0FC8-4DA5-AD70-B6F43407FC21}" type="pres">
      <dgm:prSet presAssocID="{CA3E0605-8BC4-4D61-8ED8-A9F286AD998A}" presName="node" presStyleLbl="node1" presStyleIdx="1" presStyleCnt="3">
        <dgm:presLayoutVars>
          <dgm:bulletEnabled val="1"/>
        </dgm:presLayoutVars>
      </dgm:prSet>
      <dgm:spPr/>
    </dgm:pt>
    <dgm:pt modelId="{602046E6-08AC-4B11-81F9-05BBA208AC30}" type="pres">
      <dgm:prSet presAssocID="{A40B7FD3-C20F-4E1C-B916-9E31906E16F1}" presName="sibTrans" presStyleCnt="0"/>
      <dgm:spPr/>
    </dgm:pt>
    <dgm:pt modelId="{9D75CAB8-9FDB-4554-9A43-FB3419FC5318}" type="pres">
      <dgm:prSet presAssocID="{20C46C66-1ED3-4A7C-8CF4-3CB1350C9891}" presName="node" presStyleLbl="node1" presStyleIdx="2" presStyleCnt="3">
        <dgm:presLayoutVars>
          <dgm:bulletEnabled val="1"/>
        </dgm:presLayoutVars>
      </dgm:prSet>
      <dgm:spPr/>
    </dgm:pt>
  </dgm:ptLst>
  <dgm:cxnLst>
    <dgm:cxn modelId="{3C462709-DC76-4565-9A40-F9FED3892B65}" type="presOf" srcId="{CA3E0605-8BC4-4D61-8ED8-A9F286AD998A}" destId="{EDD979AD-0FC8-4DA5-AD70-B6F43407FC21}" srcOrd="0" destOrd="0" presId="urn:microsoft.com/office/officeart/2005/8/layout/default"/>
    <dgm:cxn modelId="{20DA8E14-96C5-4900-AC47-669386CDA00A}" srcId="{A7338923-71E2-4703-82F2-3B9E4D84CA46}" destId="{20C46C66-1ED3-4A7C-8CF4-3CB1350C9891}" srcOrd="2" destOrd="0" parTransId="{5BD4DA08-CE42-4FC3-90A1-4EC977C898F9}" sibTransId="{A00D0B6D-586D-4D90-A41A-9995D977300A}"/>
    <dgm:cxn modelId="{496E851E-DB10-4395-B4FF-C75FD96DCADD}" srcId="{A7338923-71E2-4703-82F2-3B9E4D84CA46}" destId="{CA3E0605-8BC4-4D61-8ED8-A9F286AD998A}" srcOrd="1" destOrd="0" parTransId="{B1783F23-B99B-437B-82DE-3372A3081EB7}" sibTransId="{A40B7FD3-C20F-4E1C-B916-9E31906E16F1}"/>
    <dgm:cxn modelId="{632BFD6A-67C3-4A8F-B2F5-8D23015F9462}" type="presOf" srcId="{A7338923-71E2-4703-82F2-3B9E4D84CA46}" destId="{B49189D0-E341-49A0-9506-E64C1303C378}" srcOrd="0" destOrd="0" presId="urn:microsoft.com/office/officeart/2005/8/layout/default"/>
    <dgm:cxn modelId="{7D90FA6C-9845-4BBA-B2D9-3A8CB2D45C46}" type="presOf" srcId="{049E956C-7023-4596-AD42-FBE553E75B9A}" destId="{4C6648C0-88C1-497A-9A93-A95601032CD9}" srcOrd="0" destOrd="0" presId="urn:microsoft.com/office/officeart/2005/8/layout/default"/>
    <dgm:cxn modelId="{CD225AAC-2C50-44D0-9120-A4BDA9ECDC85}" srcId="{A7338923-71E2-4703-82F2-3B9E4D84CA46}" destId="{049E956C-7023-4596-AD42-FBE553E75B9A}" srcOrd="0" destOrd="0" parTransId="{07A1524D-4725-4715-A543-7E30D66F2515}" sibTransId="{82A92F49-8C18-441E-B7DC-DFDBB38F5E30}"/>
    <dgm:cxn modelId="{AC2807C3-A34D-4F2E-B6F7-507CC0C83869}" type="presOf" srcId="{20C46C66-1ED3-4A7C-8CF4-3CB1350C9891}" destId="{9D75CAB8-9FDB-4554-9A43-FB3419FC5318}" srcOrd="0" destOrd="0" presId="urn:microsoft.com/office/officeart/2005/8/layout/default"/>
    <dgm:cxn modelId="{87A873D3-477F-4EAE-B146-BA4FCC160E63}" type="presParOf" srcId="{B49189D0-E341-49A0-9506-E64C1303C378}" destId="{4C6648C0-88C1-497A-9A93-A95601032CD9}" srcOrd="0" destOrd="0" presId="urn:microsoft.com/office/officeart/2005/8/layout/default"/>
    <dgm:cxn modelId="{4BE11315-969E-4AFA-AB27-37B133D15646}" type="presParOf" srcId="{B49189D0-E341-49A0-9506-E64C1303C378}" destId="{BC5DA67B-AEA5-4E3F-BF6E-15CAEB631BFE}" srcOrd="1" destOrd="0" presId="urn:microsoft.com/office/officeart/2005/8/layout/default"/>
    <dgm:cxn modelId="{3917BEA6-F380-427E-8810-98B62CC5C401}" type="presParOf" srcId="{B49189D0-E341-49A0-9506-E64C1303C378}" destId="{EDD979AD-0FC8-4DA5-AD70-B6F43407FC21}" srcOrd="2" destOrd="0" presId="urn:microsoft.com/office/officeart/2005/8/layout/default"/>
    <dgm:cxn modelId="{FAC9BB81-1CC5-469C-BC45-598F5472EA6B}" type="presParOf" srcId="{B49189D0-E341-49A0-9506-E64C1303C378}" destId="{602046E6-08AC-4B11-81F9-05BBA208AC30}" srcOrd="3" destOrd="0" presId="urn:microsoft.com/office/officeart/2005/8/layout/default"/>
    <dgm:cxn modelId="{D40940B2-66C3-451A-8879-C42465618A88}" type="presParOf" srcId="{B49189D0-E341-49A0-9506-E64C1303C378}" destId="{9D75CAB8-9FDB-4554-9A43-FB3419FC531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A81F4C-CBF4-468E-B8CA-9790CE339313}" type="doc">
      <dgm:prSet loTypeId="urn:microsoft.com/office/officeart/2008/layout/Lin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934734BE-1547-475A-AEBA-CD1D173ECE6F}">
      <dgm:prSet phldrT="[Tekst]"/>
      <dgm:spPr/>
      <dgm:t>
        <a:bodyPr/>
        <a:lstStyle/>
        <a:p>
          <a:pPr>
            <a:buNone/>
          </a:pPr>
          <a:r>
            <a:rPr lang="da-DK" b="0" i="0" dirty="0"/>
            <a:t>International standard siden 2001</a:t>
          </a:r>
          <a:endParaRPr lang="da-DK" dirty="0"/>
        </a:p>
      </dgm:t>
    </dgm:pt>
    <dgm:pt modelId="{85F60BDA-03A4-4129-B418-40DF5C01AD23}" type="parTrans" cxnId="{AA0943E1-3A1D-48C1-B2D7-3B7A90AD6AB7}">
      <dgm:prSet/>
      <dgm:spPr/>
      <dgm:t>
        <a:bodyPr/>
        <a:lstStyle/>
        <a:p>
          <a:endParaRPr lang="da-DK"/>
        </a:p>
      </dgm:t>
    </dgm:pt>
    <dgm:pt modelId="{A72EBB85-236F-46DE-9167-03621111D10C}" type="sibTrans" cxnId="{AA0943E1-3A1D-48C1-B2D7-3B7A90AD6AB7}">
      <dgm:prSet/>
      <dgm:spPr/>
      <dgm:t>
        <a:bodyPr/>
        <a:lstStyle/>
        <a:p>
          <a:endParaRPr lang="da-DK"/>
        </a:p>
      </dgm:t>
    </dgm:pt>
    <dgm:pt modelId="{90B82FA8-3712-4931-A698-7EAFC7739B3A}">
      <dgm:prSet phldrT="[Tekst]"/>
      <dgm:spPr/>
      <dgm:t>
        <a:bodyPr/>
        <a:lstStyle/>
        <a:p>
          <a:pPr>
            <a:buNone/>
          </a:pPr>
          <a:r>
            <a:rPr lang="da-DK" b="0" i="0" dirty="0"/>
            <a:t>Symmetrisk kryptering</a:t>
          </a:r>
          <a:endParaRPr lang="da-DK" dirty="0"/>
        </a:p>
      </dgm:t>
    </dgm:pt>
    <dgm:pt modelId="{0DD9DB56-25F0-4F8D-8067-F96EADEB5FF6}" type="parTrans" cxnId="{F7E34725-A3A5-4AFC-8C38-4003AD9D38FC}">
      <dgm:prSet/>
      <dgm:spPr/>
      <dgm:t>
        <a:bodyPr/>
        <a:lstStyle/>
        <a:p>
          <a:endParaRPr lang="da-DK"/>
        </a:p>
      </dgm:t>
    </dgm:pt>
    <dgm:pt modelId="{8933FE41-2EE9-4E2D-B918-C772F350A737}" type="sibTrans" cxnId="{F7E34725-A3A5-4AFC-8C38-4003AD9D38FC}">
      <dgm:prSet/>
      <dgm:spPr/>
      <dgm:t>
        <a:bodyPr/>
        <a:lstStyle/>
        <a:p>
          <a:endParaRPr lang="da-DK"/>
        </a:p>
      </dgm:t>
    </dgm:pt>
    <dgm:pt modelId="{3EAB0FB6-CEA4-455B-A324-B25F607E9A62}">
      <dgm:prSet phldrT="[Tekst]"/>
      <dgm:spPr/>
      <dgm:t>
        <a:bodyPr/>
        <a:lstStyle/>
        <a:p>
          <a:pPr>
            <a:buNone/>
          </a:pPr>
          <a:r>
            <a:rPr lang="da-DK" b="0" i="0"/>
            <a:t>Hurtig, sikker, hardwareaccelereret</a:t>
          </a:r>
          <a:endParaRPr lang="da-DK"/>
        </a:p>
      </dgm:t>
    </dgm:pt>
    <dgm:pt modelId="{44D3A4A7-1DD2-435C-9027-E9AA30710E35}" type="parTrans" cxnId="{D20C5A90-F97D-49A4-836A-D914825C3C63}">
      <dgm:prSet/>
      <dgm:spPr/>
      <dgm:t>
        <a:bodyPr/>
        <a:lstStyle/>
        <a:p>
          <a:endParaRPr lang="da-DK"/>
        </a:p>
      </dgm:t>
    </dgm:pt>
    <dgm:pt modelId="{84A156D7-6F0B-49A3-AD24-462BBA61E0A3}" type="sibTrans" cxnId="{D20C5A90-F97D-49A4-836A-D914825C3C63}">
      <dgm:prSet/>
      <dgm:spPr/>
      <dgm:t>
        <a:bodyPr/>
        <a:lstStyle/>
        <a:p>
          <a:endParaRPr lang="da-DK"/>
        </a:p>
      </dgm:t>
    </dgm:pt>
    <dgm:pt modelId="{330CB52A-22DF-4BC2-8098-45B2C71CF371}" type="pres">
      <dgm:prSet presAssocID="{2AA81F4C-CBF4-468E-B8CA-9790CE339313}" presName="vert0" presStyleCnt="0">
        <dgm:presLayoutVars>
          <dgm:dir/>
          <dgm:animOne val="branch"/>
          <dgm:animLvl val="lvl"/>
        </dgm:presLayoutVars>
      </dgm:prSet>
      <dgm:spPr/>
    </dgm:pt>
    <dgm:pt modelId="{E9ED6EFB-FC34-4D93-9442-CB092D355D3A}" type="pres">
      <dgm:prSet presAssocID="{90B82FA8-3712-4931-A698-7EAFC7739B3A}" presName="thickLine" presStyleLbl="alignNode1" presStyleIdx="0" presStyleCnt="3"/>
      <dgm:spPr/>
    </dgm:pt>
    <dgm:pt modelId="{0DD58A46-72B3-4B88-9814-033C4443A0E7}" type="pres">
      <dgm:prSet presAssocID="{90B82FA8-3712-4931-A698-7EAFC7739B3A}" presName="horz1" presStyleCnt="0"/>
      <dgm:spPr/>
    </dgm:pt>
    <dgm:pt modelId="{66A0F9D4-7BE0-4208-8580-1DB5232153B1}" type="pres">
      <dgm:prSet presAssocID="{90B82FA8-3712-4931-A698-7EAFC7739B3A}" presName="tx1" presStyleLbl="revTx" presStyleIdx="0" presStyleCnt="3"/>
      <dgm:spPr/>
    </dgm:pt>
    <dgm:pt modelId="{DE5F8EEF-E976-49CE-AD97-8146768B2FD3}" type="pres">
      <dgm:prSet presAssocID="{90B82FA8-3712-4931-A698-7EAFC7739B3A}" presName="vert1" presStyleCnt="0"/>
      <dgm:spPr/>
    </dgm:pt>
    <dgm:pt modelId="{671BF85D-ECA6-4839-B3D1-9A44D9E216CE}" type="pres">
      <dgm:prSet presAssocID="{934734BE-1547-475A-AEBA-CD1D173ECE6F}" presName="thickLine" presStyleLbl="alignNode1" presStyleIdx="1" presStyleCnt="3"/>
      <dgm:spPr/>
    </dgm:pt>
    <dgm:pt modelId="{9E15691E-CBAB-4F64-823A-959680736C31}" type="pres">
      <dgm:prSet presAssocID="{934734BE-1547-475A-AEBA-CD1D173ECE6F}" presName="horz1" presStyleCnt="0"/>
      <dgm:spPr/>
    </dgm:pt>
    <dgm:pt modelId="{B9E90BA9-7CAD-421A-9DE5-A1A028B8E395}" type="pres">
      <dgm:prSet presAssocID="{934734BE-1547-475A-AEBA-CD1D173ECE6F}" presName="tx1" presStyleLbl="revTx" presStyleIdx="1" presStyleCnt="3"/>
      <dgm:spPr/>
    </dgm:pt>
    <dgm:pt modelId="{061F267D-92E3-4063-AC23-50B46B3E8621}" type="pres">
      <dgm:prSet presAssocID="{934734BE-1547-475A-AEBA-CD1D173ECE6F}" presName="vert1" presStyleCnt="0"/>
      <dgm:spPr/>
    </dgm:pt>
    <dgm:pt modelId="{EC081CC8-3424-4075-9346-BFDEDCED3F08}" type="pres">
      <dgm:prSet presAssocID="{3EAB0FB6-CEA4-455B-A324-B25F607E9A62}" presName="thickLine" presStyleLbl="alignNode1" presStyleIdx="2" presStyleCnt="3"/>
      <dgm:spPr/>
    </dgm:pt>
    <dgm:pt modelId="{148AEF55-0E33-4C55-932E-E3BF0DFE5F7B}" type="pres">
      <dgm:prSet presAssocID="{3EAB0FB6-CEA4-455B-A324-B25F607E9A62}" presName="horz1" presStyleCnt="0"/>
      <dgm:spPr/>
    </dgm:pt>
    <dgm:pt modelId="{C972BC25-55CA-4508-A0AD-7B335B0F9432}" type="pres">
      <dgm:prSet presAssocID="{3EAB0FB6-CEA4-455B-A324-B25F607E9A62}" presName="tx1" presStyleLbl="revTx" presStyleIdx="2" presStyleCnt="3"/>
      <dgm:spPr/>
    </dgm:pt>
    <dgm:pt modelId="{5B2F2A96-3750-426F-8839-56EF208C1983}" type="pres">
      <dgm:prSet presAssocID="{3EAB0FB6-CEA4-455B-A324-B25F607E9A62}" presName="vert1" presStyleCnt="0"/>
      <dgm:spPr/>
    </dgm:pt>
  </dgm:ptLst>
  <dgm:cxnLst>
    <dgm:cxn modelId="{F7E34725-A3A5-4AFC-8C38-4003AD9D38FC}" srcId="{2AA81F4C-CBF4-468E-B8CA-9790CE339313}" destId="{90B82FA8-3712-4931-A698-7EAFC7739B3A}" srcOrd="0" destOrd="0" parTransId="{0DD9DB56-25F0-4F8D-8067-F96EADEB5FF6}" sibTransId="{8933FE41-2EE9-4E2D-B918-C772F350A737}"/>
    <dgm:cxn modelId="{C736392C-47A6-4E21-A360-48A6FF00E1E7}" type="presOf" srcId="{90B82FA8-3712-4931-A698-7EAFC7739B3A}" destId="{66A0F9D4-7BE0-4208-8580-1DB5232153B1}" srcOrd="0" destOrd="0" presId="urn:microsoft.com/office/officeart/2008/layout/LinedList"/>
    <dgm:cxn modelId="{552F5734-8979-4B0E-9149-2641DB89C1EB}" type="presOf" srcId="{934734BE-1547-475A-AEBA-CD1D173ECE6F}" destId="{B9E90BA9-7CAD-421A-9DE5-A1A028B8E395}" srcOrd="0" destOrd="0" presId="urn:microsoft.com/office/officeart/2008/layout/LinedList"/>
    <dgm:cxn modelId="{D20C5A90-F97D-49A4-836A-D914825C3C63}" srcId="{2AA81F4C-CBF4-468E-B8CA-9790CE339313}" destId="{3EAB0FB6-CEA4-455B-A324-B25F607E9A62}" srcOrd="2" destOrd="0" parTransId="{44D3A4A7-1DD2-435C-9027-E9AA30710E35}" sibTransId="{84A156D7-6F0B-49A3-AD24-462BBA61E0A3}"/>
    <dgm:cxn modelId="{E9E8C1C5-ECA6-485D-BD24-F70DF75D6D96}" type="presOf" srcId="{2AA81F4C-CBF4-468E-B8CA-9790CE339313}" destId="{330CB52A-22DF-4BC2-8098-45B2C71CF371}" srcOrd="0" destOrd="0" presId="urn:microsoft.com/office/officeart/2008/layout/LinedList"/>
    <dgm:cxn modelId="{2F2D97DF-0B69-4C65-B901-9A935AB0C70F}" type="presOf" srcId="{3EAB0FB6-CEA4-455B-A324-B25F607E9A62}" destId="{C972BC25-55CA-4508-A0AD-7B335B0F9432}" srcOrd="0" destOrd="0" presId="urn:microsoft.com/office/officeart/2008/layout/LinedList"/>
    <dgm:cxn modelId="{AA0943E1-3A1D-48C1-B2D7-3B7A90AD6AB7}" srcId="{2AA81F4C-CBF4-468E-B8CA-9790CE339313}" destId="{934734BE-1547-475A-AEBA-CD1D173ECE6F}" srcOrd="1" destOrd="0" parTransId="{85F60BDA-03A4-4129-B418-40DF5C01AD23}" sibTransId="{A72EBB85-236F-46DE-9167-03621111D10C}"/>
    <dgm:cxn modelId="{443BE095-58E0-4C41-9E2E-BDC2CBBD8221}" type="presParOf" srcId="{330CB52A-22DF-4BC2-8098-45B2C71CF371}" destId="{E9ED6EFB-FC34-4D93-9442-CB092D355D3A}" srcOrd="0" destOrd="0" presId="urn:microsoft.com/office/officeart/2008/layout/LinedList"/>
    <dgm:cxn modelId="{12842B1C-1A4A-4FFB-8A7F-40AB940F23E9}" type="presParOf" srcId="{330CB52A-22DF-4BC2-8098-45B2C71CF371}" destId="{0DD58A46-72B3-4B88-9814-033C4443A0E7}" srcOrd="1" destOrd="0" presId="urn:microsoft.com/office/officeart/2008/layout/LinedList"/>
    <dgm:cxn modelId="{67BAEC9C-6B13-436E-8DAA-B0C1F6D97318}" type="presParOf" srcId="{0DD58A46-72B3-4B88-9814-033C4443A0E7}" destId="{66A0F9D4-7BE0-4208-8580-1DB5232153B1}" srcOrd="0" destOrd="0" presId="urn:microsoft.com/office/officeart/2008/layout/LinedList"/>
    <dgm:cxn modelId="{17E6D25E-3F59-4ACF-BF58-4C19AF92B366}" type="presParOf" srcId="{0DD58A46-72B3-4B88-9814-033C4443A0E7}" destId="{DE5F8EEF-E976-49CE-AD97-8146768B2FD3}" srcOrd="1" destOrd="0" presId="urn:microsoft.com/office/officeart/2008/layout/LinedList"/>
    <dgm:cxn modelId="{6347E7F4-0EC4-4809-8E80-D8F1097B6432}" type="presParOf" srcId="{330CB52A-22DF-4BC2-8098-45B2C71CF371}" destId="{671BF85D-ECA6-4839-B3D1-9A44D9E216CE}" srcOrd="2" destOrd="0" presId="urn:microsoft.com/office/officeart/2008/layout/LinedList"/>
    <dgm:cxn modelId="{773A7535-6427-4CF1-A3E8-D4D154B712CE}" type="presParOf" srcId="{330CB52A-22DF-4BC2-8098-45B2C71CF371}" destId="{9E15691E-CBAB-4F64-823A-959680736C31}" srcOrd="3" destOrd="0" presId="urn:microsoft.com/office/officeart/2008/layout/LinedList"/>
    <dgm:cxn modelId="{AD1D581E-EB46-4011-938F-4870B4228CA1}" type="presParOf" srcId="{9E15691E-CBAB-4F64-823A-959680736C31}" destId="{B9E90BA9-7CAD-421A-9DE5-A1A028B8E395}" srcOrd="0" destOrd="0" presId="urn:microsoft.com/office/officeart/2008/layout/LinedList"/>
    <dgm:cxn modelId="{DFABE645-0D20-4873-B1BD-B49A5BAF3E7C}" type="presParOf" srcId="{9E15691E-CBAB-4F64-823A-959680736C31}" destId="{061F267D-92E3-4063-AC23-50B46B3E8621}" srcOrd="1" destOrd="0" presId="urn:microsoft.com/office/officeart/2008/layout/LinedList"/>
    <dgm:cxn modelId="{602B01B0-3EAD-4017-B77A-0887681E5C8F}" type="presParOf" srcId="{330CB52A-22DF-4BC2-8098-45B2C71CF371}" destId="{EC081CC8-3424-4075-9346-BFDEDCED3F08}" srcOrd="4" destOrd="0" presId="urn:microsoft.com/office/officeart/2008/layout/LinedList"/>
    <dgm:cxn modelId="{4FB3FBF1-AF70-43E3-B070-D762F348B793}" type="presParOf" srcId="{330CB52A-22DF-4BC2-8098-45B2C71CF371}" destId="{148AEF55-0E33-4C55-932E-E3BF0DFE5F7B}" srcOrd="5" destOrd="0" presId="urn:microsoft.com/office/officeart/2008/layout/LinedList"/>
    <dgm:cxn modelId="{34AF164C-29C7-48F0-BEA7-8475232C17FD}" type="presParOf" srcId="{148AEF55-0E33-4C55-932E-E3BF0DFE5F7B}" destId="{C972BC25-55CA-4508-A0AD-7B335B0F9432}" srcOrd="0" destOrd="0" presId="urn:microsoft.com/office/officeart/2008/layout/LinedList"/>
    <dgm:cxn modelId="{42744D78-D887-4252-A528-6A3B4B2DD416}" type="presParOf" srcId="{148AEF55-0E33-4C55-932E-E3BF0DFE5F7B}" destId="{5B2F2A96-3750-426F-8839-56EF208C198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A30933-8FDA-4BBF-B845-3F3D16B5799B}" type="doc">
      <dgm:prSet loTypeId="urn:microsoft.com/office/officeart/2005/8/layout/default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da-DK"/>
        </a:p>
      </dgm:t>
    </dgm:pt>
    <dgm:pt modelId="{51700613-3AFD-47D4-A2B3-06E66605314A}">
      <dgm:prSet phldrT="[Tekst]"/>
      <dgm:spPr/>
      <dgm:t>
        <a:bodyPr/>
        <a:lstStyle/>
        <a:p>
          <a:pPr>
            <a:buNone/>
          </a:pPr>
          <a:r>
            <a:rPr lang="da-DK" b="0" i="0" dirty="0"/>
            <a:t>HTTPS</a:t>
          </a:r>
          <a:endParaRPr lang="da-DK" dirty="0"/>
        </a:p>
      </dgm:t>
    </dgm:pt>
    <dgm:pt modelId="{A1EA5CCE-E7D4-4D5E-B27D-4282F6C0208D}" type="parTrans" cxnId="{F5944219-23CA-4470-8F16-E1ECDA17E878}">
      <dgm:prSet/>
      <dgm:spPr/>
      <dgm:t>
        <a:bodyPr/>
        <a:lstStyle/>
        <a:p>
          <a:endParaRPr lang="da-DK"/>
        </a:p>
      </dgm:t>
    </dgm:pt>
    <dgm:pt modelId="{B97A5F5E-7A53-4CFB-8BFA-A6321C9069FA}" type="sibTrans" cxnId="{F5944219-23CA-4470-8F16-E1ECDA17E878}">
      <dgm:prSet/>
      <dgm:spPr/>
      <dgm:t>
        <a:bodyPr/>
        <a:lstStyle/>
        <a:p>
          <a:endParaRPr lang="da-DK"/>
        </a:p>
      </dgm:t>
    </dgm:pt>
    <dgm:pt modelId="{4F2892D6-07DE-4CC3-B38F-FA14AD75E8D1}">
      <dgm:prSet phldrT="[Tekst]"/>
      <dgm:spPr/>
      <dgm:t>
        <a:bodyPr/>
        <a:lstStyle/>
        <a:p>
          <a:pPr>
            <a:buNone/>
          </a:pPr>
          <a:r>
            <a:rPr lang="da-DK" b="0" i="0"/>
            <a:t>Mobilapps</a:t>
          </a:r>
          <a:endParaRPr lang="da-DK"/>
        </a:p>
      </dgm:t>
    </dgm:pt>
    <dgm:pt modelId="{585EC083-2A5C-469A-97B1-7336ABA0538D}" type="parTrans" cxnId="{F81484C4-D4C1-4525-AD4B-57F29F8C2ED8}">
      <dgm:prSet/>
      <dgm:spPr/>
      <dgm:t>
        <a:bodyPr/>
        <a:lstStyle/>
        <a:p>
          <a:endParaRPr lang="da-DK"/>
        </a:p>
      </dgm:t>
    </dgm:pt>
    <dgm:pt modelId="{80574DFD-458F-43B7-A7B4-A52F4CC5BDA1}" type="sibTrans" cxnId="{F81484C4-D4C1-4525-AD4B-57F29F8C2ED8}">
      <dgm:prSet/>
      <dgm:spPr/>
      <dgm:t>
        <a:bodyPr/>
        <a:lstStyle/>
        <a:p>
          <a:endParaRPr lang="da-DK"/>
        </a:p>
      </dgm:t>
    </dgm:pt>
    <dgm:pt modelId="{5DBAE581-5572-41CD-88E5-A31AD5D02EA4}">
      <dgm:prSet phldrT="[Tekst]"/>
      <dgm:spPr/>
      <dgm:t>
        <a:bodyPr/>
        <a:lstStyle/>
        <a:p>
          <a:pPr>
            <a:buNone/>
          </a:pPr>
          <a:r>
            <a:rPr lang="da-DK" b="0" i="0"/>
            <a:t>VPN</a:t>
          </a:r>
          <a:endParaRPr lang="da-DK"/>
        </a:p>
      </dgm:t>
    </dgm:pt>
    <dgm:pt modelId="{B45AF99E-E598-45EB-BED8-16A380F25CF1}" type="parTrans" cxnId="{8363156C-4A40-4DA7-A721-BD4B466A2163}">
      <dgm:prSet/>
      <dgm:spPr/>
      <dgm:t>
        <a:bodyPr/>
        <a:lstStyle/>
        <a:p>
          <a:endParaRPr lang="da-DK"/>
        </a:p>
      </dgm:t>
    </dgm:pt>
    <dgm:pt modelId="{8B946C42-A9C3-4329-854E-00042C71C710}" type="sibTrans" cxnId="{8363156C-4A40-4DA7-A721-BD4B466A2163}">
      <dgm:prSet/>
      <dgm:spPr/>
      <dgm:t>
        <a:bodyPr/>
        <a:lstStyle/>
        <a:p>
          <a:endParaRPr lang="da-DK"/>
        </a:p>
      </dgm:t>
    </dgm:pt>
    <dgm:pt modelId="{DF9FF946-7299-4565-AD9A-302F316DF99E}">
      <dgm:prSet phldrT="[Tekst]"/>
      <dgm:spPr/>
      <dgm:t>
        <a:bodyPr/>
        <a:lstStyle/>
        <a:p>
          <a:pPr>
            <a:buNone/>
          </a:pPr>
          <a:r>
            <a:rPr lang="da-DK" b="0" i="0"/>
            <a:t>Diskkryptering (BitLocker, FileVault)</a:t>
          </a:r>
          <a:endParaRPr lang="da-DK" dirty="0"/>
        </a:p>
      </dgm:t>
    </dgm:pt>
    <dgm:pt modelId="{2EBA1E81-3B08-4F5E-A6A5-F17F86D1969D}" type="parTrans" cxnId="{458E510B-9545-4CCB-A6D4-085D9A059506}">
      <dgm:prSet/>
      <dgm:spPr/>
      <dgm:t>
        <a:bodyPr/>
        <a:lstStyle/>
        <a:p>
          <a:endParaRPr lang="da-DK"/>
        </a:p>
      </dgm:t>
    </dgm:pt>
    <dgm:pt modelId="{0062CDE2-E92D-4BF1-8E77-3CB63BB1E73D}" type="sibTrans" cxnId="{458E510B-9545-4CCB-A6D4-085D9A059506}">
      <dgm:prSet/>
      <dgm:spPr/>
      <dgm:t>
        <a:bodyPr/>
        <a:lstStyle/>
        <a:p>
          <a:endParaRPr lang="da-DK"/>
        </a:p>
      </dgm:t>
    </dgm:pt>
    <dgm:pt modelId="{10CF4AD4-0598-436B-A51F-77E9904423D2}" type="pres">
      <dgm:prSet presAssocID="{E7A30933-8FDA-4BBF-B845-3F3D16B5799B}" presName="diagram" presStyleCnt="0">
        <dgm:presLayoutVars>
          <dgm:dir/>
          <dgm:resizeHandles val="exact"/>
        </dgm:presLayoutVars>
      </dgm:prSet>
      <dgm:spPr/>
    </dgm:pt>
    <dgm:pt modelId="{D5CC667F-0B4C-4F55-BF62-DB0B264188E9}" type="pres">
      <dgm:prSet presAssocID="{51700613-3AFD-47D4-A2B3-06E66605314A}" presName="node" presStyleLbl="node1" presStyleIdx="0" presStyleCnt="4">
        <dgm:presLayoutVars>
          <dgm:bulletEnabled val="1"/>
        </dgm:presLayoutVars>
      </dgm:prSet>
      <dgm:spPr/>
    </dgm:pt>
    <dgm:pt modelId="{F281389F-DE41-44F6-A2CE-8B96A9418ECB}" type="pres">
      <dgm:prSet presAssocID="{B97A5F5E-7A53-4CFB-8BFA-A6321C9069FA}" presName="sibTrans" presStyleCnt="0"/>
      <dgm:spPr/>
    </dgm:pt>
    <dgm:pt modelId="{A84D8029-D2A2-4783-879E-08C8AB8086A7}" type="pres">
      <dgm:prSet presAssocID="{DF9FF946-7299-4565-AD9A-302F316DF99E}" presName="node" presStyleLbl="node1" presStyleIdx="1" presStyleCnt="4">
        <dgm:presLayoutVars>
          <dgm:bulletEnabled val="1"/>
        </dgm:presLayoutVars>
      </dgm:prSet>
      <dgm:spPr/>
    </dgm:pt>
    <dgm:pt modelId="{8C4585F2-CEB9-4C0B-9ED6-F92C1C7A3E43}" type="pres">
      <dgm:prSet presAssocID="{0062CDE2-E92D-4BF1-8E77-3CB63BB1E73D}" presName="sibTrans" presStyleCnt="0"/>
      <dgm:spPr/>
    </dgm:pt>
    <dgm:pt modelId="{C513CE4B-0310-4A1F-85FA-46196C8D5093}" type="pres">
      <dgm:prSet presAssocID="{5DBAE581-5572-41CD-88E5-A31AD5D02EA4}" presName="node" presStyleLbl="node1" presStyleIdx="2" presStyleCnt="4">
        <dgm:presLayoutVars>
          <dgm:bulletEnabled val="1"/>
        </dgm:presLayoutVars>
      </dgm:prSet>
      <dgm:spPr/>
    </dgm:pt>
    <dgm:pt modelId="{C758C079-03CA-4E2E-B7E6-D08C0E107947}" type="pres">
      <dgm:prSet presAssocID="{8B946C42-A9C3-4329-854E-00042C71C710}" presName="sibTrans" presStyleCnt="0"/>
      <dgm:spPr/>
    </dgm:pt>
    <dgm:pt modelId="{C286FBCB-7168-421F-A9AE-EEAE98AC6F8E}" type="pres">
      <dgm:prSet presAssocID="{4F2892D6-07DE-4CC3-B38F-FA14AD75E8D1}" presName="node" presStyleLbl="node1" presStyleIdx="3" presStyleCnt="4">
        <dgm:presLayoutVars>
          <dgm:bulletEnabled val="1"/>
        </dgm:presLayoutVars>
      </dgm:prSet>
      <dgm:spPr/>
    </dgm:pt>
  </dgm:ptLst>
  <dgm:cxnLst>
    <dgm:cxn modelId="{458E510B-9545-4CCB-A6D4-085D9A059506}" srcId="{E7A30933-8FDA-4BBF-B845-3F3D16B5799B}" destId="{DF9FF946-7299-4565-AD9A-302F316DF99E}" srcOrd="1" destOrd="0" parTransId="{2EBA1E81-3B08-4F5E-A6A5-F17F86D1969D}" sibTransId="{0062CDE2-E92D-4BF1-8E77-3CB63BB1E73D}"/>
    <dgm:cxn modelId="{91518F0D-F6EA-4A70-BA9C-4AB1E3B1A6B1}" type="presOf" srcId="{E7A30933-8FDA-4BBF-B845-3F3D16B5799B}" destId="{10CF4AD4-0598-436B-A51F-77E9904423D2}" srcOrd="0" destOrd="0" presId="urn:microsoft.com/office/officeart/2005/8/layout/default"/>
    <dgm:cxn modelId="{36BD8414-592D-49A1-90D6-0EE36BAFC2F4}" type="presOf" srcId="{51700613-3AFD-47D4-A2B3-06E66605314A}" destId="{D5CC667F-0B4C-4F55-BF62-DB0B264188E9}" srcOrd="0" destOrd="0" presId="urn:microsoft.com/office/officeart/2005/8/layout/default"/>
    <dgm:cxn modelId="{F5944219-23CA-4470-8F16-E1ECDA17E878}" srcId="{E7A30933-8FDA-4BBF-B845-3F3D16B5799B}" destId="{51700613-3AFD-47D4-A2B3-06E66605314A}" srcOrd="0" destOrd="0" parTransId="{A1EA5CCE-E7D4-4D5E-B27D-4282F6C0208D}" sibTransId="{B97A5F5E-7A53-4CFB-8BFA-A6321C9069FA}"/>
    <dgm:cxn modelId="{FCE59F47-A397-4B52-A20C-EC5319BCDBF5}" type="presOf" srcId="{5DBAE581-5572-41CD-88E5-A31AD5D02EA4}" destId="{C513CE4B-0310-4A1F-85FA-46196C8D5093}" srcOrd="0" destOrd="0" presId="urn:microsoft.com/office/officeart/2005/8/layout/default"/>
    <dgm:cxn modelId="{8363156C-4A40-4DA7-A721-BD4B466A2163}" srcId="{E7A30933-8FDA-4BBF-B845-3F3D16B5799B}" destId="{5DBAE581-5572-41CD-88E5-A31AD5D02EA4}" srcOrd="2" destOrd="0" parTransId="{B45AF99E-E598-45EB-BED8-16A380F25CF1}" sibTransId="{8B946C42-A9C3-4329-854E-00042C71C710}"/>
    <dgm:cxn modelId="{DF77E373-4BD7-4668-AF58-FF2982F58953}" type="presOf" srcId="{DF9FF946-7299-4565-AD9A-302F316DF99E}" destId="{A84D8029-D2A2-4783-879E-08C8AB8086A7}" srcOrd="0" destOrd="0" presId="urn:microsoft.com/office/officeart/2005/8/layout/default"/>
    <dgm:cxn modelId="{06AC5093-0C30-4F4D-A4E4-9168684F94FA}" type="presOf" srcId="{4F2892D6-07DE-4CC3-B38F-FA14AD75E8D1}" destId="{C286FBCB-7168-421F-A9AE-EEAE98AC6F8E}" srcOrd="0" destOrd="0" presId="urn:microsoft.com/office/officeart/2005/8/layout/default"/>
    <dgm:cxn modelId="{F81484C4-D4C1-4525-AD4B-57F29F8C2ED8}" srcId="{E7A30933-8FDA-4BBF-B845-3F3D16B5799B}" destId="{4F2892D6-07DE-4CC3-B38F-FA14AD75E8D1}" srcOrd="3" destOrd="0" parTransId="{585EC083-2A5C-469A-97B1-7336ABA0538D}" sibTransId="{80574DFD-458F-43B7-A7B4-A52F4CC5BDA1}"/>
    <dgm:cxn modelId="{346C3EF6-A30A-472C-8D1F-DDDE0805F1CC}" type="presParOf" srcId="{10CF4AD4-0598-436B-A51F-77E9904423D2}" destId="{D5CC667F-0B4C-4F55-BF62-DB0B264188E9}" srcOrd="0" destOrd="0" presId="urn:microsoft.com/office/officeart/2005/8/layout/default"/>
    <dgm:cxn modelId="{5DAC4DE4-60A8-4720-A8A2-9860259B6960}" type="presParOf" srcId="{10CF4AD4-0598-436B-A51F-77E9904423D2}" destId="{F281389F-DE41-44F6-A2CE-8B96A9418ECB}" srcOrd="1" destOrd="0" presId="urn:microsoft.com/office/officeart/2005/8/layout/default"/>
    <dgm:cxn modelId="{2CD8A37A-F4CA-40F6-9CDF-8E4181C38726}" type="presParOf" srcId="{10CF4AD4-0598-436B-A51F-77E9904423D2}" destId="{A84D8029-D2A2-4783-879E-08C8AB8086A7}" srcOrd="2" destOrd="0" presId="urn:microsoft.com/office/officeart/2005/8/layout/default"/>
    <dgm:cxn modelId="{25D12F4B-24FC-43CA-BC46-87AADDFE11AD}" type="presParOf" srcId="{10CF4AD4-0598-436B-A51F-77E9904423D2}" destId="{8C4585F2-CEB9-4C0B-9ED6-F92C1C7A3E43}" srcOrd="3" destOrd="0" presId="urn:microsoft.com/office/officeart/2005/8/layout/default"/>
    <dgm:cxn modelId="{0A86E3B8-86AF-4D12-ABD5-5FEA227FA41C}" type="presParOf" srcId="{10CF4AD4-0598-436B-A51F-77E9904423D2}" destId="{C513CE4B-0310-4A1F-85FA-46196C8D5093}" srcOrd="4" destOrd="0" presId="urn:microsoft.com/office/officeart/2005/8/layout/default"/>
    <dgm:cxn modelId="{BCCE30B6-1F6D-41BF-AB08-B61036D5E4D4}" type="presParOf" srcId="{10CF4AD4-0598-436B-A51F-77E9904423D2}" destId="{C758C079-03CA-4E2E-B7E6-D08C0E107947}" srcOrd="5" destOrd="0" presId="urn:microsoft.com/office/officeart/2005/8/layout/default"/>
    <dgm:cxn modelId="{A5AE82AD-F5A3-4C5B-8F23-146D035DA2D7}" type="presParOf" srcId="{10CF4AD4-0598-436B-A51F-77E9904423D2}" destId="{C286FBCB-7168-421F-A9AE-EEAE98AC6F8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E13319-FE89-48AE-8DD6-3DC2B3B40C35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ACEA67FD-7821-4422-BC74-2339E2CFE14B}">
      <dgm:prSet phldrT="[Tekst]"/>
      <dgm:spPr/>
      <dgm:t>
        <a:bodyPr/>
        <a:lstStyle/>
        <a:p>
          <a:pPr>
            <a:buNone/>
          </a:pPr>
          <a:r>
            <a:rPr lang="da-DK" b="1" i="0" dirty="0"/>
            <a:t>Nøgle</a:t>
          </a:r>
          <a:endParaRPr lang="da-DK" dirty="0"/>
        </a:p>
      </dgm:t>
    </dgm:pt>
    <dgm:pt modelId="{4A110A96-6554-4102-BCD4-DDF600F36C3C}" type="parTrans" cxnId="{788084DB-42A6-44BA-8EC5-6336D1335135}">
      <dgm:prSet/>
      <dgm:spPr/>
      <dgm:t>
        <a:bodyPr/>
        <a:lstStyle/>
        <a:p>
          <a:endParaRPr lang="da-DK"/>
        </a:p>
      </dgm:t>
    </dgm:pt>
    <dgm:pt modelId="{D78C36A2-930F-40A0-9C5E-5CF8210B2F64}" type="sibTrans" cxnId="{788084DB-42A6-44BA-8EC5-6336D1335135}">
      <dgm:prSet/>
      <dgm:spPr/>
      <dgm:t>
        <a:bodyPr/>
        <a:lstStyle/>
        <a:p>
          <a:endParaRPr lang="da-DK"/>
        </a:p>
      </dgm:t>
    </dgm:pt>
    <dgm:pt modelId="{D9A6A9B5-D864-4353-B166-A670E6C3EA4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sv-SE" b="0" i="0" dirty="0"/>
            <a:t>(16, 24 eller) 32 bytes</a:t>
          </a:r>
        </a:p>
      </dgm:t>
    </dgm:pt>
    <dgm:pt modelId="{BF6D9C20-4CB7-41FC-B466-108B2CBC51FD}" type="parTrans" cxnId="{91C2D063-54AD-4784-921D-D9BF5C95E876}">
      <dgm:prSet/>
      <dgm:spPr/>
      <dgm:t>
        <a:bodyPr/>
        <a:lstStyle/>
        <a:p>
          <a:endParaRPr lang="da-DK"/>
        </a:p>
      </dgm:t>
    </dgm:pt>
    <dgm:pt modelId="{66A496AC-867F-4B2A-A421-29900F010944}" type="sibTrans" cxnId="{91C2D063-54AD-4784-921D-D9BF5C95E876}">
      <dgm:prSet/>
      <dgm:spPr/>
      <dgm:t>
        <a:bodyPr/>
        <a:lstStyle/>
        <a:p>
          <a:endParaRPr lang="da-DK"/>
        </a:p>
      </dgm:t>
    </dgm:pt>
    <dgm:pt modelId="{B4BE5BD6-AC80-447A-A1AC-529B3182234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Genereres med </a:t>
          </a:r>
          <a:r>
            <a:rPr lang="da-DK" b="0" i="0" dirty="0" err="1"/>
            <a:t>crypto.randomBytes</a:t>
          </a:r>
          <a:r>
            <a:rPr lang="da-DK" b="0" i="0" dirty="0"/>
            <a:t>()</a:t>
          </a:r>
        </a:p>
      </dgm:t>
    </dgm:pt>
    <dgm:pt modelId="{86B7891D-443B-4E4B-A646-2686ABB1BAD4}" type="parTrans" cxnId="{E4671FAE-CAFD-4FE3-8D44-7774CAA1B6F2}">
      <dgm:prSet/>
      <dgm:spPr/>
      <dgm:t>
        <a:bodyPr/>
        <a:lstStyle/>
        <a:p>
          <a:endParaRPr lang="da-DK"/>
        </a:p>
      </dgm:t>
    </dgm:pt>
    <dgm:pt modelId="{759983F4-756C-498B-B480-BC6A0CC6A867}" type="sibTrans" cxnId="{E4671FAE-CAFD-4FE3-8D44-7774CAA1B6F2}">
      <dgm:prSet/>
      <dgm:spPr/>
      <dgm:t>
        <a:bodyPr/>
        <a:lstStyle/>
        <a:p>
          <a:endParaRPr lang="da-DK"/>
        </a:p>
      </dgm:t>
    </dgm:pt>
    <dgm:pt modelId="{32F60183-A3AA-43B9-99DF-1ADD039AB013}">
      <dgm:prSet/>
      <dgm:spPr/>
      <dgm:t>
        <a:bodyPr/>
        <a:lstStyle/>
        <a:p>
          <a:pPr>
            <a:buNone/>
          </a:pPr>
          <a:r>
            <a:rPr lang="da-DK" b="1" i="0" dirty="0"/>
            <a:t>IV / </a:t>
          </a:r>
          <a:r>
            <a:rPr lang="da-DK" b="1" i="0" dirty="0" err="1"/>
            <a:t>Nonce</a:t>
          </a:r>
          <a:endParaRPr lang="da-DK" b="1" i="0" dirty="0"/>
        </a:p>
      </dgm:t>
    </dgm:pt>
    <dgm:pt modelId="{D9F6FA22-2ED7-4D37-9155-C8BF72BC8A85}" type="parTrans" cxnId="{301337D8-61A4-4397-8E43-01391F99175B}">
      <dgm:prSet/>
      <dgm:spPr/>
      <dgm:t>
        <a:bodyPr/>
        <a:lstStyle/>
        <a:p>
          <a:endParaRPr lang="da-DK"/>
        </a:p>
      </dgm:t>
    </dgm:pt>
    <dgm:pt modelId="{C6CB4B70-5176-43CD-BEA9-30BE781776CD}" type="sibTrans" cxnId="{301337D8-61A4-4397-8E43-01391F99175B}">
      <dgm:prSet/>
      <dgm:spPr/>
      <dgm:t>
        <a:bodyPr/>
        <a:lstStyle/>
        <a:p>
          <a:endParaRPr lang="da-DK"/>
        </a:p>
      </dgm:t>
    </dgm:pt>
    <dgm:pt modelId="{481D33AF-46B3-4219-B8CD-956877DE8C8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Engangsværdier</a:t>
          </a:r>
        </a:p>
      </dgm:t>
    </dgm:pt>
    <dgm:pt modelId="{B44F720A-2792-4C91-972A-93AC43F53FBC}" type="parTrans" cxnId="{D9E7BCFA-3FD8-49B6-A3FB-0CA439D75EB0}">
      <dgm:prSet/>
      <dgm:spPr/>
      <dgm:t>
        <a:bodyPr/>
        <a:lstStyle/>
        <a:p>
          <a:endParaRPr lang="da-DK"/>
        </a:p>
      </dgm:t>
    </dgm:pt>
    <dgm:pt modelId="{577F2693-904E-42F4-AFBA-E238F1D1BB50}" type="sibTrans" cxnId="{D9E7BCFA-3FD8-49B6-A3FB-0CA439D75EB0}">
      <dgm:prSet/>
      <dgm:spPr/>
      <dgm:t>
        <a:bodyPr/>
        <a:lstStyle/>
        <a:p>
          <a:endParaRPr lang="da-DK"/>
        </a:p>
      </dgm:t>
    </dgm:pt>
    <dgm:pt modelId="{509F6469-7892-410F-AB64-E225E943F1A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AES-GCM: 12 bytes</a:t>
          </a:r>
        </a:p>
      </dgm:t>
    </dgm:pt>
    <dgm:pt modelId="{C89D23F1-F212-42CE-8812-F1B4B5900D87}" type="parTrans" cxnId="{B75489CB-FC78-4CC4-8222-429C3F3C212D}">
      <dgm:prSet/>
      <dgm:spPr/>
      <dgm:t>
        <a:bodyPr/>
        <a:lstStyle/>
        <a:p>
          <a:endParaRPr lang="da-DK"/>
        </a:p>
      </dgm:t>
    </dgm:pt>
    <dgm:pt modelId="{E9FF40C5-3BED-41C7-BFA5-873AD1F8D595}" type="sibTrans" cxnId="{B75489CB-FC78-4CC4-8222-429C3F3C212D}">
      <dgm:prSet/>
      <dgm:spPr/>
      <dgm:t>
        <a:bodyPr/>
        <a:lstStyle/>
        <a:p>
          <a:endParaRPr lang="da-DK"/>
        </a:p>
      </dgm:t>
    </dgm:pt>
    <dgm:pt modelId="{965F8AA5-9198-488E-AC5D-7D505FCEB297}">
      <dgm:prSet/>
      <dgm:spPr/>
      <dgm:t>
        <a:bodyPr/>
        <a:lstStyle/>
        <a:p>
          <a:pPr>
            <a:buNone/>
          </a:pPr>
          <a:r>
            <a:rPr lang="da-DK" b="1" i="0" dirty="0"/>
            <a:t>Tag (kun GCM)</a:t>
          </a:r>
        </a:p>
      </dgm:t>
    </dgm:pt>
    <dgm:pt modelId="{C769174E-BE90-4009-A055-DE6F2A7F0FA8}" type="parTrans" cxnId="{B36902B0-6007-417D-BF33-77C48677A432}">
      <dgm:prSet/>
      <dgm:spPr/>
      <dgm:t>
        <a:bodyPr/>
        <a:lstStyle/>
        <a:p>
          <a:endParaRPr lang="da-DK"/>
        </a:p>
      </dgm:t>
    </dgm:pt>
    <dgm:pt modelId="{B6AF2D01-963F-4DFE-BBBB-1277E1937BCB}" type="sibTrans" cxnId="{B36902B0-6007-417D-BF33-77C48677A432}">
      <dgm:prSet/>
      <dgm:spPr/>
      <dgm:t>
        <a:bodyPr/>
        <a:lstStyle/>
        <a:p>
          <a:endParaRPr lang="da-DK"/>
        </a:p>
      </dgm:t>
    </dgm:pt>
    <dgm:pt modelId="{5F9D13FB-66AA-4A8C-9214-F64DBB38E55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16 bytes</a:t>
          </a:r>
        </a:p>
      </dgm:t>
    </dgm:pt>
    <dgm:pt modelId="{3BC41A68-8B61-42E1-8EBD-A1B3E5D96364}" type="parTrans" cxnId="{8DD3C514-708F-46FE-8326-2445C1141847}">
      <dgm:prSet/>
      <dgm:spPr/>
      <dgm:t>
        <a:bodyPr/>
        <a:lstStyle/>
        <a:p>
          <a:endParaRPr lang="da-DK"/>
        </a:p>
      </dgm:t>
    </dgm:pt>
    <dgm:pt modelId="{A962FB3B-4E92-4743-AC48-3F2512A1D316}" type="sibTrans" cxnId="{8DD3C514-708F-46FE-8326-2445C1141847}">
      <dgm:prSet/>
      <dgm:spPr/>
      <dgm:t>
        <a:bodyPr/>
        <a:lstStyle/>
        <a:p>
          <a:endParaRPr lang="da-DK"/>
        </a:p>
      </dgm:t>
    </dgm:pt>
    <dgm:pt modelId="{0A22DE0C-370A-40D4-8BE2-57CEEABA0D4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Beviser integriteten (autentificeret kryptering)</a:t>
          </a:r>
        </a:p>
      </dgm:t>
    </dgm:pt>
    <dgm:pt modelId="{A0006A85-0BA9-4E17-960E-8AC202463C17}" type="parTrans" cxnId="{DEB4B90C-8F67-457C-AA30-EA322CC8BB80}">
      <dgm:prSet/>
      <dgm:spPr/>
      <dgm:t>
        <a:bodyPr/>
        <a:lstStyle/>
        <a:p>
          <a:endParaRPr lang="da-DK"/>
        </a:p>
      </dgm:t>
    </dgm:pt>
    <dgm:pt modelId="{8813065A-8FF8-4907-A06F-A07741BC1610}" type="sibTrans" cxnId="{DEB4B90C-8F67-457C-AA30-EA322CC8BB80}">
      <dgm:prSet/>
      <dgm:spPr/>
      <dgm:t>
        <a:bodyPr/>
        <a:lstStyle/>
        <a:p>
          <a:endParaRPr lang="da-DK"/>
        </a:p>
      </dgm:t>
    </dgm:pt>
    <dgm:pt modelId="{1F038B38-C097-4DC3-9CFD-E57817129DF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 err="1"/>
            <a:t>Nonce</a:t>
          </a:r>
          <a:r>
            <a:rPr lang="da-DK" b="0" i="0" dirty="0"/>
            <a:t>: </a:t>
          </a:r>
          <a:r>
            <a:rPr lang="da-DK" b="0" i="1" dirty="0" err="1"/>
            <a:t>Number</a:t>
          </a:r>
          <a:r>
            <a:rPr lang="da-DK" b="0" i="1" dirty="0"/>
            <a:t> </a:t>
          </a:r>
          <a:r>
            <a:rPr lang="da-DK" b="0" i="1" dirty="0" err="1"/>
            <a:t>used</a:t>
          </a:r>
          <a:r>
            <a:rPr lang="da-DK" b="0" i="1" dirty="0"/>
            <a:t> </a:t>
          </a:r>
          <a:r>
            <a:rPr lang="da-DK" b="0" i="1" dirty="0" err="1"/>
            <a:t>once</a:t>
          </a:r>
          <a:endParaRPr lang="da-DK" b="0" i="1" dirty="0"/>
        </a:p>
      </dgm:t>
    </dgm:pt>
    <dgm:pt modelId="{8EFAE1FA-D859-41EC-974F-059386E1EF54}" type="parTrans" cxnId="{7D3B5137-2144-4296-B358-74206C714C8E}">
      <dgm:prSet/>
      <dgm:spPr/>
      <dgm:t>
        <a:bodyPr/>
        <a:lstStyle/>
        <a:p>
          <a:endParaRPr lang="da-DK"/>
        </a:p>
      </dgm:t>
    </dgm:pt>
    <dgm:pt modelId="{F3589CCF-A4E5-4935-BA3A-2F6468BA30AD}" type="sibTrans" cxnId="{7D3B5137-2144-4296-B358-74206C714C8E}">
      <dgm:prSet/>
      <dgm:spPr/>
      <dgm:t>
        <a:bodyPr/>
        <a:lstStyle/>
        <a:p>
          <a:endParaRPr lang="da-DK"/>
        </a:p>
      </dgm:t>
    </dgm:pt>
    <dgm:pt modelId="{325536DC-D535-43AA-B27F-BC46550A54F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IV: </a:t>
          </a:r>
          <a:r>
            <a:rPr lang="da-DK" b="0" i="0" dirty="0" err="1"/>
            <a:t>Initialiseringsvektor</a:t>
          </a:r>
          <a:endParaRPr lang="da-DK" b="0" i="0" dirty="0"/>
        </a:p>
      </dgm:t>
    </dgm:pt>
    <dgm:pt modelId="{CD153D36-8AB1-41B0-9B2D-38D770F9552B}" type="parTrans" cxnId="{5F7F923A-0AF2-4598-A354-5872E8BBB5D3}">
      <dgm:prSet/>
      <dgm:spPr/>
      <dgm:t>
        <a:bodyPr/>
        <a:lstStyle/>
        <a:p>
          <a:endParaRPr lang="da-DK"/>
        </a:p>
      </dgm:t>
    </dgm:pt>
    <dgm:pt modelId="{A07C1264-F479-4763-94B9-6AD03EEF4A21}" type="sibTrans" cxnId="{5F7F923A-0AF2-4598-A354-5872E8BBB5D3}">
      <dgm:prSet/>
      <dgm:spPr/>
      <dgm:t>
        <a:bodyPr/>
        <a:lstStyle/>
        <a:p>
          <a:endParaRPr lang="da-DK"/>
        </a:p>
      </dgm:t>
    </dgm:pt>
    <dgm:pt modelId="{6837676D-25CB-4E0A-AEAD-E4AEB8EDA5F7}" type="pres">
      <dgm:prSet presAssocID="{BEE13319-FE89-48AE-8DD6-3DC2B3B40C35}" presName="linear" presStyleCnt="0">
        <dgm:presLayoutVars>
          <dgm:animLvl val="lvl"/>
          <dgm:resizeHandles val="exact"/>
        </dgm:presLayoutVars>
      </dgm:prSet>
      <dgm:spPr/>
    </dgm:pt>
    <dgm:pt modelId="{ED92BC38-B0AF-421C-9D83-43EB0B18D634}" type="pres">
      <dgm:prSet presAssocID="{ACEA67FD-7821-4422-BC74-2339E2CFE14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4143637-B4A8-46C2-9C19-B6677BA34868}" type="pres">
      <dgm:prSet presAssocID="{ACEA67FD-7821-4422-BC74-2339E2CFE14B}" presName="childText" presStyleLbl="revTx" presStyleIdx="0" presStyleCnt="3">
        <dgm:presLayoutVars>
          <dgm:bulletEnabled val="1"/>
        </dgm:presLayoutVars>
      </dgm:prSet>
      <dgm:spPr/>
    </dgm:pt>
    <dgm:pt modelId="{B8C5DBEA-ECFA-418C-AC8D-9DBEC47A49D6}" type="pres">
      <dgm:prSet presAssocID="{32F60183-A3AA-43B9-99DF-1ADD039AB01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B4D8AFD-286F-43A4-AF6D-15BB84E64F63}" type="pres">
      <dgm:prSet presAssocID="{32F60183-A3AA-43B9-99DF-1ADD039AB013}" presName="childText" presStyleLbl="revTx" presStyleIdx="1" presStyleCnt="3">
        <dgm:presLayoutVars>
          <dgm:bulletEnabled val="1"/>
        </dgm:presLayoutVars>
      </dgm:prSet>
      <dgm:spPr/>
    </dgm:pt>
    <dgm:pt modelId="{6254FCC8-A1EF-4D73-8293-C5FA73F3B4BC}" type="pres">
      <dgm:prSet presAssocID="{965F8AA5-9198-488E-AC5D-7D505FCEB29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A2A7EDD-4C95-4E70-9444-6930BC030403}" type="pres">
      <dgm:prSet presAssocID="{965F8AA5-9198-488E-AC5D-7D505FCEB29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EB4B90C-8F67-457C-AA30-EA322CC8BB80}" srcId="{965F8AA5-9198-488E-AC5D-7D505FCEB297}" destId="{0A22DE0C-370A-40D4-8BE2-57CEEABA0D48}" srcOrd="1" destOrd="0" parTransId="{A0006A85-0BA9-4E17-960E-8AC202463C17}" sibTransId="{8813065A-8FF8-4907-A06F-A07741BC1610}"/>
    <dgm:cxn modelId="{8DD3C514-708F-46FE-8326-2445C1141847}" srcId="{965F8AA5-9198-488E-AC5D-7D505FCEB297}" destId="{5F9D13FB-66AA-4A8C-9214-F64DBB38E55C}" srcOrd="0" destOrd="0" parTransId="{3BC41A68-8B61-42E1-8EBD-A1B3E5D96364}" sibTransId="{A962FB3B-4E92-4743-AC48-3F2512A1D316}"/>
    <dgm:cxn modelId="{88A56827-240E-495A-82AA-9FD7DDA42BA2}" type="presOf" srcId="{32F60183-A3AA-43B9-99DF-1ADD039AB013}" destId="{B8C5DBEA-ECFA-418C-AC8D-9DBEC47A49D6}" srcOrd="0" destOrd="0" presId="urn:microsoft.com/office/officeart/2005/8/layout/vList2"/>
    <dgm:cxn modelId="{7D3B5137-2144-4296-B358-74206C714C8E}" srcId="{32F60183-A3AA-43B9-99DF-1ADD039AB013}" destId="{1F038B38-C097-4DC3-9CFD-E57817129DF3}" srcOrd="2" destOrd="0" parTransId="{8EFAE1FA-D859-41EC-974F-059386E1EF54}" sibTransId="{F3589CCF-A4E5-4935-BA3A-2F6468BA30AD}"/>
    <dgm:cxn modelId="{5F7F923A-0AF2-4598-A354-5872E8BBB5D3}" srcId="{32F60183-A3AA-43B9-99DF-1ADD039AB013}" destId="{325536DC-D535-43AA-B27F-BC46550A54FA}" srcOrd="1" destOrd="0" parTransId="{CD153D36-8AB1-41B0-9B2D-38D770F9552B}" sibTransId="{A07C1264-F479-4763-94B9-6AD03EEF4A21}"/>
    <dgm:cxn modelId="{FA38563F-1938-478D-92A0-F4277BB165F9}" type="presOf" srcId="{ACEA67FD-7821-4422-BC74-2339E2CFE14B}" destId="{ED92BC38-B0AF-421C-9D83-43EB0B18D634}" srcOrd="0" destOrd="0" presId="urn:microsoft.com/office/officeart/2005/8/layout/vList2"/>
    <dgm:cxn modelId="{91C2D063-54AD-4784-921D-D9BF5C95E876}" srcId="{ACEA67FD-7821-4422-BC74-2339E2CFE14B}" destId="{D9A6A9B5-D864-4353-B166-A670E6C3EA4C}" srcOrd="0" destOrd="0" parTransId="{BF6D9C20-4CB7-41FC-B466-108B2CBC51FD}" sibTransId="{66A496AC-867F-4B2A-A421-29900F010944}"/>
    <dgm:cxn modelId="{370A1E48-1903-4235-8398-C84EA508DF3B}" type="presOf" srcId="{509F6469-7892-410F-AB64-E225E943F1A6}" destId="{EB4D8AFD-286F-43A4-AF6D-15BB84E64F63}" srcOrd="0" destOrd="3" presId="urn:microsoft.com/office/officeart/2005/8/layout/vList2"/>
    <dgm:cxn modelId="{75CE5951-B056-4DA6-A3AD-3AD89A7E7734}" type="presOf" srcId="{5F9D13FB-66AA-4A8C-9214-F64DBB38E55C}" destId="{3A2A7EDD-4C95-4E70-9444-6930BC030403}" srcOrd="0" destOrd="0" presId="urn:microsoft.com/office/officeart/2005/8/layout/vList2"/>
    <dgm:cxn modelId="{B0826956-FA3D-4B54-B1F8-DDB449DC3F29}" type="presOf" srcId="{1F038B38-C097-4DC3-9CFD-E57817129DF3}" destId="{EB4D8AFD-286F-43A4-AF6D-15BB84E64F63}" srcOrd="0" destOrd="2" presId="urn:microsoft.com/office/officeart/2005/8/layout/vList2"/>
    <dgm:cxn modelId="{4E252B78-E78E-46AE-BAB8-1916F8F49ACB}" type="presOf" srcId="{D9A6A9B5-D864-4353-B166-A670E6C3EA4C}" destId="{14143637-B4A8-46C2-9C19-B6677BA34868}" srcOrd="0" destOrd="0" presId="urn:microsoft.com/office/officeart/2005/8/layout/vList2"/>
    <dgm:cxn modelId="{9B91F25A-5077-4138-BA5A-A8CFAC29083A}" type="presOf" srcId="{481D33AF-46B3-4219-B8CD-956877DE8C86}" destId="{EB4D8AFD-286F-43A4-AF6D-15BB84E64F63}" srcOrd="0" destOrd="0" presId="urn:microsoft.com/office/officeart/2005/8/layout/vList2"/>
    <dgm:cxn modelId="{A2522088-6CA7-46DC-9D51-8F4CD228ACF7}" type="presOf" srcId="{325536DC-D535-43AA-B27F-BC46550A54FA}" destId="{EB4D8AFD-286F-43A4-AF6D-15BB84E64F63}" srcOrd="0" destOrd="1" presId="urn:microsoft.com/office/officeart/2005/8/layout/vList2"/>
    <dgm:cxn modelId="{E9297AA7-7181-4A93-897C-41C7EDA8B06C}" type="presOf" srcId="{0A22DE0C-370A-40D4-8BE2-57CEEABA0D48}" destId="{3A2A7EDD-4C95-4E70-9444-6930BC030403}" srcOrd="0" destOrd="1" presId="urn:microsoft.com/office/officeart/2005/8/layout/vList2"/>
    <dgm:cxn modelId="{E4671FAE-CAFD-4FE3-8D44-7774CAA1B6F2}" srcId="{ACEA67FD-7821-4422-BC74-2339E2CFE14B}" destId="{B4BE5BD6-AC80-447A-A1AC-529B31822341}" srcOrd="1" destOrd="0" parTransId="{86B7891D-443B-4E4B-A646-2686ABB1BAD4}" sibTransId="{759983F4-756C-498B-B480-BC6A0CC6A867}"/>
    <dgm:cxn modelId="{B36902B0-6007-417D-BF33-77C48677A432}" srcId="{BEE13319-FE89-48AE-8DD6-3DC2B3B40C35}" destId="{965F8AA5-9198-488E-AC5D-7D505FCEB297}" srcOrd="2" destOrd="0" parTransId="{C769174E-BE90-4009-A055-DE6F2A7F0FA8}" sibTransId="{B6AF2D01-963F-4DFE-BBBB-1277E1937BCB}"/>
    <dgm:cxn modelId="{B75489CB-FC78-4CC4-8222-429C3F3C212D}" srcId="{32F60183-A3AA-43B9-99DF-1ADD039AB013}" destId="{509F6469-7892-410F-AB64-E225E943F1A6}" srcOrd="3" destOrd="0" parTransId="{C89D23F1-F212-42CE-8812-F1B4B5900D87}" sibTransId="{E9FF40C5-3BED-41C7-BFA5-873AD1F8D595}"/>
    <dgm:cxn modelId="{301337D8-61A4-4397-8E43-01391F99175B}" srcId="{BEE13319-FE89-48AE-8DD6-3DC2B3B40C35}" destId="{32F60183-A3AA-43B9-99DF-1ADD039AB013}" srcOrd="1" destOrd="0" parTransId="{D9F6FA22-2ED7-4D37-9155-C8BF72BC8A85}" sibTransId="{C6CB4B70-5176-43CD-BEA9-30BE781776CD}"/>
    <dgm:cxn modelId="{788084DB-42A6-44BA-8EC5-6336D1335135}" srcId="{BEE13319-FE89-48AE-8DD6-3DC2B3B40C35}" destId="{ACEA67FD-7821-4422-BC74-2339E2CFE14B}" srcOrd="0" destOrd="0" parTransId="{4A110A96-6554-4102-BCD4-DDF600F36C3C}" sibTransId="{D78C36A2-930F-40A0-9C5E-5CF8210B2F64}"/>
    <dgm:cxn modelId="{D42F72E0-84BE-4DF7-BFCE-9FDE3D87E685}" type="presOf" srcId="{965F8AA5-9198-488E-AC5D-7D505FCEB297}" destId="{6254FCC8-A1EF-4D73-8293-C5FA73F3B4BC}" srcOrd="0" destOrd="0" presId="urn:microsoft.com/office/officeart/2005/8/layout/vList2"/>
    <dgm:cxn modelId="{61E2D8E3-3711-4D30-B49F-922074CD4CEF}" type="presOf" srcId="{B4BE5BD6-AC80-447A-A1AC-529B31822341}" destId="{14143637-B4A8-46C2-9C19-B6677BA34868}" srcOrd="0" destOrd="1" presId="urn:microsoft.com/office/officeart/2005/8/layout/vList2"/>
    <dgm:cxn modelId="{37C795FA-A48B-49AE-AECB-3BD74999925F}" type="presOf" srcId="{BEE13319-FE89-48AE-8DD6-3DC2B3B40C35}" destId="{6837676D-25CB-4E0A-AEAD-E4AEB8EDA5F7}" srcOrd="0" destOrd="0" presId="urn:microsoft.com/office/officeart/2005/8/layout/vList2"/>
    <dgm:cxn modelId="{D9E7BCFA-3FD8-49B6-A3FB-0CA439D75EB0}" srcId="{32F60183-A3AA-43B9-99DF-1ADD039AB013}" destId="{481D33AF-46B3-4219-B8CD-956877DE8C86}" srcOrd="0" destOrd="0" parTransId="{B44F720A-2792-4C91-972A-93AC43F53FBC}" sibTransId="{577F2693-904E-42F4-AFBA-E238F1D1BB50}"/>
    <dgm:cxn modelId="{F2F5608D-4E89-4BD3-BCE7-51E11240E6E3}" type="presParOf" srcId="{6837676D-25CB-4E0A-AEAD-E4AEB8EDA5F7}" destId="{ED92BC38-B0AF-421C-9D83-43EB0B18D634}" srcOrd="0" destOrd="0" presId="urn:microsoft.com/office/officeart/2005/8/layout/vList2"/>
    <dgm:cxn modelId="{0B515666-1F61-46D1-B5CE-58EDDD63CCEA}" type="presParOf" srcId="{6837676D-25CB-4E0A-AEAD-E4AEB8EDA5F7}" destId="{14143637-B4A8-46C2-9C19-B6677BA34868}" srcOrd="1" destOrd="0" presId="urn:microsoft.com/office/officeart/2005/8/layout/vList2"/>
    <dgm:cxn modelId="{02896EDA-1B55-4995-8351-921A24BA4205}" type="presParOf" srcId="{6837676D-25CB-4E0A-AEAD-E4AEB8EDA5F7}" destId="{B8C5DBEA-ECFA-418C-AC8D-9DBEC47A49D6}" srcOrd="2" destOrd="0" presId="urn:microsoft.com/office/officeart/2005/8/layout/vList2"/>
    <dgm:cxn modelId="{FE8C59CD-FFAD-4D1E-98ED-445587629146}" type="presParOf" srcId="{6837676D-25CB-4E0A-AEAD-E4AEB8EDA5F7}" destId="{EB4D8AFD-286F-43A4-AF6D-15BB84E64F63}" srcOrd="3" destOrd="0" presId="urn:microsoft.com/office/officeart/2005/8/layout/vList2"/>
    <dgm:cxn modelId="{83E848C6-00E9-45EF-98CC-2FA8189EA6B6}" type="presParOf" srcId="{6837676D-25CB-4E0A-AEAD-E4AEB8EDA5F7}" destId="{6254FCC8-A1EF-4D73-8293-C5FA73F3B4BC}" srcOrd="4" destOrd="0" presId="urn:microsoft.com/office/officeart/2005/8/layout/vList2"/>
    <dgm:cxn modelId="{EA6F031E-E88B-4ECA-98E2-372260AF94C1}" type="presParOf" srcId="{6837676D-25CB-4E0A-AEAD-E4AEB8EDA5F7}" destId="{3A2A7EDD-4C95-4E70-9444-6930BC03040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6648C0-88C1-497A-9A93-A95601032CD9}">
      <dsp:nvSpPr>
        <dsp:cNvPr id="0" name=""/>
        <dsp:cNvSpPr/>
      </dsp:nvSpPr>
      <dsp:spPr>
        <a:xfrm>
          <a:off x="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b="0" i="0" kern="1200" dirty="0"/>
            <a:t>Forstå hvad AES er, og hvorfor det er standarden for moderne symmetrisk kryptering</a:t>
          </a:r>
          <a:endParaRPr lang="da-DK" sz="2600" kern="1200" dirty="0"/>
        </a:p>
      </dsp:txBody>
      <dsp:txXfrm>
        <a:off x="0" y="1161255"/>
        <a:ext cx="3428999" cy="2057400"/>
      </dsp:txXfrm>
    </dsp:sp>
    <dsp:sp modelId="{EDD979AD-0FC8-4DA5-AD70-B6F43407FC21}">
      <dsp:nvSpPr>
        <dsp:cNvPr id="0" name=""/>
        <dsp:cNvSpPr/>
      </dsp:nvSpPr>
      <dsp:spPr>
        <a:xfrm>
          <a:off x="377190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b="0" i="0" kern="1200"/>
            <a:t>Lære at kryptere og dekryptere data i Node.js</a:t>
          </a:r>
          <a:endParaRPr lang="da-DK" sz="2600" kern="1200" dirty="0"/>
        </a:p>
      </dsp:txBody>
      <dsp:txXfrm>
        <a:off x="3771900" y="1161255"/>
        <a:ext cx="3428999" cy="2057400"/>
      </dsp:txXfrm>
    </dsp:sp>
    <dsp:sp modelId="{9D75CAB8-9FDB-4554-9A43-FB3419FC5318}">
      <dsp:nvSpPr>
        <dsp:cNvPr id="0" name=""/>
        <dsp:cNvSpPr/>
      </dsp:nvSpPr>
      <dsp:spPr>
        <a:xfrm>
          <a:off x="7543800" y="1161255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600" b="0" i="0" kern="1200"/>
            <a:t>Forstå begreber som </a:t>
          </a:r>
          <a:r>
            <a:rPr lang="da-DK" sz="2600" b="0" i="1" kern="1200"/>
            <a:t>key</a:t>
          </a:r>
          <a:r>
            <a:rPr lang="da-DK" sz="2600" b="0" i="0" kern="1200"/>
            <a:t>, </a:t>
          </a:r>
          <a:r>
            <a:rPr lang="da-DK" sz="2600" b="0" i="1" kern="1200"/>
            <a:t>IV</a:t>
          </a:r>
          <a:r>
            <a:rPr lang="da-DK" sz="2600" b="0" i="0" kern="1200"/>
            <a:t>, </a:t>
          </a:r>
          <a:r>
            <a:rPr lang="da-DK" sz="2600" b="0" i="1" kern="1200"/>
            <a:t>mode</a:t>
          </a:r>
          <a:r>
            <a:rPr lang="da-DK" sz="2600" b="0" i="0" kern="1200"/>
            <a:t> og </a:t>
          </a:r>
          <a:r>
            <a:rPr lang="da-DK" sz="2600" b="0" i="1" kern="1200"/>
            <a:t>authenticated encryption</a:t>
          </a:r>
          <a:endParaRPr lang="da-DK" sz="2600" kern="1200" dirty="0"/>
        </a:p>
      </dsp:txBody>
      <dsp:txXfrm>
        <a:off x="7543800" y="1161255"/>
        <a:ext cx="3428999" cy="2057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D6EFB-FC34-4D93-9442-CB092D355D3A}">
      <dsp:nvSpPr>
        <dsp:cNvPr id="0" name=""/>
        <dsp:cNvSpPr/>
      </dsp:nvSpPr>
      <dsp:spPr>
        <a:xfrm>
          <a:off x="0" y="1703"/>
          <a:ext cx="5386388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0F9D4-7BE0-4208-8580-1DB5232153B1}">
      <dsp:nvSpPr>
        <dsp:cNvPr id="0" name=""/>
        <dsp:cNvSpPr/>
      </dsp:nvSpPr>
      <dsp:spPr>
        <a:xfrm>
          <a:off x="0" y="1703"/>
          <a:ext cx="5386388" cy="116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b="0" i="0" kern="1200" dirty="0"/>
            <a:t>Symmetrisk kryptering</a:t>
          </a:r>
          <a:endParaRPr lang="da-DK" sz="3200" kern="1200" dirty="0"/>
        </a:p>
      </dsp:txBody>
      <dsp:txXfrm>
        <a:off x="0" y="1703"/>
        <a:ext cx="5386388" cy="1161972"/>
      </dsp:txXfrm>
    </dsp:sp>
    <dsp:sp modelId="{671BF85D-ECA6-4839-B3D1-9A44D9E216CE}">
      <dsp:nvSpPr>
        <dsp:cNvPr id="0" name=""/>
        <dsp:cNvSpPr/>
      </dsp:nvSpPr>
      <dsp:spPr>
        <a:xfrm>
          <a:off x="0" y="1163676"/>
          <a:ext cx="5386388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90BA9-7CAD-421A-9DE5-A1A028B8E395}">
      <dsp:nvSpPr>
        <dsp:cNvPr id="0" name=""/>
        <dsp:cNvSpPr/>
      </dsp:nvSpPr>
      <dsp:spPr>
        <a:xfrm>
          <a:off x="0" y="1163676"/>
          <a:ext cx="5386388" cy="116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b="0" i="0" kern="1200" dirty="0"/>
            <a:t>International standard siden 2001</a:t>
          </a:r>
          <a:endParaRPr lang="da-DK" sz="3200" kern="1200" dirty="0"/>
        </a:p>
      </dsp:txBody>
      <dsp:txXfrm>
        <a:off x="0" y="1163676"/>
        <a:ext cx="5386388" cy="1161972"/>
      </dsp:txXfrm>
    </dsp:sp>
    <dsp:sp modelId="{EC081CC8-3424-4075-9346-BFDEDCED3F08}">
      <dsp:nvSpPr>
        <dsp:cNvPr id="0" name=""/>
        <dsp:cNvSpPr/>
      </dsp:nvSpPr>
      <dsp:spPr>
        <a:xfrm>
          <a:off x="0" y="2325648"/>
          <a:ext cx="5386388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2BC25-55CA-4508-A0AD-7B335B0F9432}">
      <dsp:nvSpPr>
        <dsp:cNvPr id="0" name=""/>
        <dsp:cNvSpPr/>
      </dsp:nvSpPr>
      <dsp:spPr>
        <a:xfrm>
          <a:off x="0" y="2325648"/>
          <a:ext cx="5386388" cy="1161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b="0" i="0" kern="1200"/>
            <a:t>Hurtig, sikker, hardwareaccelereret</a:t>
          </a:r>
          <a:endParaRPr lang="da-DK" sz="3200" kern="1200"/>
        </a:p>
      </dsp:txBody>
      <dsp:txXfrm>
        <a:off x="0" y="2325648"/>
        <a:ext cx="5386388" cy="11619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CC667F-0B4C-4F55-BF62-DB0B264188E9}">
      <dsp:nvSpPr>
        <dsp:cNvPr id="0" name=""/>
        <dsp:cNvSpPr/>
      </dsp:nvSpPr>
      <dsp:spPr>
        <a:xfrm>
          <a:off x="657" y="76872"/>
          <a:ext cx="2565831" cy="1539498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b="0" i="0" kern="1200" dirty="0"/>
            <a:t>HTTPS</a:t>
          </a:r>
          <a:endParaRPr lang="da-DK" sz="3100" kern="1200" dirty="0"/>
        </a:p>
      </dsp:txBody>
      <dsp:txXfrm>
        <a:off x="657" y="76872"/>
        <a:ext cx="2565831" cy="1539498"/>
      </dsp:txXfrm>
    </dsp:sp>
    <dsp:sp modelId="{A84D8029-D2A2-4783-879E-08C8AB8086A7}">
      <dsp:nvSpPr>
        <dsp:cNvPr id="0" name=""/>
        <dsp:cNvSpPr/>
      </dsp:nvSpPr>
      <dsp:spPr>
        <a:xfrm>
          <a:off x="2823072" y="76872"/>
          <a:ext cx="2565831" cy="1539498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b="0" i="0" kern="1200"/>
            <a:t>Diskkryptering (BitLocker, FileVault)</a:t>
          </a:r>
          <a:endParaRPr lang="da-DK" sz="3100" kern="1200" dirty="0"/>
        </a:p>
      </dsp:txBody>
      <dsp:txXfrm>
        <a:off x="2823072" y="76872"/>
        <a:ext cx="2565831" cy="1539498"/>
      </dsp:txXfrm>
    </dsp:sp>
    <dsp:sp modelId="{C513CE4B-0310-4A1F-85FA-46196C8D5093}">
      <dsp:nvSpPr>
        <dsp:cNvPr id="0" name=""/>
        <dsp:cNvSpPr/>
      </dsp:nvSpPr>
      <dsp:spPr>
        <a:xfrm>
          <a:off x="657" y="1872954"/>
          <a:ext cx="2565831" cy="1539498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b="0" i="0" kern="1200"/>
            <a:t>VPN</a:t>
          </a:r>
          <a:endParaRPr lang="da-DK" sz="3100" kern="1200"/>
        </a:p>
      </dsp:txBody>
      <dsp:txXfrm>
        <a:off x="657" y="1872954"/>
        <a:ext cx="2565831" cy="1539498"/>
      </dsp:txXfrm>
    </dsp:sp>
    <dsp:sp modelId="{C286FBCB-7168-421F-A9AE-EEAE98AC6F8E}">
      <dsp:nvSpPr>
        <dsp:cNvPr id="0" name=""/>
        <dsp:cNvSpPr/>
      </dsp:nvSpPr>
      <dsp:spPr>
        <a:xfrm>
          <a:off x="2823072" y="1872954"/>
          <a:ext cx="2565831" cy="1539498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100" b="0" i="0" kern="1200"/>
            <a:t>Mobilapps</a:t>
          </a:r>
          <a:endParaRPr lang="da-DK" sz="3100" kern="1200"/>
        </a:p>
      </dsp:txBody>
      <dsp:txXfrm>
        <a:off x="2823072" y="1872954"/>
        <a:ext cx="2565831" cy="15394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92BC38-B0AF-421C-9D83-43EB0B18D634}">
      <dsp:nvSpPr>
        <dsp:cNvPr id="0" name=""/>
        <dsp:cNvSpPr/>
      </dsp:nvSpPr>
      <dsp:spPr>
        <a:xfrm>
          <a:off x="0" y="104770"/>
          <a:ext cx="5384800" cy="5516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1" i="0" kern="1200" dirty="0"/>
            <a:t>Nøgle</a:t>
          </a:r>
          <a:endParaRPr lang="da-DK" sz="2300" kern="1200" dirty="0"/>
        </a:p>
      </dsp:txBody>
      <dsp:txXfrm>
        <a:off x="26930" y="131700"/>
        <a:ext cx="5330940" cy="497795"/>
      </dsp:txXfrm>
    </dsp:sp>
    <dsp:sp modelId="{14143637-B4A8-46C2-9C19-B6677BA34868}">
      <dsp:nvSpPr>
        <dsp:cNvPr id="0" name=""/>
        <dsp:cNvSpPr/>
      </dsp:nvSpPr>
      <dsp:spPr>
        <a:xfrm>
          <a:off x="0" y="656425"/>
          <a:ext cx="538480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96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sv-SE" sz="1800" b="0" i="0" kern="1200" dirty="0"/>
            <a:t>(16, 24 eller) 32 bytes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da-DK" sz="1800" b="0" i="0" kern="1200" dirty="0"/>
            <a:t>Genereres med </a:t>
          </a:r>
          <a:r>
            <a:rPr lang="da-DK" sz="1800" b="0" i="0" kern="1200" dirty="0" err="1"/>
            <a:t>crypto.randomBytes</a:t>
          </a:r>
          <a:r>
            <a:rPr lang="da-DK" sz="1800" b="0" i="0" kern="1200" dirty="0"/>
            <a:t>()</a:t>
          </a:r>
        </a:p>
      </dsp:txBody>
      <dsp:txXfrm>
        <a:off x="0" y="656425"/>
        <a:ext cx="5384800" cy="618930"/>
      </dsp:txXfrm>
    </dsp:sp>
    <dsp:sp modelId="{B8C5DBEA-ECFA-418C-AC8D-9DBEC47A49D6}">
      <dsp:nvSpPr>
        <dsp:cNvPr id="0" name=""/>
        <dsp:cNvSpPr/>
      </dsp:nvSpPr>
      <dsp:spPr>
        <a:xfrm>
          <a:off x="0" y="1275355"/>
          <a:ext cx="5384800" cy="5516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1" i="0" kern="1200" dirty="0"/>
            <a:t>IV / </a:t>
          </a:r>
          <a:r>
            <a:rPr lang="da-DK" sz="2300" b="1" i="0" kern="1200" dirty="0" err="1"/>
            <a:t>Nonce</a:t>
          </a:r>
          <a:endParaRPr lang="da-DK" sz="2300" b="1" i="0" kern="1200" dirty="0"/>
        </a:p>
      </dsp:txBody>
      <dsp:txXfrm>
        <a:off x="26930" y="1302285"/>
        <a:ext cx="5330940" cy="497795"/>
      </dsp:txXfrm>
    </dsp:sp>
    <dsp:sp modelId="{EB4D8AFD-286F-43A4-AF6D-15BB84E64F63}">
      <dsp:nvSpPr>
        <dsp:cNvPr id="0" name=""/>
        <dsp:cNvSpPr/>
      </dsp:nvSpPr>
      <dsp:spPr>
        <a:xfrm>
          <a:off x="0" y="1827010"/>
          <a:ext cx="5384800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96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da-DK" sz="1800" b="0" i="0" kern="1200" dirty="0"/>
            <a:t>Engangsværdier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da-DK" sz="1800" b="0" i="0" kern="1200" dirty="0"/>
            <a:t>IV: </a:t>
          </a:r>
          <a:r>
            <a:rPr lang="da-DK" sz="1800" b="0" i="0" kern="1200" dirty="0" err="1"/>
            <a:t>Initialiseringsvektor</a:t>
          </a:r>
          <a:endParaRPr lang="da-DK" sz="1800" b="0" i="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da-DK" sz="1800" b="0" i="0" kern="1200" dirty="0" err="1"/>
            <a:t>Nonce</a:t>
          </a:r>
          <a:r>
            <a:rPr lang="da-DK" sz="1800" b="0" i="0" kern="1200" dirty="0"/>
            <a:t>: </a:t>
          </a:r>
          <a:r>
            <a:rPr lang="da-DK" sz="1800" b="0" i="1" kern="1200" dirty="0" err="1"/>
            <a:t>Number</a:t>
          </a:r>
          <a:r>
            <a:rPr lang="da-DK" sz="1800" b="0" i="1" kern="1200" dirty="0"/>
            <a:t> </a:t>
          </a:r>
          <a:r>
            <a:rPr lang="da-DK" sz="1800" b="0" i="1" kern="1200" dirty="0" err="1"/>
            <a:t>used</a:t>
          </a:r>
          <a:r>
            <a:rPr lang="da-DK" sz="1800" b="0" i="1" kern="1200" dirty="0"/>
            <a:t> </a:t>
          </a:r>
          <a:r>
            <a:rPr lang="da-DK" sz="1800" b="0" i="1" kern="1200" dirty="0" err="1"/>
            <a:t>once</a:t>
          </a:r>
          <a:endParaRPr lang="da-DK" sz="1800" b="0" i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da-DK" sz="1800" b="0" i="0" kern="1200" dirty="0"/>
            <a:t>AES-GCM: 12 bytes</a:t>
          </a:r>
        </a:p>
      </dsp:txBody>
      <dsp:txXfrm>
        <a:off x="0" y="1827010"/>
        <a:ext cx="5384800" cy="1237860"/>
      </dsp:txXfrm>
    </dsp:sp>
    <dsp:sp modelId="{6254FCC8-A1EF-4D73-8293-C5FA73F3B4BC}">
      <dsp:nvSpPr>
        <dsp:cNvPr id="0" name=""/>
        <dsp:cNvSpPr/>
      </dsp:nvSpPr>
      <dsp:spPr>
        <a:xfrm>
          <a:off x="0" y="3064870"/>
          <a:ext cx="5384800" cy="5516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b="1" i="0" kern="1200" dirty="0"/>
            <a:t>Tag (kun GCM)</a:t>
          </a:r>
        </a:p>
      </dsp:txBody>
      <dsp:txXfrm>
        <a:off x="26930" y="3091800"/>
        <a:ext cx="5330940" cy="497795"/>
      </dsp:txXfrm>
    </dsp:sp>
    <dsp:sp modelId="{3A2A7EDD-4C95-4E70-9444-6930BC030403}">
      <dsp:nvSpPr>
        <dsp:cNvPr id="0" name=""/>
        <dsp:cNvSpPr/>
      </dsp:nvSpPr>
      <dsp:spPr>
        <a:xfrm>
          <a:off x="0" y="3616525"/>
          <a:ext cx="538480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96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da-DK" sz="1800" b="0" i="0" kern="1200" dirty="0"/>
            <a:t>16 bytes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da-DK" sz="1800" b="0" i="0" kern="1200" dirty="0"/>
            <a:t>Beviser integriteten (autentificeret kryptering)</a:t>
          </a:r>
        </a:p>
      </dsp:txBody>
      <dsp:txXfrm>
        <a:off x="0" y="3616525"/>
        <a:ext cx="5384800" cy="618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E2BC5-0C4B-4A2D-9324-9C7F3C92864C}" type="datetimeFigureOut">
              <a:rPr lang="da-DK" smtClean="0"/>
              <a:t>27-03-2026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EFC3-19E6-4CC4-A44F-FC69B4DCB28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690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3/27/2026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3/27/2026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3/27/2026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3/27/2026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3/27/2026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3/27/2026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3/27/2026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3/27/2026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3/27/2026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3/27/2026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3/27/2026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3/27/2026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6190067"/>
            <a:ext cx="12192000" cy="66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9" name="Google Shape;29;p4" descr="{&quot;templafy&quot;:{&quot;id&quot;:&quot;43ceaf7c-c121-410b-a8f1-4905349c9834&quot;}}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0567" y="6403467"/>
            <a:ext cx="994035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74833" y="767933"/>
            <a:ext cx="11254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69229" y="2127700"/>
            <a:ext cx="104732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79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3/27/2026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  <p:sldLayoutId id="2147483683" r:id="rId13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api/crypto.html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F2CE7-E3F6-0216-2EEF-B3F2ADF7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Opfølgning på øvelser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C42532D-9B50-8C2B-607D-F29AAFBA0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Øvelser i </a:t>
            </a:r>
            <a:r>
              <a:rPr lang="da-DK" dirty="0" err="1"/>
              <a:t>hashing</a:t>
            </a:r>
            <a:r>
              <a:rPr lang="da-DK" dirty="0"/>
              <a:t> med Node.js</a:t>
            </a:r>
          </a:p>
        </p:txBody>
      </p:sp>
    </p:spTree>
    <p:extLst>
      <p:ext uri="{BB962C8B-B14F-4D97-AF65-F5344CB8AC3E}">
        <p14:creationId xmlns:p14="http://schemas.microsoft.com/office/powerpoint/2010/main" val="89444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AES-kryptering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Pedersen og Vandrup kapitel 6</a:t>
            </a:r>
          </a:p>
          <a:p>
            <a:r>
              <a:rPr lang="da-DK" noProof="0" dirty="0">
                <a:hlinkClick r:id="rId2"/>
              </a:rPr>
              <a:t>https://nodejs.org/api/crypto.html</a:t>
            </a:r>
            <a:r>
              <a:rPr lang="da-DK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E93A64-568C-A220-49E5-BA097714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Læringsmål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50507BF-C325-FC12-DCA5-792B06C9B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i="1" dirty="0"/>
              <a:t>anvende principper for sikkerhed i udvikling af systemer</a:t>
            </a:r>
          </a:p>
          <a:p>
            <a:r>
              <a:rPr lang="da-DK" i="1" dirty="0"/>
              <a:t>anvende kryptering og adgangskontrol</a:t>
            </a:r>
          </a:p>
        </p:txBody>
      </p:sp>
    </p:spTree>
    <p:extLst>
      <p:ext uri="{BB962C8B-B14F-4D97-AF65-F5344CB8AC3E}">
        <p14:creationId xmlns:p14="http://schemas.microsoft.com/office/powerpoint/2010/main" val="157467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67C0A7-39D5-D078-1CFD-DBBBFFDF6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Formål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DCB57C16-5003-1D4F-16DA-AF4CE30052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1490694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1950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D02F21-2E09-8F12-347D-A458B54C3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er AES?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A7C933FF-2858-DFDD-45C9-5E9139589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Advanced </a:t>
            </a:r>
            <a:r>
              <a:rPr lang="da-DK" dirty="0" err="1"/>
              <a:t>Encryption</a:t>
            </a:r>
            <a:r>
              <a:rPr lang="da-DK" dirty="0"/>
              <a:t> Standard</a:t>
            </a:r>
          </a:p>
        </p:txBody>
      </p:sp>
      <p:graphicFrame>
        <p:nvGraphicFramePr>
          <p:cNvPr id="9" name="Pladsholder til indhold 8">
            <a:extLst>
              <a:ext uri="{FF2B5EF4-FFF2-40B4-BE49-F238E27FC236}">
                <a16:creationId xmlns:a16="http://schemas.microsoft.com/office/drawing/2014/main" id="{62DF35B2-D4B5-0DAF-ACFE-3CAECA747A7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32361659"/>
              </p:ext>
            </p:extLst>
          </p:nvPr>
        </p:nvGraphicFramePr>
        <p:xfrm>
          <a:off x="609600" y="2276475"/>
          <a:ext cx="5386388" cy="348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D3D81096-61D1-56AE-D2F4-06CCFDF2B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a-DK" dirty="0"/>
              <a:t>Bruges i</a:t>
            </a:r>
          </a:p>
        </p:txBody>
      </p:sp>
      <p:graphicFrame>
        <p:nvGraphicFramePr>
          <p:cNvPr id="10" name="Pladsholder til indhold 9">
            <a:extLst>
              <a:ext uri="{FF2B5EF4-FFF2-40B4-BE49-F238E27FC236}">
                <a16:creationId xmlns:a16="http://schemas.microsoft.com/office/drawing/2014/main" id="{A2985BE2-E8E7-28A2-E6E9-B6CC69B3A04B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933373520"/>
              </p:ext>
            </p:extLst>
          </p:nvPr>
        </p:nvGraphicFramePr>
        <p:xfrm>
          <a:off x="6192838" y="2276475"/>
          <a:ext cx="5389562" cy="348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6750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Graphic spid="10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455AEC-E815-D6CE-C105-9BCD6C2F3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Kerckhoffs</a:t>
            </a:r>
            <a:r>
              <a:rPr lang="da-DK" dirty="0"/>
              <a:t>’ Princip (1883)</a:t>
            </a:r>
          </a:p>
        </p:txBody>
      </p:sp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87DACE8E-BC3F-BBEA-7090-17A4CE6AFE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Grundidé:</a:t>
            </a:r>
          </a:p>
          <a:p>
            <a:r>
              <a:rPr lang="da-DK" dirty="0"/>
              <a:t>Et </a:t>
            </a:r>
            <a:r>
              <a:rPr lang="da-DK" dirty="0" err="1"/>
              <a:t>kryptosystem</a:t>
            </a:r>
            <a:r>
              <a:rPr lang="da-DK" dirty="0"/>
              <a:t> skal forblive sikkert, selv hvis alt ved systemet er offentligt kendt — undtagen nøglen.</a:t>
            </a:r>
          </a:p>
          <a:p>
            <a:pPr marL="0" indent="0">
              <a:buNone/>
            </a:pPr>
            <a:r>
              <a:rPr lang="da-DK" dirty="0"/>
              <a:t>Kernepointer:</a:t>
            </a:r>
          </a:p>
          <a:p>
            <a:r>
              <a:rPr lang="da-DK" dirty="0"/>
              <a:t>Sikkerhed må ikke afhænge af hemmelige algoritmer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D60AE7C4-E33D-771C-59E7-06E68472BB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Moderne relevans:</a:t>
            </a:r>
          </a:p>
          <a:p>
            <a:r>
              <a:rPr lang="da-DK" dirty="0"/>
              <a:t>AES, TLS, RSA</a:t>
            </a:r>
          </a:p>
          <a:p>
            <a:r>
              <a:rPr lang="da-DK" dirty="0"/>
              <a:t>Sikkerheden bryder kun sammen, hvis nøglen kompromitteres</a:t>
            </a:r>
          </a:p>
          <a:p>
            <a:pPr marL="0" indent="0">
              <a:buNone/>
            </a:pPr>
            <a:r>
              <a:rPr lang="da-DK" dirty="0"/>
              <a:t>Essensen:</a:t>
            </a:r>
          </a:p>
          <a:p>
            <a:r>
              <a:rPr lang="da-DK" dirty="0"/>
              <a:t>Transparens = stærkere kryptografi</a:t>
            </a:r>
          </a:p>
          <a:p>
            <a:r>
              <a:rPr lang="da-DK" dirty="0"/>
              <a:t>Hemmelighed = kun nøglen, ikke systemet</a:t>
            </a:r>
          </a:p>
        </p:txBody>
      </p:sp>
    </p:spTree>
    <p:extLst>
      <p:ext uri="{BB962C8B-B14F-4D97-AF65-F5344CB8AC3E}">
        <p14:creationId xmlns:p14="http://schemas.microsoft.com/office/powerpoint/2010/main" val="268801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0FE045-90D4-33C0-0232-922F9248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Centrale begreber</a:t>
            </a:r>
          </a:p>
        </p:txBody>
      </p:sp>
      <p:graphicFrame>
        <p:nvGraphicFramePr>
          <p:cNvPr id="8" name="Pladsholder til indhold 7">
            <a:extLst>
              <a:ext uri="{FF2B5EF4-FFF2-40B4-BE49-F238E27FC236}">
                <a16:creationId xmlns:a16="http://schemas.microsoft.com/office/drawing/2014/main" id="{97127BDE-DFDC-14B0-27D3-7FF4F0609B9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42681094"/>
              </p:ext>
            </p:extLst>
          </p:nvPr>
        </p:nvGraphicFramePr>
        <p:xfrm>
          <a:off x="609600" y="1465263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1487F253-C115-5121-4F39-700D3F1149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dirty="0"/>
              <a:t>Formålet med </a:t>
            </a:r>
            <a:r>
              <a:rPr lang="da-DK" b="1" dirty="0"/>
              <a:t>IV </a:t>
            </a:r>
            <a:r>
              <a:rPr lang="da-DK" dirty="0"/>
              <a:t>er at sikre, at identiske klartekster ikke giver identiske ciffertekster, hvilket ellers ville gøre </a:t>
            </a:r>
            <a:r>
              <a:rPr lang="da-DK" dirty="0" err="1"/>
              <a:t>kryptosystemet</a:t>
            </a:r>
            <a:r>
              <a:rPr lang="da-DK" dirty="0"/>
              <a:t> forudsigeligt og sårbart.</a:t>
            </a:r>
          </a:p>
          <a:p>
            <a:r>
              <a:rPr lang="da-DK" b="1" dirty="0" err="1"/>
              <a:t>Nonce</a:t>
            </a:r>
            <a:r>
              <a:rPr lang="da-DK" b="1" dirty="0"/>
              <a:t> </a:t>
            </a:r>
            <a:r>
              <a:rPr lang="da-DK" dirty="0"/>
              <a:t>behøver ikke være tilfældig og kan være fortløbende.</a:t>
            </a:r>
          </a:p>
        </p:txBody>
      </p:sp>
    </p:spTree>
    <p:extLst>
      <p:ext uri="{BB962C8B-B14F-4D97-AF65-F5344CB8AC3E}">
        <p14:creationId xmlns:p14="http://schemas.microsoft.com/office/powerpoint/2010/main" val="4056888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C25C87-BF30-8766-B178-6EE1187F6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Opbevaring af krypteret data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5DBFEB7-644E-3EC7-78D9-743FC5B715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Gem</a:t>
            </a:r>
            <a:r>
              <a:rPr lang="da-DK" dirty="0"/>
              <a:t>:</a:t>
            </a:r>
          </a:p>
          <a:p>
            <a:r>
              <a:rPr lang="da-DK" dirty="0" err="1"/>
              <a:t>Ciphertext</a:t>
            </a:r>
            <a:r>
              <a:rPr lang="da-DK" dirty="0"/>
              <a:t> (</a:t>
            </a:r>
            <a:r>
              <a:rPr lang="da-DK" dirty="0" err="1"/>
              <a:t>hex</a:t>
            </a:r>
            <a:r>
              <a:rPr lang="da-DK" dirty="0"/>
              <a:t> eller Base64)</a:t>
            </a:r>
          </a:p>
          <a:p>
            <a:r>
              <a:rPr lang="da-DK" dirty="0"/>
              <a:t>IV</a:t>
            </a:r>
          </a:p>
          <a:p>
            <a:r>
              <a:rPr lang="da-DK" dirty="0"/>
              <a:t>Tag</a:t>
            </a:r>
          </a:p>
          <a:p>
            <a:r>
              <a:rPr lang="da-DK" dirty="0"/>
              <a:t>Evt. metadata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i="1" dirty="0"/>
              <a:t>Gem ikke nøglen sammen med data.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4C9B1D2-D480-EFAF-4DEA-D88A4AC600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Eksempel</a:t>
            </a:r>
            <a:r>
              <a:rPr lang="da-DK" dirty="0"/>
              <a:t>:</a:t>
            </a:r>
            <a:endParaRPr lang="pt-BR" dirty="0"/>
          </a:p>
          <a:p>
            <a:pPr marL="0" indent="0">
              <a:buNone/>
            </a:pPr>
            <a:r>
              <a:rPr lang="pt-BR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600" dirty="0">
                <a:latin typeface="Consolas" panose="020B0609020204030204" pitchFamily="49" charset="0"/>
              </a:rPr>
              <a:t>  "iv": "8e5f2a81b67fbbafc23a12d9",</a:t>
            </a:r>
          </a:p>
          <a:p>
            <a:pPr marL="0" indent="0">
              <a:buNone/>
            </a:pPr>
            <a:r>
              <a:rPr lang="pt-BR" sz="1600" dirty="0">
                <a:latin typeface="Consolas" panose="020B0609020204030204" pitchFamily="49" charset="0"/>
              </a:rPr>
              <a:t>  "tag": "1459e83c6e16436a80fb7a7f3db2ceab",</a:t>
            </a:r>
          </a:p>
          <a:p>
            <a:pPr marL="0" indent="0">
              <a:buNone/>
            </a:pPr>
            <a:r>
              <a:rPr lang="pt-BR" sz="1600" dirty="0">
                <a:latin typeface="Consolas" panose="020B0609020204030204" pitchFamily="49" charset="0"/>
              </a:rPr>
              <a:t>  "ciphertext": "74d38bbd..."</a:t>
            </a:r>
          </a:p>
          <a:p>
            <a:pPr marL="0" indent="0">
              <a:buNone/>
            </a:pPr>
            <a:r>
              <a:rPr lang="pt-BR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6689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2C161D-F963-D0FA-5CA1-8FD50B033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AES i Node.js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348DCF6-8BF6-DEF2-0AA6-80C1F4AAF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553456" cy="4340225"/>
          </a:xfrm>
        </p:spPr>
        <p:txBody>
          <a:bodyPr/>
          <a:lstStyle/>
          <a:p>
            <a:pPr marL="0" indent="0">
              <a:buNone/>
            </a:pPr>
            <a:r>
              <a:rPr lang="da-DK" sz="1600" dirty="0" err="1">
                <a:latin typeface="Consolas" panose="020B0609020204030204" pitchFamily="49" charset="0"/>
              </a:rPr>
              <a:t>crypto.randomBytes</a:t>
            </a:r>
            <a:r>
              <a:rPr lang="da-DK" sz="1600" dirty="0">
                <a:latin typeface="Consolas" panose="020B0609020204030204" pitchFamily="49" charset="0"/>
              </a:rPr>
              <a:t>(32)</a:t>
            </a:r>
          </a:p>
          <a:p>
            <a:pPr marL="0" indent="0">
              <a:buNone/>
            </a:pPr>
            <a:endParaRPr lang="da-DK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600" dirty="0" err="1">
                <a:latin typeface="Consolas" panose="020B0609020204030204" pitchFamily="49" charset="0"/>
              </a:rPr>
              <a:t>crypto.createCipheriv</a:t>
            </a:r>
            <a:r>
              <a:rPr lang="da-DK" sz="1600" dirty="0">
                <a:latin typeface="Consolas" panose="020B0609020204030204" pitchFamily="49" charset="0"/>
              </a:rPr>
              <a:t>("aes-256-gcm", </a:t>
            </a:r>
            <a:r>
              <a:rPr lang="da-DK" sz="1600" dirty="0" err="1">
                <a:latin typeface="Consolas" panose="020B0609020204030204" pitchFamily="49" charset="0"/>
              </a:rPr>
              <a:t>key</a:t>
            </a:r>
            <a:r>
              <a:rPr lang="da-DK" sz="1600" dirty="0">
                <a:latin typeface="Consolas" panose="020B0609020204030204" pitchFamily="49" charset="0"/>
              </a:rPr>
              <a:t>, iv)</a:t>
            </a:r>
          </a:p>
          <a:p>
            <a:pPr marL="0" indent="0">
              <a:buNone/>
            </a:pPr>
            <a:endParaRPr lang="da-DK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600" dirty="0" err="1">
                <a:latin typeface="Consolas" panose="020B0609020204030204" pitchFamily="49" charset="0"/>
              </a:rPr>
              <a:t>cipher.update</a:t>
            </a:r>
            <a:r>
              <a:rPr lang="da-DK" sz="1600" dirty="0">
                <a:latin typeface="Consolas" panose="020B0609020204030204" pitchFamily="49" charset="0"/>
              </a:rPr>
              <a:t>(</a:t>
            </a:r>
            <a:r>
              <a:rPr lang="da-DK" sz="1600" dirty="0" err="1">
                <a:latin typeface="Consolas" panose="020B0609020204030204" pitchFamily="49" charset="0"/>
              </a:rPr>
              <a:t>plaintext</a:t>
            </a:r>
            <a:r>
              <a:rPr lang="da-DK" sz="1600" dirty="0">
                <a:latin typeface="Consolas" panose="020B0609020204030204" pitchFamily="49" charset="0"/>
              </a:rPr>
              <a:t>, "utf8")</a:t>
            </a:r>
          </a:p>
          <a:p>
            <a:pPr marL="0" indent="0">
              <a:buNone/>
            </a:pPr>
            <a:endParaRPr lang="da-DK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600" dirty="0" err="1">
                <a:latin typeface="Consolas" panose="020B0609020204030204" pitchFamily="49" charset="0"/>
              </a:rPr>
              <a:t>cipher.getAuthTag</a:t>
            </a:r>
            <a:r>
              <a:rPr lang="da-DK" sz="1600" dirty="0">
                <a:latin typeface="Consolas" panose="020B0609020204030204" pitchFamily="49" charset="0"/>
              </a:rPr>
              <a:t>() / </a:t>
            </a:r>
            <a:r>
              <a:rPr lang="da-DK" sz="1600" dirty="0" err="1">
                <a:latin typeface="Consolas" panose="020B0609020204030204" pitchFamily="49" charset="0"/>
              </a:rPr>
              <a:t>decipher.setAuthTag</a:t>
            </a:r>
            <a:r>
              <a:rPr lang="da-DK" sz="1600" dirty="0">
                <a:latin typeface="Consolas" panose="020B0609020204030204" pitchFamily="49" charset="0"/>
              </a:rPr>
              <a:t>(tag)</a:t>
            </a:r>
          </a:p>
          <a:p>
            <a:pPr marL="0" indent="0">
              <a:buNone/>
            </a:pPr>
            <a:endParaRPr lang="da-DK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600" dirty="0" err="1">
                <a:latin typeface="Consolas" panose="020B0609020204030204" pitchFamily="49" charset="0"/>
              </a:rPr>
              <a:t>encrypted.toString</a:t>
            </a:r>
            <a:r>
              <a:rPr lang="da-DK" sz="1600" dirty="0">
                <a:latin typeface="Consolas" panose="020B0609020204030204" pitchFamily="49" charset="0"/>
              </a:rPr>
              <a:t>("</a:t>
            </a:r>
            <a:r>
              <a:rPr lang="da-DK" sz="1600" dirty="0" err="1">
                <a:latin typeface="Consolas" panose="020B0609020204030204" pitchFamily="49" charset="0"/>
              </a:rPr>
              <a:t>hex</a:t>
            </a:r>
            <a:r>
              <a:rPr lang="da-DK" sz="1600" dirty="0">
                <a:latin typeface="Consolas" panose="020B0609020204030204" pitchFamily="49" charset="0"/>
              </a:rPr>
              <a:t>")</a:t>
            </a:r>
          </a:p>
          <a:p>
            <a:pPr marL="0" indent="0">
              <a:buNone/>
            </a:pPr>
            <a:endParaRPr lang="da-DK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600" dirty="0" err="1">
                <a:latin typeface="Consolas" panose="020B0609020204030204" pitchFamily="49" charset="0"/>
              </a:rPr>
              <a:t>crypto.createDecipheriv</a:t>
            </a:r>
            <a:r>
              <a:rPr lang="da-DK" sz="1600" dirty="0">
                <a:latin typeface="Consolas" panose="020B0609020204030204" pitchFamily="49" charset="0"/>
              </a:rPr>
              <a:t>("aes-256-gcm", </a:t>
            </a:r>
            <a:r>
              <a:rPr lang="da-DK" sz="1600" dirty="0" err="1">
                <a:latin typeface="Consolas" panose="020B0609020204030204" pitchFamily="49" charset="0"/>
              </a:rPr>
              <a:t>key</a:t>
            </a:r>
            <a:r>
              <a:rPr lang="da-DK" sz="1600" dirty="0">
                <a:latin typeface="Consolas" panose="020B0609020204030204" pitchFamily="49" charset="0"/>
              </a:rPr>
              <a:t>, iv)</a:t>
            </a:r>
          </a:p>
          <a:p>
            <a:pPr marL="0" indent="0">
              <a:buNone/>
            </a:pPr>
            <a:endParaRPr lang="da-DK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600" dirty="0" err="1">
                <a:latin typeface="Consolas" panose="020B0609020204030204" pitchFamily="49" charset="0"/>
              </a:rPr>
              <a:t>decipher.update</a:t>
            </a:r>
            <a:r>
              <a:rPr lang="da-DK" sz="1600" dirty="0">
                <a:latin typeface="Consolas" panose="020B0609020204030204" pitchFamily="49" charset="0"/>
              </a:rPr>
              <a:t>(</a:t>
            </a:r>
            <a:r>
              <a:rPr lang="da-DK" sz="1600" dirty="0" err="1">
                <a:latin typeface="Consolas" panose="020B0609020204030204" pitchFamily="49" charset="0"/>
              </a:rPr>
              <a:t>encrypted</a:t>
            </a:r>
            <a:r>
              <a:rPr lang="da-DK" sz="1600" dirty="0">
                <a:latin typeface="Consolas" panose="020B0609020204030204" pitchFamily="49" charset="0"/>
              </a:rPr>
              <a:t>, </a:t>
            </a:r>
            <a:r>
              <a:rPr lang="da-DK" sz="1600" dirty="0" err="1">
                <a:latin typeface="Consolas" panose="020B0609020204030204" pitchFamily="49" charset="0"/>
              </a:rPr>
              <a:t>null</a:t>
            </a:r>
            <a:r>
              <a:rPr lang="da-DK" sz="1600" dirty="0">
                <a:latin typeface="Consolas" panose="020B0609020204030204" pitchFamily="49" charset="0"/>
              </a:rPr>
              <a:t>, "utf8") + </a:t>
            </a:r>
            <a:r>
              <a:rPr lang="da-DK" sz="1600" dirty="0" err="1">
                <a:latin typeface="Consolas" panose="020B0609020204030204" pitchFamily="49" charset="0"/>
              </a:rPr>
              <a:t>decipher.final</a:t>
            </a:r>
            <a:r>
              <a:rPr lang="da-DK" sz="1600" dirty="0">
                <a:latin typeface="Consolas" panose="020B0609020204030204" pitchFamily="49" charset="0"/>
              </a:rPr>
              <a:t>("utf8")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1C93245-6D38-6B2D-F568-1BDFCAF1C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504" y="1465201"/>
            <a:ext cx="5263896" cy="4340225"/>
          </a:xfrm>
        </p:spPr>
        <p:txBody>
          <a:bodyPr/>
          <a:lstStyle/>
          <a:p>
            <a:r>
              <a:rPr lang="da-DK" i="1" dirty="0" err="1"/>
              <a:t>randomBytes</a:t>
            </a:r>
            <a:r>
              <a:rPr lang="da-DK" i="1" dirty="0"/>
              <a:t>: </a:t>
            </a:r>
            <a:r>
              <a:rPr lang="da-DK" dirty="0" err="1"/>
              <a:t>key</a:t>
            </a:r>
            <a:r>
              <a:rPr lang="da-DK" dirty="0"/>
              <a:t> og IV</a:t>
            </a:r>
          </a:p>
          <a:p>
            <a:r>
              <a:rPr lang="da-DK" i="1" dirty="0" err="1"/>
              <a:t>createCipheriv</a:t>
            </a:r>
            <a:r>
              <a:rPr lang="da-DK" i="1" dirty="0"/>
              <a:t>: </a:t>
            </a:r>
            <a:r>
              <a:rPr lang="da-DK" dirty="0"/>
              <a:t>Lave et </a:t>
            </a:r>
            <a:r>
              <a:rPr lang="da-DK" dirty="0" err="1"/>
              <a:t>cipher</a:t>
            </a:r>
            <a:r>
              <a:rPr lang="da-DK" dirty="0"/>
              <a:t> objekt</a:t>
            </a:r>
          </a:p>
          <a:p>
            <a:r>
              <a:rPr lang="da-DK" i="1" dirty="0"/>
              <a:t>Update: </a:t>
            </a:r>
            <a:r>
              <a:rPr lang="da-DK" dirty="0"/>
              <a:t>Producere krypteret data</a:t>
            </a:r>
          </a:p>
          <a:p>
            <a:r>
              <a:rPr lang="da-DK" i="1" dirty="0" err="1"/>
              <a:t>getAuthTag</a:t>
            </a:r>
            <a:r>
              <a:rPr lang="da-DK" dirty="0"/>
              <a:t>: Authentication Tag</a:t>
            </a:r>
          </a:p>
          <a:p>
            <a:r>
              <a:rPr lang="da-DK" i="1" dirty="0" err="1"/>
              <a:t>toString</a:t>
            </a:r>
            <a:r>
              <a:rPr lang="da-DK" dirty="0"/>
              <a:t>: HEX-konvertering</a:t>
            </a:r>
          </a:p>
          <a:p>
            <a:r>
              <a:rPr lang="da-DK" i="1" dirty="0"/>
              <a:t>final</a:t>
            </a:r>
            <a:r>
              <a:rPr lang="da-DK" dirty="0"/>
              <a:t>: lukker for </a:t>
            </a:r>
            <a:r>
              <a:rPr lang="da-DK" dirty="0" err="1"/>
              <a:t>cipher</a:t>
            </a:r>
            <a:r>
              <a:rPr lang="da-DK" dirty="0"/>
              <a:t> objekt</a:t>
            </a:r>
            <a:endParaRPr lang="da-DK" i="1" dirty="0"/>
          </a:p>
        </p:txBody>
      </p:sp>
    </p:spTree>
    <p:extLst>
      <p:ext uri="{BB962C8B-B14F-4D97-AF65-F5344CB8AC3E}">
        <p14:creationId xmlns:p14="http://schemas.microsoft.com/office/powerpoint/2010/main" val="2456620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7D6F00-AD53-7ED0-372D-B1FB60C1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Øvelser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98D303B-B14F-3912-6C2B-F22E65702F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DA7AE22-2B85-8FE0-984E-268BB7ABF4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0067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55B28A2-3583-40D5-BA0B-8E3BC0D8D9A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1630</TotalTime>
  <Words>403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Office-tema</vt:lpstr>
      <vt:lpstr>Opfølgning på øvelser</vt:lpstr>
      <vt:lpstr>AES-kryptering</vt:lpstr>
      <vt:lpstr>Læringsmål</vt:lpstr>
      <vt:lpstr>Formål</vt:lpstr>
      <vt:lpstr>Hvad er AES?</vt:lpstr>
      <vt:lpstr>Kerckhoffs’ Princip (1883)</vt:lpstr>
      <vt:lpstr>Centrale begreber</vt:lpstr>
      <vt:lpstr>Opbevaring af krypteret data</vt:lpstr>
      <vt:lpstr>AES i Node.js</vt:lpstr>
      <vt:lpstr>Øvelser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2026-03-27T08:55:14Z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