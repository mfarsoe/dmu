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294" r:id="rId5"/>
    <p:sldId id="272" r:id="rId6"/>
    <p:sldId id="291" r:id="rId7"/>
    <p:sldId id="295" r:id="rId8"/>
    <p:sldId id="296" r:id="rId9"/>
    <p:sldId id="298" r:id="rId10"/>
    <p:sldId id="292" r:id="rId11"/>
    <p:sldId id="299" r:id="rId12"/>
    <p:sldId id="301" r:id="rId13"/>
    <p:sldId id="297" r:id="rId14"/>
    <p:sldId id="302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1-30T09:02:21.969" v="10574"/>
      <pc:docMkLst>
        <pc:docMk/>
      </pc:docMkLst>
      <pc:sldChg chg="modSp mod">
        <pc:chgData name="Jesper Buch Poignée" userId="e9c179cb-b07f-48e2-8bc5-99357f35e469" providerId="ADAL" clId="{0FA08CF4-302B-405B-A75E-5DF504EDE4A1}" dt="2026-01-30T04:32:36.981" v="9622" actId="790"/>
        <pc:sldMkLst>
          <pc:docMk/>
          <pc:sldMk cId="0" sldId="272"/>
        </pc:sldMkLst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0" sldId="272"/>
            <ac:spMk id="2" creationId="{00000000-0000-0000-0000-000000000000}"/>
          </ac:spMkLst>
        </pc:spChg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new mod ord modClrScheme chgLayout">
        <pc:chgData name="Jesper Buch Poignée" userId="e9c179cb-b07f-48e2-8bc5-99357f35e469" providerId="ADAL" clId="{0FA08CF4-302B-405B-A75E-5DF504EDE4A1}" dt="2026-01-30T04:32:36.981" v="9622" actId="790"/>
        <pc:sldMkLst>
          <pc:docMk/>
          <pc:sldMk cId="2327020409" sldId="291"/>
        </pc:sldMkLst>
        <pc:spChg chg="mod or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327020409" sldId="291"/>
            <ac:spMk id="2" creationId="{2D2E1249-A669-3487-4431-754D9E423AED}"/>
          </ac:spMkLst>
        </pc:spChg>
        <pc:spChg chg="add mod or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327020409" sldId="291"/>
            <ac:spMk id="6" creationId="{38FBE5EC-F9C9-0D8E-0726-54A0663174B6}"/>
          </ac:spMkLst>
        </pc:spChg>
        <pc:spChg chg="add mod or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327020409" sldId="291"/>
            <ac:spMk id="7" creationId="{7C24316A-3C0C-BD1D-358F-1CD3E86922C5}"/>
          </ac:spMkLst>
        </pc:spChg>
      </pc:sldChg>
      <pc:sldChg chg="addSp delSp modSp new mod ord modClrScheme modShow chgLayout">
        <pc:chgData name="Jesper Buch Poignée" userId="e9c179cb-b07f-48e2-8bc5-99357f35e469" providerId="ADAL" clId="{0FA08CF4-302B-405B-A75E-5DF504EDE4A1}" dt="2026-01-30T08:00:06.023" v="10508"/>
        <pc:sldMkLst>
          <pc:docMk/>
          <pc:sldMk cId="2065908119" sldId="292"/>
        </pc:sldMkLst>
        <pc:spChg chg="mod or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065908119" sldId="292"/>
            <ac:spMk id="2" creationId="{A0FBE220-FA23-1473-FCC4-CF31D5DE4471}"/>
          </ac:spMkLst>
        </pc:spChg>
        <pc:spChg chg="add mod or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065908119" sldId="292"/>
            <ac:spMk id="8" creationId="{C5878B0F-5362-DB63-B5C0-E02EE026E8B5}"/>
          </ac:spMkLst>
        </pc:spChg>
      </pc:sldChg>
      <pc:sldChg chg="addSp modSp add mod ord">
        <pc:chgData name="Jesper Buch Poignée" userId="e9c179cb-b07f-48e2-8bc5-99357f35e469" providerId="ADAL" clId="{0FA08CF4-302B-405B-A75E-5DF504EDE4A1}" dt="2026-01-30T04:32:36.981" v="9622" actId="790"/>
        <pc:sldMkLst>
          <pc:docMk/>
          <pc:sldMk cId="3283819049" sldId="294"/>
        </pc:sldMkLst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3283819049" sldId="294"/>
            <ac:spMk id="2" creationId="{C5CAF038-1DCD-1EF6-A2BB-72B638D35587}"/>
          </ac:spMkLst>
        </pc:spChg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3283819049" sldId="294"/>
            <ac:spMk id="7" creationId="{16AD1EC9-C4BE-231E-D94D-EE9954BD3A64}"/>
          </ac:spMkLst>
        </pc:spChg>
      </pc:sldChg>
      <pc:sldChg chg="modSp new mod modAnim">
        <pc:chgData name="Jesper Buch Poignée" userId="e9c179cb-b07f-48e2-8bc5-99357f35e469" providerId="ADAL" clId="{0FA08CF4-302B-405B-A75E-5DF504EDE4A1}" dt="2026-01-30T08:00:38.551" v="10509"/>
        <pc:sldMkLst>
          <pc:docMk/>
          <pc:sldMk cId="2922894774" sldId="295"/>
        </pc:sldMkLst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922894774" sldId="295"/>
            <ac:spMk id="2" creationId="{B2C28A47-1F3F-2638-6A8A-E9B845D0741E}"/>
          </ac:spMkLst>
        </pc:spChg>
        <pc:spChg chg="mod">
          <ac:chgData name="Jesper Buch Poignée" userId="e9c179cb-b07f-48e2-8bc5-99357f35e469" providerId="ADAL" clId="{0FA08CF4-302B-405B-A75E-5DF504EDE4A1}" dt="2026-01-30T04:58:56.909" v="10163" actId="20577"/>
          <ac:spMkLst>
            <pc:docMk/>
            <pc:sldMk cId="2922894774" sldId="295"/>
            <ac:spMk id="3" creationId="{9D6096F6-2978-F034-7C04-98C632C02404}"/>
          </ac:spMkLst>
        </pc:spChg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922894774" sldId="295"/>
            <ac:spMk id="4" creationId="{69AE2EBE-067E-A03D-4A1C-773B227F5ACE}"/>
          </ac:spMkLst>
        </pc:spChg>
      </pc:sldChg>
      <pc:sldChg chg="addSp modSp new mod modAnim">
        <pc:chgData name="Jesper Buch Poignée" userId="e9c179cb-b07f-48e2-8bc5-99357f35e469" providerId="ADAL" clId="{0FA08CF4-302B-405B-A75E-5DF504EDE4A1}" dt="2026-01-30T08:00:44.459" v="10510"/>
        <pc:sldMkLst>
          <pc:docMk/>
          <pc:sldMk cId="1792258424" sldId="296"/>
        </pc:sldMkLst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1792258424" sldId="296"/>
            <ac:spMk id="2" creationId="{E6107AE8-515D-252D-6CF1-FA8B018BE214}"/>
          </ac:spMkLst>
        </pc:spChg>
        <pc:spChg chg="mod">
          <ac:chgData name="Jesper Buch Poignée" userId="e9c179cb-b07f-48e2-8bc5-99357f35e469" providerId="ADAL" clId="{0FA08CF4-302B-405B-A75E-5DF504EDE4A1}" dt="2026-01-30T05:00:55.480" v="10240" actId="20577"/>
          <ac:spMkLst>
            <pc:docMk/>
            <pc:sldMk cId="1792258424" sldId="296"/>
            <ac:spMk id="3" creationId="{E79F3217-7BDB-E727-8468-D6A9EADC0C9A}"/>
          </ac:spMkLst>
        </pc:spChg>
        <pc:spChg chg="mod">
          <ac:chgData name="Jesper Buch Poignée" userId="e9c179cb-b07f-48e2-8bc5-99357f35e469" providerId="ADAL" clId="{0FA08CF4-302B-405B-A75E-5DF504EDE4A1}" dt="2026-01-30T05:02:05.683" v="10395" actId="20577"/>
          <ac:spMkLst>
            <pc:docMk/>
            <pc:sldMk cId="1792258424" sldId="296"/>
            <ac:spMk id="4" creationId="{1BB4886F-7611-8B0A-C578-C26183A6C4B2}"/>
          </ac:spMkLst>
        </pc:spChg>
      </pc:sldChg>
      <pc:sldChg chg="addSp modSp new mod ord modClrScheme modAnim chgLayout">
        <pc:chgData name="Jesper Buch Poignée" userId="e9c179cb-b07f-48e2-8bc5-99357f35e469" providerId="ADAL" clId="{0FA08CF4-302B-405B-A75E-5DF504EDE4A1}" dt="2026-01-30T08:01:30.634" v="10521"/>
        <pc:sldMkLst>
          <pc:docMk/>
          <pc:sldMk cId="1183785911" sldId="297"/>
        </pc:sldMkLst>
        <pc:spChg chg="mod ord">
          <ac:chgData name="Jesper Buch Poignée" userId="e9c179cb-b07f-48e2-8bc5-99357f35e469" providerId="ADAL" clId="{0FA08CF4-302B-405B-A75E-5DF504EDE4A1}" dt="2026-01-30T04:50:39.655" v="9935" actId="700"/>
          <ac:spMkLst>
            <pc:docMk/>
            <pc:sldMk cId="1183785911" sldId="297"/>
            <ac:spMk id="2" creationId="{C6F706B8-2574-8E0C-B706-75C3C9F35028}"/>
          </ac:spMkLst>
        </pc:spChg>
        <pc:spChg chg="mod ord">
          <ac:chgData name="Jesper Buch Poignée" userId="e9c179cb-b07f-48e2-8bc5-99357f35e469" providerId="ADAL" clId="{0FA08CF4-302B-405B-A75E-5DF504EDE4A1}" dt="2026-01-30T08:01:21.863" v="10515" actId="5793"/>
          <ac:spMkLst>
            <pc:docMk/>
            <pc:sldMk cId="1183785911" sldId="297"/>
            <ac:spMk id="3" creationId="{B75BEB53-426B-BD15-DF39-FB970EA9BCED}"/>
          </ac:spMkLst>
        </pc:spChg>
        <pc:spChg chg="add mod ord">
          <ac:chgData name="Jesper Buch Poignée" userId="e9c179cb-b07f-48e2-8bc5-99357f35e469" providerId="ADAL" clId="{0FA08CF4-302B-405B-A75E-5DF504EDE4A1}" dt="2026-01-30T08:01:25.031" v="10520" actId="5793"/>
          <ac:spMkLst>
            <pc:docMk/>
            <pc:sldMk cId="1183785911" sldId="297"/>
            <ac:spMk id="4" creationId="{1343EAD2-395A-B299-D1D2-C97491BD1E3B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1-30T07:59:49.857" v="10506" actId="1440"/>
        <pc:sldMkLst>
          <pc:docMk/>
          <pc:sldMk cId="4124895878" sldId="298"/>
        </pc:sldMkLst>
        <pc:spChg chg="add 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4124895878" sldId="298"/>
            <ac:spMk id="6" creationId="{65515EF6-C6A8-D247-36A6-D6112A5BFE56}"/>
          </ac:spMkLst>
        </pc:spChg>
        <pc:spChg chg="add 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4124895878" sldId="298"/>
            <ac:spMk id="10" creationId="{3BF859CB-8DBC-42D9-E987-C85BAC84BF74}"/>
          </ac:spMkLst>
        </pc:spChg>
        <pc:spChg chg="add mod">
          <ac:chgData name="Jesper Buch Poignée" userId="e9c179cb-b07f-48e2-8bc5-99357f35e469" providerId="ADAL" clId="{0FA08CF4-302B-405B-A75E-5DF504EDE4A1}" dt="2026-01-30T07:59:34.698" v="10505" actId="114"/>
          <ac:spMkLst>
            <pc:docMk/>
            <pc:sldMk cId="4124895878" sldId="298"/>
            <ac:spMk id="12" creationId="{0C5340B6-0B6E-E59F-B33F-4421F8719755}"/>
          </ac:spMkLst>
        </pc:spChg>
        <pc:picChg chg="add mod">
          <ac:chgData name="Jesper Buch Poignée" userId="e9c179cb-b07f-48e2-8bc5-99357f35e469" providerId="ADAL" clId="{0FA08CF4-302B-405B-A75E-5DF504EDE4A1}" dt="2026-01-30T07:59:49.857" v="10506" actId="1440"/>
          <ac:picMkLst>
            <pc:docMk/>
            <pc:sldMk cId="4124895878" sldId="298"/>
            <ac:picMk id="5" creationId="{4B419082-0E37-4F33-6208-BA81C05ED491}"/>
          </ac:picMkLst>
        </pc:picChg>
      </pc:sldChg>
      <pc:sldChg chg="modSp add mod modAnim">
        <pc:chgData name="Jesper Buch Poignée" userId="e9c179cb-b07f-48e2-8bc5-99357f35e469" providerId="ADAL" clId="{0FA08CF4-302B-405B-A75E-5DF504EDE4A1}" dt="2026-01-30T04:32:36.981" v="9622" actId="790"/>
        <pc:sldMkLst>
          <pc:docMk/>
          <pc:sldMk cId="3150938156" sldId="299"/>
        </pc:sldMkLst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3150938156" sldId="299"/>
            <ac:spMk id="2" creationId="{D1F8E391-6CEC-7678-CA78-23B2B8BB4E61}"/>
          </ac:spMkLst>
        </pc:spChg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3150938156" sldId="299"/>
            <ac:spMk id="3" creationId="{6B124113-B17D-3208-E9B8-068D2CCCDF4D}"/>
          </ac:spMkLst>
        </pc:spChg>
      </pc:sldChg>
      <pc:sldChg chg="modSp new mod">
        <pc:chgData name="Jesper Buch Poignée" userId="e9c179cb-b07f-48e2-8bc5-99357f35e469" providerId="ADAL" clId="{0FA08CF4-302B-405B-A75E-5DF504EDE4A1}" dt="2026-01-30T04:43:14.960" v="9794" actId="20577"/>
        <pc:sldMkLst>
          <pc:docMk/>
          <pc:sldMk cId="2669914420" sldId="301"/>
        </pc:sldMkLst>
        <pc:spChg chg="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2669914420" sldId="301"/>
            <ac:spMk id="2" creationId="{39DD153E-D3B7-91C5-9023-E5A7E278F886}"/>
          </ac:spMkLst>
        </pc:spChg>
        <pc:spChg chg="mod">
          <ac:chgData name="Jesper Buch Poignée" userId="e9c179cb-b07f-48e2-8bc5-99357f35e469" providerId="ADAL" clId="{0FA08CF4-302B-405B-A75E-5DF504EDE4A1}" dt="2026-01-30T04:43:14.960" v="9794" actId="20577"/>
          <ac:spMkLst>
            <pc:docMk/>
            <pc:sldMk cId="2669914420" sldId="301"/>
            <ac:spMk id="3" creationId="{1FF15967-5C6C-D705-92B0-2E57DEB9ADAF}"/>
          </ac:spMkLst>
        </pc:spChg>
      </pc:sldChg>
      <pc:sldChg chg="addSp delSp modSp add mod ord modClrScheme modAnim chgLayout">
        <pc:chgData name="Jesper Buch Poignée" userId="e9c179cb-b07f-48e2-8bc5-99357f35e469" providerId="ADAL" clId="{0FA08CF4-302B-405B-A75E-5DF504EDE4A1}" dt="2026-01-30T09:02:21.969" v="10574"/>
        <pc:sldMkLst>
          <pc:docMk/>
          <pc:sldMk cId="371919747" sldId="302"/>
        </pc:sldMkLst>
        <pc:spChg chg="mod ord">
          <ac:chgData name="Jesper Buch Poignée" userId="e9c179cb-b07f-48e2-8bc5-99357f35e469" providerId="ADAL" clId="{0FA08CF4-302B-405B-A75E-5DF504EDE4A1}" dt="2026-01-30T04:40:45.072" v="9765" actId="20577"/>
          <ac:spMkLst>
            <pc:docMk/>
            <pc:sldMk cId="371919747" sldId="302"/>
            <ac:spMk id="2" creationId="{B177BA6E-61A3-05A5-8743-5DE3E5BD0612}"/>
          </ac:spMkLst>
        </pc:spChg>
        <pc:spChg chg="add mod">
          <ac:chgData name="Jesper Buch Poignée" userId="e9c179cb-b07f-48e2-8bc5-99357f35e469" providerId="ADAL" clId="{0FA08CF4-302B-405B-A75E-5DF504EDE4A1}" dt="2026-01-30T04:32:36.981" v="9622" actId="790"/>
          <ac:spMkLst>
            <pc:docMk/>
            <pc:sldMk cId="371919747" sldId="302"/>
            <ac:spMk id="3" creationId="{EED87F89-0DBB-A4BD-0109-80C4E161D207}"/>
          </ac:spMkLst>
        </pc:spChg>
        <pc:graphicFrameChg chg="add mod ord modGraphic">
          <ac:chgData name="Jesper Buch Poignée" userId="e9c179cb-b07f-48e2-8bc5-99357f35e469" providerId="ADAL" clId="{0FA08CF4-302B-405B-A75E-5DF504EDE4A1}" dt="2026-01-30T04:43:53.194" v="9802" actId="1076"/>
          <ac:graphicFrameMkLst>
            <pc:docMk/>
            <pc:sldMk cId="371919747" sldId="302"/>
            <ac:graphicFrameMk id="7" creationId="{680DEC78-F2C2-6B60-FD93-4A721E94C34A}"/>
          </ac:graphicFrameMkLst>
        </pc:graphicFrameChg>
        <pc:picChg chg="add del mod">
          <ac:chgData name="Jesper Buch Poignée" userId="e9c179cb-b07f-48e2-8bc5-99357f35e469" providerId="ADAL" clId="{0FA08CF4-302B-405B-A75E-5DF504EDE4A1}" dt="2026-01-30T04:43:47.757" v="9801" actId="1076"/>
          <ac:picMkLst>
            <pc:docMk/>
            <pc:sldMk cId="371919747" sldId="302"/>
            <ac:picMk id="9" creationId="{8A579E0C-2E0E-A48D-705C-2A7E5DE8A489}"/>
          </ac:picMkLst>
        </pc:picChg>
        <pc:picChg chg="mod">
          <ac:chgData name="Jesper Buch Poignée" userId="e9c179cb-b07f-48e2-8bc5-99357f35e469" providerId="ADAL" clId="{0FA08CF4-302B-405B-A75E-5DF504EDE4A1}" dt="2026-01-30T04:31:47.624" v="9596" actId="26606"/>
          <ac:picMkLst>
            <pc:docMk/>
            <pc:sldMk cId="371919747" sldId="302"/>
            <ac:picMk id="1026" creationId="{84DA80E0-0901-D677-94C5-209CA0071EF8}"/>
          </ac:picMkLst>
        </pc:picChg>
      </pc:sldChg>
      <pc:sldChg chg="addSp modSp add mod">
        <pc:chgData name="Jesper Buch Poignée" userId="e9c179cb-b07f-48e2-8bc5-99357f35e469" providerId="ADAL" clId="{0FA08CF4-302B-405B-A75E-5DF504EDE4A1}" dt="2026-01-30T04:50:17.338" v="9930" actId="1076"/>
        <pc:sldMkLst>
          <pc:docMk/>
          <pc:sldMk cId="1691760177" sldId="303"/>
        </pc:sldMkLst>
        <pc:spChg chg="mod">
          <ac:chgData name="Jesper Buch Poignée" userId="e9c179cb-b07f-48e2-8bc5-99357f35e469" providerId="ADAL" clId="{0FA08CF4-302B-405B-A75E-5DF504EDE4A1}" dt="2026-01-30T04:49:21.272" v="9910" actId="20577"/>
          <ac:spMkLst>
            <pc:docMk/>
            <pc:sldMk cId="1691760177" sldId="303"/>
            <ac:spMk id="2" creationId="{4AFFEE30-4DC9-2067-51C3-03F7E6CE4305}"/>
          </ac:spMkLst>
        </pc:spChg>
        <pc:spChg chg="mod">
          <ac:chgData name="Jesper Buch Poignée" userId="e9c179cb-b07f-48e2-8bc5-99357f35e469" providerId="ADAL" clId="{0FA08CF4-302B-405B-A75E-5DF504EDE4A1}" dt="2026-01-30T04:48:57.659" v="9873" actId="6549"/>
          <ac:spMkLst>
            <pc:docMk/>
            <pc:sldMk cId="1691760177" sldId="303"/>
            <ac:spMk id="3" creationId="{7000A286-10C4-39C0-1194-3DD72A620D20}"/>
          </ac:spMkLst>
        </pc:spChg>
        <pc:spChg chg="add mod">
          <ac:chgData name="Jesper Buch Poignée" userId="e9c179cb-b07f-48e2-8bc5-99357f35e469" providerId="ADAL" clId="{0FA08CF4-302B-405B-A75E-5DF504EDE4A1}" dt="2026-01-30T04:50:17.338" v="9930" actId="1076"/>
          <ac:spMkLst>
            <pc:docMk/>
            <pc:sldMk cId="1691760177" sldId="303"/>
            <ac:spMk id="4" creationId="{E5A4C0AA-0B07-C1D2-81C2-4FCE804AC834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1-30T08:02:13.585" v="10572" actId="700"/>
        <pc:sldMkLst>
          <pc:docMk/>
          <pc:sldMk cId="3470648716" sldId="304"/>
        </pc:sldMkLst>
        <pc:spChg chg="mod ord">
          <ac:chgData name="Jesper Buch Poignée" userId="e9c179cb-b07f-48e2-8bc5-99357f35e469" providerId="ADAL" clId="{0FA08CF4-302B-405B-A75E-5DF504EDE4A1}" dt="2026-01-30T08:02:13.585" v="10572" actId="700"/>
          <ac:spMkLst>
            <pc:docMk/>
            <pc:sldMk cId="3470648716" sldId="304"/>
            <ac:spMk id="2" creationId="{94897D4E-FB15-8FCE-0B60-DC5FC3412552}"/>
          </ac:spMkLst>
        </pc:spChg>
        <pc:spChg chg="add mod ord">
          <ac:chgData name="Jesper Buch Poignée" userId="e9c179cb-b07f-48e2-8bc5-99357f35e469" providerId="ADAL" clId="{0FA08CF4-302B-405B-A75E-5DF504EDE4A1}" dt="2026-01-30T08:02:13.585" v="10572" actId="700"/>
          <ac:spMkLst>
            <pc:docMk/>
            <pc:sldMk cId="3470648716" sldId="304"/>
            <ac:spMk id="5" creationId="{E0CE8FB2-98ED-13DD-24F7-A79C0AFEEEEF}"/>
          </ac:spMkLst>
        </pc:spChg>
      </pc:sldChg>
    </pc:docChg>
  </pc:docChgLst>
  <pc:docChgLst>
    <pc:chgData name="Trine Nørholt Brødsgaard Hansen" userId="S::trije01@eamv.dk::1fa9aab0-b870-4f6c-95b5-0dd2f83cfbca" providerId="AD" clId="Web-{B9A84291-7AC6-9841-0F6D-97C2FC123E90}"/>
    <pc:docChg chg="addSld delSld">
      <pc:chgData name="Trine Nørholt Brødsgaard Hansen" userId="S::trije01@eamv.dk::1fa9aab0-b870-4f6c-95b5-0dd2f83cfbca" providerId="AD" clId="Web-{B9A84291-7AC6-9841-0F6D-97C2FC123E90}" dt="2026-01-29T13:41:51.174" v="1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2/15/2026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2/15/2026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2/15/2026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‹#›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amsik.dk/publikationer/cybertrusle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ase.checkpoint.com/blog/news/colonial-pipeline-the-ransomware-task-force-and-your-business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sa.gov/known-exploited-vulnerabilities-catalo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3B9B-7075-36F7-7BCA-208144F5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AF038-1DCD-1EF6-A2BB-72B638D3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Øvelse: Identificere og analysere trusler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16AD1EC9-C4BE-231E-D94D-EE9954BD3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noProof="0"/>
              <a:t>Tag udgangspunkt i </a:t>
            </a:r>
            <a:r>
              <a:rPr lang="da-DK" i="1" noProof="0"/>
              <a:t>The </a:t>
            </a:r>
            <a:r>
              <a:rPr lang="da-DK" i="1" noProof="0" err="1"/>
              <a:t>Colonial</a:t>
            </a:r>
            <a:r>
              <a:rPr lang="da-DK" i="1" noProof="0"/>
              <a:t> Pipeline </a:t>
            </a:r>
            <a:r>
              <a:rPr lang="da-DK" i="1" noProof="0" err="1"/>
              <a:t>Cyberattack</a:t>
            </a:r>
            <a:r>
              <a:rPr lang="da-DK" i="1" noProof="0"/>
              <a:t> </a:t>
            </a:r>
            <a:r>
              <a:rPr lang="da-DK" noProof="0"/>
              <a:t>fra 2021 eller et angreb efter eget valg.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/>
              <a:t>Find troværdige kilder med information om angrebet. 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/>
              <a:t>Forklar sårbarheden.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/>
              <a:t>Beskriv truslen og formålet med angrebet.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/>
              <a:t>Forklar sårbarheden blev udnyttet.</a:t>
            </a:r>
          </a:p>
        </p:txBody>
      </p:sp>
    </p:spTree>
    <p:extLst>
      <p:ext uri="{BB962C8B-B14F-4D97-AF65-F5344CB8AC3E}">
        <p14:creationId xmlns:p14="http://schemas.microsoft.com/office/powerpoint/2010/main" val="3283819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/>
              <a:t>Trusselsbilledet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noProof="0"/>
              <a:t>Pedersen og Vandrup, kapitel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E1249-A669-3487-4431-754D9E42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Trusselsbilledet 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8FBE5EC-F9C9-0D8E-0726-54A0663174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b="1" noProof="0"/>
              <a:t>Definition</a:t>
            </a:r>
            <a:r>
              <a:rPr lang="da-DK" noProof="0"/>
              <a:t>: Helheden af de trusler, som truer en nation, en virksomhed eller et it-system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7C24316A-3C0C-BD1D-358F-1CD3E86922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/>
              <a:t>Emner i trusselsbilledet</a:t>
            </a:r>
            <a:r>
              <a:rPr lang="da-DK" noProof="0"/>
              <a:t>:</a:t>
            </a:r>
          </a:p>
          <a:p>
            <a:r>
              <a:rPr lang="da-DK" noProof="0"/>
              <a:t>Hvad er trusselsniveauet for hver trusselsaktør?</a:t>
            </a:r>
          </a:p>
          <a:p>
            <a:r>
              <a:rPr lang="da-DK" noProof="0"/>
              <a:t>Hvilke angrebstyper er udbredte for tiden?</a:t>
            </a:r>
          </a:p>
        </p:txBody>
      </p:sp>
    </p:spTree>
    <p:extLst>
      <p:ext uri="{BB962C8B-B14F-4D97-AF65-F5344CB8AC3E}">
        <p14:creationId xmlns:p14="http://schemas.microsoft.com/office/powerpoint/2010/main" val="232702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28A47-1F3F-2638-6A8A-E9B845D0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Angrebsflade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6096F6-2978-F034-7C04-98C632C024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/>
              <a:t>Definition</a:t>
            </a:r>
            <a:r>
              <a:rPr lang="da-DK" noProof="0"/>
              <a:t>: De steder (systemer og komponenter) som en trussel kan ramme</a:t>
            </a:r>
          </a:p>
          <a:p>
            <a:pPr marL="0" indent="0">
              <a:buNone/>
            </a:pPr>
            <a:endParaRPr lang="da-DK" noProof="0"/>
          </a:p>
          <a:p>
            <a:pPr marL="0" indent="0">
              <a:buNone/>
            </a:pPr>
            <a:r>
              <a:rPr lang="da-DK" noProof="0"/>
              <a:t>Intentionelle trusler søger efter sårbarheder i angrebsfladerne. Det er altså de potentielle svagheder.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9AE2EBE-067E-A03D-4A1C-773B227F5A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/>
              <a:t>Eksempler</a:t>
            </a:r>
            <a:r>
              <a:rPr lang="da-DK" noProof="0"/>
              <a:t>:</a:t>
            </a:r>
          </a:p>
          <a:p>
            <a:r>
              <a:rPr lang="da-DK" noProof="0"/>
              <a:t>E-mailservere</a:t>
            </a:r>
          </a:p>
          <a:p>
            <a:r>
              <a:rPr lang="da-DK" noProof="0"/>
              <a:t>Konti på sociale medier</a:t>
            </a:r>
          </a:p>
          <a:p>
            <a:r>
              <a:rPr lang="da-DK" noProof="0"/>
              <a:t>Hjemmesider</a:t>
            </a:r>
          </a:p>
          <a:p>
            <a:r>
              <a:rPr lang="da-DK" noProof="0"/>
              <a:t>Virksomhedsnetværk (VPN)</a:t>
            </a:r>
          </a:p>
        </p:txBody>
      </p:sp>
    </p:spTree>
    <p:extLst>
      <p:ext uri="{BB962C8B-B14F-4D97-AF65-F5344CB8AC3E}">
        <p14:creationId xmlns:p14="http://schemas.microsoft.com/office/powerpoint/2010/main" val="29228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07AE8-515D-252D-6CF1-FA8B018B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Angrebsvektor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9F3217-7BDB-E727-8468-D6A9EADC0C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/>
              <a:t>Definition</a:t>
            </a:r>
            <a:r>
              <a:rPr lang="da-DK" noProof="0"/>
              <a:t>: Konkret metode til at trænge ind</a:t>
            </a:r>
            <a:r>
              <a:rPr lang="da-DK"/>
              <a:t> via tekniske eller organisatoriske sårbarheder</a:t>
            </a:r>
            <a:endParaRPr lang="da-DK" noProof="0"/>
          </a:p>
          <a:p>
            <a:pPr marL="0" indent="0">
              <a:buNone/>
            </a:pPr>
            <a:endParaRPr lang="da-DK" noProof="0"/>
          </a:p>
          <a:p>
            <a:pPr marL="0" indent="0">
              <a:buNone/>
            </a:pPr>
            <a:r>
              <a:rPr lang="da-DK" noProof="0"/>
              <a:t>Vektor: Kan være flere sårbarheder i sammenhæng. Det er den faktiske vej, angriberen vælger for at få adgang.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BB4886F-7611-8B0A-C578-C26183A6C4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/>
              <a:t>Eksempler</a:t>
            </a:r>
            <a:r>
              <a:rPr lang="da-DK" noProof="0"/>
              <a:t>:</a:t>
            </a:r>
          </a:p>
          <a:p>
            <a:r>
              <a:rPr lang="da-DK" noProof="0"/>
              <a:t>Kompromitteret adgangskode bruges til at få adgang til et netværk via VPN og dermed udføre det faktiske angreb</a:t>
            </a:r>
          </a:p>
          <a:p>
            <a:r>
              <a:rPr lang="da-DK" noProof="0"/>
              <a:t>Udnytte programfejl til skaffe eller slette informationer</a:t>
            </a:r>
          </a:p>
        </p:txBody>
      </p:sp>
    </p:spTree>
    <p:extLst>
      <p:ext uri="{BB962C8B-B14F-4D97-AF65-F5344CB8AC3E}">
        <p14:creationId xmlns:p14="http://schemas.microsoft.com/office/powerpoint/2010/main" val="179225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BF859CB-8DBC-42D9-E987-C85BAC84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/>
          <a:lstStyle/>
          <a:p>
            <a:r>
              <a:rPr lang="da-DK" noProof="0"/>
              <a:t>Det aktuelle trusselsbillede</a:t>
            </a:r>
          </a:p>
        </p:txBody>
      </p:sp>
      <p:pic>
        <p:nvPicPr>
          <p:cNvPr id="5" name="Billede 4" descr="Et billede, der indeholder tekst, sky, skærmbillede, plakat&#10;&#10;AI-genereret indhold kan være ukorrekt.">
            <a:extLst>
              <a:ext uri="{FF2B5EF4-FFF2-40B4-BE49-F238E27FC236}">
                <a16:creationId xmlns:a16="http://schemas.microsoft.com/office/drawing/2014/main" id="{4B419082-0E37-4F33-6208-BA81C05E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65200"/>
            <a:ext cx="3070708" cy="43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5340B6-0B6E-E59F-B33F-4421F8719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2504" y="1465201"/>
            <a:ext cx="7549896" cy="4340225"/>
          </a:xfrm>
        </p:spPr>
        <p:txBody>
          <a:bodyPr/>
          <a:lstStyle/>
          <a:p>
            <a:pPr marL="0" indent="0">
              <a:buNone/>
            </a:pPr>
            <a:r>
              <a:rPr lang="da-DK" sz="2000" noProof="0"/>
              <a:t>Styrelsen for Samfundssikkerhed, november 2025:</a:t>
            </a:r>
          </a:p>
          <a:p>
            <a:pPr marL="0" indent="0">
              <a:buNone/>
            </a:pPr>
            <a:r>
              <a:rPr lang="da-DK" sz="2000" i="1" noProof="0"/>
              <a:t>Danmark står over for det mest alvorlige risiko- og trusselsbillede siden anden verdenskrig. Det gælder ikke mindst i forhold til truslen fra </a:t>
            </a:r>
            <a:r>
              <a:rPr lang="da-DK" sz="2000" i="1" noProof="0" err="1"/>
              <a:t>cyberangreb</a:t>
            </a:r>
            <a:r>
              <a:rPr lang="da-DK" sz="2000" i="1" noProof="0"/>
              <a:t>, som har været stigende siden Ruslands invasion af Ukraine i 2022. </a:t>
            </a:r>
            <a:r>
              <a:rPr lang="da-DK" sz="2000" i="1" noProof="0" err="1"/>
              <a:t>Cybertruslen</a:t>
            </a:r>
            <a:r>
              <a:rPr lang="da-DK" sz="2000" i="1" noProof="0"/>
              <a:t> mod Danmark er alvorlig. Danske myndigheder, virksomheder og borgere udsættes dagligt for </a:t>
            </a:r>
            <a:r>
              <a:rPr lang="da-DK" sz="2000" i="1" noProof="0" err="1"/>
              <a:t>cyberangreb</a:t>
            </a:r>
            <a:r>
              <a:rPr lang="da-DK" sz="2000" i="1" noProof="0"/>
              <a:t>. Angrebene kommer fra både statslige og ikke-statslige aktører.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65515EF6-C6A8-D247-36A6-D6112A5BFE56}"/>
              </a:ext>
            </a:extLst>
          </p:cNvPr>
          <p:cNvSpPr txBox="1"/>
          <p:nvPr/>
        </p:nvSpPr>
        <p:spPr>
          <a:xfrm>
            <a:off x="609600" y="6299447"/>
            <a:ext cx="3595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noProof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https://samsik.dk/publikationer/cybertruslen/</a:t>
            </a:r>
            <a:r>
              <a:rPr lang="da-DK" sz="1400" noProof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489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BE220-FA23-1473-FCC4-CF31D5DE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Angrebstyper</a:t>
            </a:r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C5878B0F-5362-DB63-B5C0-E02EE026E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err="1"/>
              <a:t>Ransomware</a:t>
            </a:r>
            <a:endParaRPr lang="da-DK" noProof="0"/>
          </a:p>
          <a:p>
            <a:r>
              <a:rPr lang="da-DK" noProof="0"/>
              <a:t>Datatyveri</a:t>
            </a:r>
          </a:p>
          <a:p>
            <a:r>
              <a:rPr lang="da-DK" noProof="0"/>
              <a:t>Digital svindel</a:t>
            </a:r>
          </a:p>
          <a:p>
            <a:r>
              <a:rPr lang="da-DK" noProof="0"/>
              <a:t>Manipulation af operationel teknologi</a:t>
            </a:r>
          </a:p>
          <a:p>
            <a:r>
              <a:rPr lang="da-DK" noProof="0" err="1"/>
              <a:t>Wiper</a:t>
            </a:r>
            <a:r>
              <a:rPr lang="da-DK" noProof="0"/>
              <a:t>-angreb</a:t>
            </a:r>
          </a:p>
          <a:p>
            <a:r>
              <a:rPr lang="da-DK" noProof="0" err="1"/>
              <a:t>DDoS</a:t>
            </a:r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06590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DB1D-9A13-3A80-49D7-B5494E38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8E391-6CEC-7678-CA78-23B2B8BB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err="1"/>
              <a:t>Ransomware</a:t>
            </a:r>
            <a:r>
              <a:rPr lang="da-DK" noProof="0"/>
              <a:t> trusler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124113-B17D-3208-E9B8-068D2CCCD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noProof="0"/>
              <a:t>Hvem</a:t>
            </a:r>
            <a:r>
              <a:rPr lang="da-DK" noProof="0"/>
              <a:t>: Primært kriminelle hackergrupper</a:t>
            </a:r>
          </a:p>
          <a:p>
            <a:r>
              <a:rPr lang="da-DK" b="1" noProof="0"/>
              <a:t>Mål</a:t>
            </a:r>
            <a:r>
              <a:rPr lang="da-DK" noProof="0"/>
              <a:t>: Organisationer i Danmark og udlandet </a:t>
            </a:r>
          </a:p>
          <a:p>
            <a:r>
              <a:rPr lang="da-DK" b="1" noProof="0"/>
              <a:t>Formål</a:t>
            </a:r>
            <a:r>
              <a:rPr lang="da-DK" noProof="0"/>
              <a:t>: At kryptere (med malware) it-systemer og data, der er kritisk for offerets drift, og derefter afkræve en løsesum (</a:t>
            </a:r>
            <a:r>
              <a:rPr lang="da-DK" i="1" noProof="0" err="1"/>
              <a:t>ransom</a:t>
            </a:r>
            <a:r>
              <a:rPr lang="da-DK" noProof="0"/>
              <a:t>) for at gøre dem tilgængelige igen. </a:t>
            </a:r>
          </a:p>
          <a:p>
            <a:r>
              <a:rPr lang="da-DK" b="1" noProof="0"/>
              <a:t>Metode</a:t>
            </a:r>
            <a:r>
              <a:rPr lang="da-DK" noProof="0"/>
              <a:t>: Data kan gendannes via dekryptering med den rette dekrypteringsnøgle. </a:t>
            </a:r>
            <a:r>
              <a:rPr lang="da-DK" noProof="0" err="1"/>
              <a:t>Ransomware</a:t>
            </a:r>
            <a:r>
              <a:rPr lang="da-DK" noProof="0"/>
              <a:t>-angreb adskiller sig fra </a:t>
            </a:r>
            <a:r>
              <a:rPr lang="da-DK" noProof="0" err="1"/>
              <a:t>wiper</a:t>
            </a:r>
            <a:r>
              <a:rPr lang="da-DK" noProof="0"/>
              <a:t>-angreb, hvor data slettes permanent. 	</a:t>
            </a:r>
          </a:p>
        </p:txBody>
      </p:sp>
    </p:spTree>
    <p:extLst>
      <p:ext uri="{BB962C8B-B14F-4D97-AF65-F5344CB8AC3E}">
        <p14:creationId xmlns:p14="http://schemas.microsoft.com/office/powerpoint/2010/main" val="315093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D153E-D3B7-91C5-9023-E5A7E27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err="1"/>
              <a:t>Ransomware</a:t>
            </a:r>
            <a:r>
              <a:rPr lang="da-DK" noProof="0"/>
              <a:t> konsekvenser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FF15967-5C6C-D705-92B0-2E57DEB9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/>
              <a:t>Udgifter til hændelseshåndtering </a:t>
            </a:r>
          </a:p>
          <a:p>
            <a:r>
              <a:rPr lang="da-DK" noProof="0"/>
              <a:t>Genopretning af systemer</a:t>
            </a:r>
          </a:p>
          <a:p>
            <a:r>
              <a:rPr lang="da-DK" noProof="0"/>
              <a:t>Driftsforstyrrelser </a:t>
            </a:r>
          </a:p>
          <a:p>
            <a:r>
              <a:rPr lang="da-DK" noProof="0"/>
              <a:t>Tab af tillid hos virksomheders kunder</a:t>
            </a:r>
          </a:p>
          <a:p>
            <a:r>
              <a:rPr lang="da-DK" noProof="0"/>
              <a:t>Samfundsvigtige funktioner (energi- eller teleselskab)</a:t>
            </a:r>
          </a:p>
        </p:txBody>
      </p:sp>
    </p:spTree>
    <p:extLst>
      <p:ext uri="{BB962C8B-B14F-4D97-AF65-F5344CB8AC3E}">
        <p14:creationId xmlns:p14="http://schemas.microsoft.com/office/powerpoint/2010/main" val="266991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F706B8-2574-8E0C-B706-75C3C9F3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err="1"/>
              <a:t>Ransomware</a:t>
            </a:r>
            <a:r>
              <a:rPr lang="da-DK" noProof="0"/>
              <a:t> angrebsflade og -vektor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75BEB53-426B-BD15-DF39-FB970EA9BC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/>
              <a:t>Angrebsflader</a:t>
            </a:r>
            <a:r>
              <a:rPr lang="da-DK"/>
              <a:t>: </a:t>
            </a:r>
          </a:p>
          <a:p>
            <a:r>
              <a:rPr lang="da-DK"/>
              <a:t>Virksomhedsnetværk (VPN)</a:t>
            </a:r>
          </a:p>
          <a:p>
            <a:r>
              <a:rPr lang="da-DK"/>
              <a:t>Hjemmesider</a:t>
            </a:r>
          </a:p>
          <a:p>
            <a:r>
              <a:rPr lang="da-DK"/>
              <a:t>…</a:t>
            </a:r>
          </a:p>
          <a:p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343EAD2-395A-B299-D1D2-C97491BD1E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/>
              <a:t>Angrebsvektorer</a:t>
            </a:r>
            <a:r>
              <a:rPr lang="da-DK"/>
              <a:t>:</a:t>
            </a:r>
          </a:p>
          <a:p>
            <a:r>
              <a:rPr lang="da-DK"/>
              <a:t>Købte adgangskoder eller adgangskoder opnået ved </a:t>
            </a:r>
            <a:r>
              <a:rPr lang="da-DK" i="1" err="1"/>
              <a:t>brute</a:t>
            </a:r>
            <a:r>
              <a:rPr lang="da-DK" i="1"/>
              <a:t> force </a:t>
            </a:r>
            <a:r>
              <a:rPr lang="da-DK"/>
              <a:t>bruges til at skaffe adgang til VPN.</a:t>
            </a:r>
          </a:p>
          <a:p>
            <a:r>
              <a:rPr lang="da-DK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8378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CFF5-13EC-9669-E315-5C1FBD7C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7BA6E-61A3-05A5-8743-5DE3E5BD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da-DK" noProof="0" err="1"/>
              <a:t>Ransomware</a:t>
            </a:r>
            <a:r>
              <a:rPr lang="da-DK" noProof="0"/>
              <a:t> eksempler</a:t>
            </a:r>
          </a:p>
        </p:txBody>
      </p:sp>
      <p:graphicFrame>
        <p:nvGraphicFramePr>
          <p:cNvPr id="7" name="Pladsholder til indhold 6">
            <a:extLst>
              <a:ext uri="{FF2B5EF4-FFF2-40B4-BE49-F238E27FC236}">
                <a16:creationId xmlns:a16="http://schemas.microsoft.com/office/drawing/2014/main" id="{680DEC78-F2C2-6B60-FD93-4A721E94C3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90897942"/>
              </p:ext>
            </p:extLst>
          </p:nvPr>
        </p:nvGraphicFramePr>
        <p:xfrm>
          <a:off x="6197601" y="1412659"/>
          <a:ext cx="5384799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3632">
                  <a:extLst>
                    <a:ext uri="{9D8B030D-6E8A-4147-A177-3AD203B41FA5}">
                      <a16:colId xmlns:a16="http://schemas.microsoft.com/office/drawing/2014/main" val="1372595359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648426775"/>
                    </a:ext>
                  </a:extLst>
                </a:gridCol>
                <a:gridCol w="3297935">
                  <a:extLst>
                    <a:ext uri="{9D8B030D-6E8A-4147-A177-3AD203B41FA5}">
                      <a16:colId xmlns:a16="http://schemas.microsoft.com/office/drawing/2014/main" val="1832408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Sårbarhed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54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err="1"/>
                        <a:t>LockBit</a:t>
                      </a:r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8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RaaS</a:t>
                      </a:r>
                      <a:r>
                        <a:rPr lang="da-DK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udnytter flere sårbarheder.</a:t>
                      </a:r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03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Akira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VPN uden MFA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59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err="1"/>
                        <a:t>RansomHub</a:t>
                      </a:r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err="1"/>
                        <a:t>RaaS</a:t>
                      </a:r>
                      <a:r>
                        <a:rPr lang="da-DK"/>
                        <a:t> udnytter flere sårbarheder.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85631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84DA80E0-0901-D677-94C5-209CA0071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1851598"/>
            <a:ext cx="5384800" cy="35674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EED87F89-0DBB-A4BD-0109-80C4E161D207}"/>
              </a:ext>
            </a:extLst>
          </p:cNvPr>
          <p:cNvSpPr txBox="1"/>
          <p:nvPr/>
        </p:nvSpPr>
        <p:spPr>
          <a:xfrm>
            <a:off x="609600" y="6270134"/>
            <a:ext cx="7859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noProof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https://sase.checkpoint.com/blog/news/colonial-pipeline-the-ransomware-task-force-and-your-business</a:t>
            </a:r>
            <a:r>
              <a:rPr lang="da-DK" sz="1400" noProof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9" name="Billede 8" descr="Et billede, der indeholder tekst, skærmbillede, Font/skrifttype, dokument&#10;&#10;AI-genereret indhold kan være ukorrekt.">
            <a:extLst>
              <a:ext uri="{FF2B5EF4-FFF2-40B4-BE49-F238E27FC236}">
                <a16:creationId xmlns:a16="http://schemas.microsoft.com/office/drawing/2014/main" id="{8A579E0C-2E0E-A48D-705C-2A7E5DE8A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1" y="3172176"/>
            <a:ext cx="5384799" cy="2705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91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6432-67B3-8024-A04A-5386AC96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FEE30-4DC9-2067-51C3-03F7E6CE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Aktuelle, globale sårbarheder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00A286-10C4-39C0-1194-3DD72A620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Det amerikanske agentur for </a:t>
            </a:r>
            <a:r>
              <a:rPr lang="da-DK" err="1"/>
              <a:t>cyber</a:t>
            </a:r>
            <a:r>
              <a:rPr lang="da-DK"/>
              <a:t>- og infrastruktursikkerhed (CISA) opdaterer løbende deres katalog </a:t>
            </a:r>
            <a:r>
              <a:rPr lang="da-DK" i="1" err="1"/>
              <a:t>Known</a:t>
            </a:r>
            <a:r>
              <a:rPr lang="da-DK" i="1"/>
              <a:t> </a:t>
            </a:r>
            <a:r>
              <a:rPr lang="da-DK" i="1" err="1"/>
              <a:t>Exploited</a:t>
            </a:r>
            <a:r>
              <a:rPr lang="da-DK" i="1"/>
              <a:t> </a:t>
            </a:r>
            <a:r>
              <a:rPr lang="da-DK" i="1" err="1"/>
              <a:t>Vulnerabilities</a:t>
            </a:r>
            <a:r>
              <a:rPr lang="da-DK" i="1"/>
              <a:t> </a:t>
            </a:r>
            <a:r>
              <a:rPr lang="da-DK"/>
              <a:t>med kendte sårbarheder.</a:t>
            </a:r>
          </a:p>
          <a:p>
            <a:r>
              <a:rPr lang="da-DK"/>
              <a:t>Kataloget anvender det standardiserede system for kategorisering af sårbarheder, kaldet </a:t>
            </a:r>
            <a:r>
              <a:rPr lang="da-DK" i="1"/>
              <a:t>Common </a:t>
            </a:r>
            <a:r>
              <a:rPr lang="da-DK" i="1" err="1"/>
              <a:t>Vulnerabilities</a:t>
            </a:r>
            <a:r>
              <a:rPr lang="da-DK" i="1"/>
              <a:t> and </a:t>
            </a:r>
            <a:r>
              <a:rPr lang="da-DK" i="1" err="1"/>
              <a:t>Exposures</a:t>
            </a:r>
            <a:r>
              <a:rPr lang="da-DK" i="1"/>
              <a:t> </a:t>
            </a:r>
            <a:r>
              <a:rPr lang="da-DK"/>
              <a:t>(CVE).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E5A4C0AA-0B07-C1D2-81C2-4FCE804AC834}"/>
              </a:ext>
            </a:extLst>
          </p:cNvPr>
          <p:cNvSpPr txBox="1"/>
          <p:nvPr/>
        </p:nvSpPr>
        <p:spPr>
          <a:xfrm>
            <a:off x="609600" y="6300911"/>
            <a:ext cx="4749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https://www.cisa.gov/known-exploited-vulnerabilities-catalog</a:t>
            </a:r>
            <a:r>
              <a:rPr lang="da-DK" sz="140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1760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97D4E-FB15-8FCE-0B60-DC5FC341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Dagens øvelse og studieopgave i uge 7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E0CE8FB2-98ED-13DD-24F7-A79C0AFEE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064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60A705C2DE254E8F78A837884E50C0" ma:contentTypeVersion="3" ma:contentTypeDescription="Create a new document." ma:contentTypeScope="" ma:versionID="c8dfd7cd7f5665b7b71d78e76ae8a15d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f5888ebc09fc666beca5772cf6d24d1f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ECE1B7-E7CD-4765-AA50-D9D2DBCF5B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bf11f-999e-4e03-b8a8-f54705c8f2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Office-tema</vt:lpstr>
      <vt:lpstr>Øvelse: Identificere og analysere trusler</vt:lpstr>
      <vt:lpstr>Trusselsbilledet</vt:lpstr>
      <vt:lpstr>Trusselsbilledet </vt:lpstr>
      <vt:lpstr>Angrebsflade</vt:lpstr>
      <vt:lpstr>Angrebsvektor</vt:lpstr>
      <vt:lpstr>Det aktuelle trusselsbillede</vt:lpstr>
      <vt:lpstr>Angrebstyper</vt:lpstr>
      <vt:lpstr>Ransomware trusler</vt:lpstr>
      <vt:lpstr>Ransomware konsekvenser</vt:lpstr>
      <vt:lpstr>Ransomware angrebsflade og -vektor</vt:lpstr>
      <vt:lpstr>Ransomware eksempler</vt:lpstr>
      <vt:lpstr>Aktuelle, globale sårbarheder</vt:lpstr>
      <vt:lpstr>Dagens øvelse og studieopgave i uge 7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revision>2</cp:revision>
  <dcterms:created xsi:type="dcterms:W3CDTF">2013-01-27T09:14:16Z</dcterms:created>
  <dcterms:modified xsi:type="dcterms:W3CDTF">2026-02-15T17:23:24Z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haredFileIndex">
    <vt:lpwstr/>
  </property>
  <property fmtid="{D5CDD505-2E9C-101B-9397-08002B2CF9AE}" pid="7" name="_SourceUrl">
    <vt:lpwstr/>
  </property>
</Properties>
</file>