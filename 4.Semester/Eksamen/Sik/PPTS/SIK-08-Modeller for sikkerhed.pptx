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notesMasterIdLst>
    <p:notesMasterId r:id="rId14"/>
  </p:notesMasterIdLst>
  <p:sldIdLst>
    <p:sldId id="315" r:id="rId5"/>
    <p:sldId id="295" r:id="rId6"/>
    <p:sldId id="311" r:id="rId7"/>
    <p:sldId id="310" r:id="rId8"/>
    <p:sldId id="265" r:id="rId9"/>
    <p:sldId id="301" r:id="rId10"/>
    <p:sldId id="313" r:id="rId11"/>
    <p:sldId id="312" r:id="rId12"/>
    <p:sldId id="31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9276E5-E111-412B-96A7-7EF2D2531BD6}" v="9" dt="2026-03-18T12:48:08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">
      <pc:chgData name="Jesper Buch Poignée" userId="e9c179cb-b07f-48e2-8bc5-99357f35e469" providerId="ADAL" clId="{0FA08CF4-302B-405B-A75E-5DF504EDE4A1}" dt="2026-03-19T08:25:52.684" v="20084" actId="2696"/>
      <pc:docMkLst>
        <pc:docMk/>
      </pc:docMkLst>
      <pc:sldChg chg="addSp delSp modSp add mod modClrScheme chgLayout">
        <pc:chgData name="Jesper Buch Poignée" userId="e9c179cb-b07f-48e2-8bc5-99357f35e469" providerId="ADAL" clId="{0FA08CF4-302B-405B-A75E-5DF504EDE4A1}" dt="2026-03-16T18:27:02.435" v="19123" actId="1076"/>
        <pc:sldMkLst>
          <pc:docMk/>
          <pc:sldMk cId="0" sldId="265"/>
        </pc:sldMkLst>
        <pc:spChg chg="mod ord">
          <ac:chgData name="Jesper Buch Poignée" userId="e9c179cb-b07f-48e2-8bc5-99357f35e469" providerId="ADAL" clId="{0FA08CF4-302B-405B-A75E-5DF504EDE4A1}" dt="2026-03-16T18:26:20.460" v="19119" actId="700"/>
          <ac:spMkLst>
            <pc:docMk/>
            <pc:sldMk cId="0" sldId="265"/>
            <ac:spMk id="161" creationId="{00000000-0000-0000-0000-000000000000}"/>
          </ac:spMkLst>
        </pc:spChg>
        <pc:picChg chg="mod">
          <ac:chgData name="Jesper Buch Poignée" userId="e9c179cb-b07f-48e2-8bc5-99357f35e469" providerId="ADAL" clId="{0FA08CF4-302B-405B-A75E-5DF504EDE4A1}" dt="2026-03-16T18:27:02.435" v="19123" actId="1076"/>
          <ac:picMkLst>
            <pc:docMk/>
            <pc:sldMk cId="0" sldId="265"/>
            <ac:picMk id="162" creationId="{00000000-0000-0000-0000-000000000000}"/>
          </ac:picMkLst>
        </pc:picChg>
      </pc:sldChg>
      <pc:sldChg chg="addSp delSp modSp new mod modClrScheme chgLayout">
        <pc:chgData name="Jesper Buch Poignée" userId="e9c179cb-b07f-48e2-8bc5-99357f35e469" providerId="ADAL" clId="{0FA08CF4-302B-405B-A75E-5DF504EDE4A1}" dt="2026-03-16T17:58:24.979" v="18306" actId="20577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3-16T17:58:15.295" v="18297" actId="20577"/>
          <ac:spMkLst>
            <pc:docMk/>
            <pc:sldMk cId="882084974" sldId="295"/>
            <ac:spMk id="4" creationId="{8B77BAC9-828B-36E5-4F33-D2E13FC34AD7}"/>
          </ac:spMkLst>
        </pc:spChg>
        <pc:spChg chg="add mod ord">
          <ac:chgData name="Jesper Buch Poignée" userId="e9c179cb-b07f-48e2-8bc5-99357f35e469" providerId="ADAL" clId="{0FA08CF4-302B-405B-A75E-5DF504EDE4A1}" dt="2026-03-16T17:58:24.979" v="18306" actId="20577"/>
          <ac:spMkLst>
            <pc:docMk/>
            <pc:sldMk cId="882084974" sldId="295"/>
            <ac:spMk id="5" creationId="{31E9D6C8-BBEF-A22D-0408-B011726DCB5A}"/>
          </ac:spMkLst>
        </pc:spChg>
      </pc:sldChg>
      <pc:sldChg chg="modSp new del mod ord">
        <pc:chgData name="Jesper Buch Poignée" userId="e9c179cb-b07f-48e2-8bc5-99357f35e469" providerId="ADAL" clId="{0FA08CF4-302B-405B-A75E-5DF504EDE4A1}" dt="2026-03-19T08:25:52.684" v="20084" actId="2696"/>
        <pc:sldMkLst>
          <pc:docMk/>
          <pc:sldMk cId="1118619026" sldId="300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3-19T07:15:54.247" v="20083" actId="113"/>
        <pc:sldMkLst>
          <pc:docMk/>
          <pc:sldMk cId="3727895388" sldId="301"/>
        </pc:sldMkLst>
        <pc:spChg chg="mod ord">
          <ac:chgData name="Jesper Buch Poignée" userId="e9c179cb-b07f-48e2-8bc5-99357f35e469" providerId="ADAL" clId="{0FA08CF4-302B-405B-A75E-5DF504EDE4A1}" dt="2026-03-16T18:33:50.633" v="19323" actId="20577"/>
          <ac:spMkLst>
            <pc:docMk/>
            <pc:sldMk cId="3727895388" sldId="301"/>
            <ac:spMk id="2" creationId="{D0299268-EA10-5C87-0CED-DDDF6B8A1238}"/>
          </ac:spMkLst>
        </pc:spChg>
        <pc:spChg chg="add mod ord">
          <ac:chgData name="Jesper Buch Poignée" userId="e9c179cb-b07f-48e2-8bc5-99357f35e469" providerId="ADAL" clId="{0FA08CF4-302B-405B-A75E-5DF504EDE4A1}" dt="2026-03-19T07:15:54.247" v="20083" actId="113"/>
          <ac:spMkLst>
            <pc:docMk/>
            <pc:sldMk cId="3727895388" sldId="301"/>
            <ac:spMk id="5" creationId="{0C87E0AA-F579-307C-6F02-AFE77BC22AA7}"/>
          </ac:spMkLst>
        </pc:spChg>
        <pc:picChg chg="add mod ord">
          <ac:chgData name="Jesper Buch Poignée" userId="e9c179cb-b07f-48e2-8bc5-99357f35e469" providerId="ADAL" clId="{0FA08CF4-302B-405B-A75E-5DF504EDE4A1}" dt="2026-03-16T18:32:26.853" v="19175" actId="1440"/>
          <ac:picMkLst>
            <pc:docMk/>
            <pc:sldMk cId="3727895388" sldId="301"/>
            <ac:picMk id="7" creationId="{E3485B7F-D6CC-0C0F-9709-B9E0E18C6C47}"/>
          </ac:picMkLst>
        </pc:picChg>
      </pc:sldChg>
      <pc:sldChg chg="modSp add mod">
        <pc:chgData name="Jesper Buch Poignée" userId="e9c179cb-b07f-48e2-8bc5-99357f35e469" providerId="ADAL" clId="{0FA08CF4-302B-405B-A75E-5DF504EDE4A1}" dt="2026-03-16T18:17:24.648" v="19117" actId="20577"/>
        <pc:sldMkLst>
          <pc:docMk/>
          <pc:sldMk cId="591024993" sldId="310"/>
        </pc:sldMkLst>
        <pc:spChg chg="mod">
          <ac:chgData name="Jesper Buch Poignée" userId="e9c179cb-b07f-48e2-8bc5-99357f35e469" providerId="ADAL" clId="{0FA08CF4-302B-405B-A75E-5DF504EDE4A1}" dt="2026-03-16T18:15:31.319" v="18947" actId="20577"/>
          <ac:spMkLst>
            <pc:docMk/>
            <pc:sldMk cId="591024993" sldId="310"/>
            <ac:spMk id="2" creationId="{D988534C-2C82-C1EE-6082-8F0114656B23}"/>
          </ac:spMkLst>
        </pc:spChg>
        <pc:spChg chg="mod">
          <ac:chgData name="Jesper Buch Poignée" userId="e9c179cb-b07f-48e2-8bc5-99357f35e469" providerId="ADAL" clId="{0FA08CF4-302B-405B-A75E-5DF504EDE4A1}" dt="2026-03-16T18:17:20.223" v="19108" actId="20577"/>
          <ac:spMkLst>
            <pc:docMk/>
            <pc:sldMk cId="591024993" sldId="310"/>
            <ac:spMk id="5" creationId="{86A82103-323F-EFA2-60B8-F347137A39C6}"/>
          </ac:spMkLst>
        </pc:spChg>
        <pc:graphicFrameChg chg="mod modGraphic">
          <ac:chgData name="Jesper Buch Poignée" userId="e9c179cb-b07f-48e2-8bc5-99357f35e469" providerId="ADAL" clId="{0FA08CF4-302B-405B-A75E-5DF504EDE4A1}" dt="2026-03-16T18:17:24.648" v="19117" actId="20577"/>
          <ac:graphicFrameMkLst>
            <pc:docMk/>
            <pc:sldMk cId="591024993" sldId="310"/>
            <ac:graphicFrameMk id="4" creationId="{8D8C9337-5D8C-BA6F-D754-65C8EF62970A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3-16T18:12:48.807" v="18809" actId="20577"/>
        <pc:sldMkLst>
          <pc:docMk/>
          <pc:sldMk cId="1028509932" sldId="311"/>
        </pc:sldMkLst>
        <pc:spChg chg="mod ord">
          <ac:chgData name="Jesper Buch Poignée" userId="e9c179cb-b07f-48e2-8bc5-99357f35e469" providerId="ADAL" clId="{0FA08CF4-302B-405B-A75E-5DF504EDE4A1}" dt="2026-03-16T18:09:50.748" v="18556" actId="700"/>
          <ac:spMkLst>
            <pc:docMk/>
            <pc:sldMk cId="1028509932" sldId="311"/>
            <ac:spMk id="2" creationId="{40A201C5-299F-7337-F195-C5C627F7BCF7}"/>
          </ac:spMkLst>
        </pc:spChg>
        <pc:spChg chg="add mod ord">
          <ac:chgData name="Jesper Buch Poignée" userId="e9c179cb-b07f-48e2-8bc5-99357f35e469" providerId="ADAL" clId="{0FA08CF4-302B-405B-A75E-5DF504EDE4A1}" dt="2026-03-16T18:12:48.807" v="18809" actId="20577"/>
          <ac:spMkLst>
            <pc:docMk/>
            <pc:sldMk cId="1028509932" sldId="311"/>
            <ac:spMk id="8" creationId="{B012F7A3-5706-31FC-8C67-6CC65FC30E49}"/>
          </ac:spMkLst>
        </pc:spChg>
        <pc:spChg chg="add mod ord">
          <ac:chgData name="Jesper Buch Poignée" userId="e9c179cb-b07f-48e2-8bc5-99357f35e469" providerId="ADAL" clId="{0FA08CF4-302B-405B-A75E-5DF504EDE4A1}" dt="2026-03-16T18:10:29.179" v="18591" actId="20577"/>
          <ac:spMkLst>
            <pc:docMk/>
            <pc:sldMk cId="1028509932" sldId="311"/>
            <ac:spMk id="9" creationId="{2283580C-E1D9-E292-99C5-33BD76067FB5}"/>
          </ac:spMkLst>
        </pc:spChg>
        <pc:graphicFrameChg chg="add mod ord modGraphic">
          <ac:chgData name="Jesper Buch Poignée" userId="e9c179cb-b07f-48e2-8bc5-99357f35e469" providerId="ADAL" clId="{0FA08CF4-302B-405B-A75E-5DF504EDE4A1}" dt="2026-03-16T18:09:50.748" v="18556" actId="700"/>
          <ac:graphicFrameMkLst>
            <pc:docMk/>
            <pc:sldMk cId="1028509932" sldId="311"/>
            <ac:graphicFrameMk id="6" creationId="{8FE10EEE-C830-29AB-DF41-5CD9E20268D8}"/>
          </ac:graphicFrameMkLst>
        </pc:graphicFrameChg>
        <pc:graphicFrameChg chg="add mod ord modGraphic">
          <ac:chgData name="Jesper Buch Poignée" userId="e9c179cb-b07f-48e2-8bc5-99357f35e469" providerId="ADAL" clId="{0FA08CF4-302B-405B-A75E-5DF504EDE4A1}" dt="2026-03-16T18:12:07.323" v="18798" actId="20577"/>
          <ac:graphicFrameMkLst>
            <pc:docMk/>
            <pc:sldMk cId="1028509932" sldId="311"/>
            <ac:graphicFrameMk id="7" creationId="{5B13262E-C01D-AB2A-4BB5-9DA489EE5E65}"/>
          </ac:graphicFrameMkLst>
        </pc:graphicFrameChg>
      </pc:sldChg>
      <pc:sldChg chg="modSp new mod">
        <pc:chgData name="Jesper Buch Poignée" userId="e9c179cb-b07f-48e2-8bc5-99357f35e469" providerId="ADAL" clId="{0FA08CF4-302B-405B-A75E-5DF504EDE4A1}" dt="2026-03-18T12:48:09.143" v="19872" actId="20577"/>
        <pc:sldMkLst>
          <pc:docMk/>
          <pc:sldMk cId="3280976966" sldId="312"/>
        </pc:sldMkLst>
        <pc:spChg chg="mod">
          <ac:chgData name="Jesper Buch Poignée" userId="e9c179cb-b07f-48e2-8bc5-99357f35e469" providerId="ADAL" clId="{0FA08CF4-302B-405B-A75E-5DF504EDE4A1}" dt="2026-03-16T18:35:30.839" v="19353" actId="20577"/>
          <ac:spMkLst>
            <pc:docMk/>
            <pc:sldMk cId="3280976966" sldId="312"/>
            <ac:spMk id="2" creationId="{7B460CB5-0D00-24BB-AA1B-F2FB42043827}"/>
          </ac:spMkLst>
        </pc:spChg>
        <pc:spChg chg="mod">
          <ac:chgData name="Jesper Buch Poignée" userId="e9c179cb-b07f-48e2-8bc5-99357f35e469" providerId="ADAL" clId="{0FA08CF4-302B-405B-A75E-5DF504EDE4A1}" dt="2026-03-17T09:15:58.017" v="19582" actId="20577"/>
          <ac:spMkLst>
            <pc:docMk/>
            <pc:sldMk cId="3280976966" sldId="312"/>
            <ac:spMk id="3" creationId="{70ABFA61-6508-7BBE-73E3-37688D9D9666}"/>
          </ac:spMkLst>
        </pc:spChg>
        <pc:spChg chg="mod">
          <ac:chgData name="Jesper Buch Poignée" userId="e9c179cb-b07f-48e2-8bc5-99357f35e469" providerId="ADAL" clId="{0FA08CF4-302B-405B-A75E-5DF504EDE4A1}" dt="2026-03-18T12:48:09.143" v="19872" actId="20577"/>
          <ac:spMkLst>
            <pc:docMk/>
            <pc:sldMk cId="3280976966" sldId="312"/>
            <ac:spMk id="4" creationId="{F16F19F4-030F-DB47-DE54-D435370DEC9D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3-18T12:30:13.918" v="19616" actId="20577"/>
        <pc:sldMkLst>
          <pc:docMk/>
          <pc:sldMk cId="2997739134" sldId="313"/>
        </pc:sldMkLst>
        <pc:spChg chg="mod ord">
          <ac:chgData name="Jesper Buch Poignée" userId="e9c179cb-b07f-48e2-8bc5-99357f35e469" providerId="ADAL" clId="{0FA08CF4-302B-405B-A75E-5DF504EDE4A1}" dt="2026-03-18T12:29:54.562" v="19593" actId="700"/>
          <ac:spMkLst>
            <pc:docMk/>
            <pc:sldMk cId="2997739134" sldId="313"/>
            <ac:spMk id="2" creationId="{D9A6FDF8-FB65-F50B-B894-33B4A4066752}"/>
          </ac:spMkLst>
        </pc:spChg>
        <pc:spChg chg="del mod ord">
          <ac:chgData name="Jesper Buch Poignée" userId="e9c179cb-b07f-48e2-8bc5-99357f35e469" providerId="ADAL" clId="{0FA08CF4-302B-405B-A75E-5DF504EDE4A1}" dt="2026-03-18T12:29:54.562" v="19593" actId="700"/>
          <ac:spMkLst>
            <pc:docMk/>
            <pc:sldMk cId="2997739134" sldId="313"/>
            <ac:spMk id="3" creationId="{97C3FD03-1B94-59CB-00D8-EA91870FB641}"/>
          </ac:spMkLst>
        </pc:spChg>
        <pc:spChg chg="del">
          <ac:chgData name="Jesper Buch Poignée" userId="e9c179cb-b07f-48e2-8bc5-99357f35e469" providerId="ADAL" clId="{0FA08CF4-302B-405B-A75E-5DF504EDE4A1}" dt="2026-03-18T12:29:54.562" v="19593" actId="700"/>
          <ac:spMkLst>
            <pc:docMk/>
            <pc:sldMk cId="2997739134" sldId="313"/>
            <ac:spMk id="4" creationId="{6A24704E-5103-6FBF-4B5B-C5C1E519D349}"/>
          </ac:spMkLst>
        </pc:spChg>
        <pc:spChg chg="add mod ord">
          <ac:chgData name="Jesper Buch Poignée" userId="e9c179cb-b07f-48e2-8bc5-99357f35e469" providerId="ADAL" clId="{0FA08CF4-302B-405B-A75E-5DF504EDE4A1}" dt="2026-03-18T12:30:13.918" v="19616" actId="20577"/>
          <ac:spMkLst>
            <pc:docMk/>
            <pc:sldMk cId="2997739134" sldId="313"/>
            <ac:spMk id="5" creationId="{FF449E27-B7AD-8A81-C25C-CD2A6633FB1C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3-18T12:31:00.290" v="19633"/>
        <pc:sldMkLst>
          <pc:docMk/>
          <pc:sldMk cId="723569673" sldId="314"/>
        </pc:sldMkLst>
        <pc:spChg chg="mod ord">
          <ac:chgData name="Jesper Buch Poignée" userId="e9c179cb-b07f-48e2-8bc5-99357f35e469" providerId="ADAL" clId="{0FA08CF4-302B-405B-A75E-5DF504EDE4A1}" dt="2026-03-18T12:30:43.867" v="19619" actId="700"/>
          <ac:spMkLst>
            <pc:docMk/>
            <pc:sldMk cId="723569673" sldId="314"/>
            <ac:spMk id="2" creationId="{C5BA20B6-90CF-8206-5EA0-3CB0303B5215}"/>
          </ac:spMkLst>
        </pc:spChg>
        <pc:spChg chg="del mod ord">
          <ac:chgData name="Jesper Buch Poignée" userId="e9c179cb-b07f-48e2-8bc5-99357f35e469" providerId="ADAL" clId="{0FA08CF4-302B-405B-A75E-5DF504EDE4A1}" dt="2026-03-18T12:30:43.867" v="19619" actId="700"/>
          <ac:spMkLst>
            <pc:docMk/>
            <pc:sldMk cId="723569673" sldId="314"/>
            <ac:spMk id="3" creationId="{5AA38D62-DD69-B1B1-498C-3830B085EE16}"/>
          </ac:spMkLst>
        </pc:spChg>
        <pc:spChg chg="del">
          <ac:chgData name="Jesper Buch Poignée" userId="e9c179cb-b07f-48e2-8bc5-99357f35e469" providerId="ADAL" clId="{0FA08CF4-302B-405B-A75E-5DF504EDE4A1}" dt="2026-03-18T12:30:43.867" v="19619" actId="700"/>
          <ac:spMkLst>
            <pc:docMk/>
            <pc:sldMk cId="723569673" sldId="314"/>
            <ac:spMk id="4" creationId="{1AF75CC4-2B8E-E27E-AA94-5F4276BE6BCD}"/>
          </ac:spMkLst>
        </pc:spChg>
        <pc:spChg chg="add mod ord">
          <ac:chgData name="Jesper Buch Poignée" userId="e9c179cb-b07f-48e2-8bc5-99357f35e469" providerId="ADAL" clId="{0FA08CF4-302B-405B-A75E-5DF504EDE4A1}" dt="2026-03-18T12:31:00.290" v="19633"/>
          <ac:spMkLst>
            <pc:docMk/>
            <pc:sldMk cId="723569673" sldId="314"/>
            <ac:spMk id="5" creationId="{2890BA9C-E747-5154-2851-7A2E3370EA4B}"/>
          </ac:spMkLst>
        </pc:spChg>
      </pc:sldChg>
      <pc:sldChg chg="modSp new mod ord">
        <pc:chgData name="Jesper Buch Poignée" userId="e9c179cb-b07f-48e2-8bc5-99357f35e469" providerId="ADAL" clId="{0FA08CF4-302B-405B-A75E-5DF504EDE4A1}" dt="2026-03-18T19:49:05.001" v="20008" actId="20577"/>
        <pc:sldMkLst>
          <pc:docMk/>
          <pc:sldMk cId="1642630985" sldId="315"/>
        </pc:sldMkLst>
        <pc:spChg chg="mod">
          <ac:chgData name="Jesper Buch Poignée" userId="e9c179cb-b07f-48e2-8bc5-99357f35e469" providerId="ADAL" clId="{0FA08CF4-302B-405B-A75E-5DF504EDE4A1}" dt="2026-03-18T19:49:05.001" v="20008" actId="20577"/>
          <ac:spMkLst>
            <pc:docMk/>
            <pc:sldMk cId="1642630985" sldId="315"/>
            <ac:spMk id="2" creationId="{229919C8-9926-D0BA-F0F1-0F0FED03AA0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AE6DAA-4F2C-4874-B09D-F7733008355C}" type="doc">
      <dgm:prSet loTypeId="urn:microsoft.com/office/officeart/2005/8/layout/orgChart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7E788D43-3954-43B8-B830-B75D3B8FD928}">
      <dgm:prSet phldrT="[Tekst]" phldr="0"/>
      <dgm:spPr/>
      <dgm:t>
        <a:bodyPr/>
        <a:lstStyle/>
        <a:p>
          <a:r>
            <a:rPr lang="da-DK"/>
            <a:t>Softwaresikkrhed</a:t>
          </a:r>
          <a:endParaRPr lang="da-DK" dirty="0"/>
        </a:p>
      </dgm:t>
    </dgm:pt>
    <dgm:pt modelId="{3A52D73C-C2B3-4982-80EA-BB759F608D15}" type="parTrans" cxnId="{A7A4D4D7-EA24-40FF-8C3E-2BC469151A77}">
      <dgm:prSet/>
      <dgm:spPr/>
      <dgm:t>
        <a:bodyPr/>
        <a:lstStyle/>
        <a:p>
          <a:endParaRPr lang="da-DK"/>
        </a:p>
      </dgm:t>
    </dgm:pt>
    <dgm:pt modelId="{BC2D0BC9-C8B5-4056-9E52-E22433CAD901}" type="sibTrans" cxnId="{A7A4D4D7-EA24-40FF-8C3E-2BC469151A77}">
      <dgm:prSet/>
      <dgm:spPr/>
      <dgm:t>
        <a:bodyPr/>
        <a:lstStyle/>
        <a:p>
          <a:endParaRPr lang="da-DK"/>
        </a:p>
      </dgm:t>
    </dgm:pt>
    <dgm:pt modelId="{EBF61296-84C1-423F-AEFE-B16C59619CBC}">
      <dgm:prSet phldrT="[Tekst]" phldr="0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da-DK" dirty="0"/>
            <a:t>Applikationssikkerhed</a:t>
          </a:r>
        </a:p>
      </dgm:t>
    </dgm:pt>
    <dgm:pt modelId="{FB15D0D1-1D5B-45A4-A7ED-8BBA9B3AFA05}" type="parTrans" cxnId="{E29E0336-14A2-4466-9F55-547FCCA08C2D}">
      <dgm:prSet/>
      <dgm:spPr/>
      <dgm:t>
        <a:bodyPr/>
        <a:lstStyle/>
        <a:p>
          <a:endParaRPr lang="da-DK"/>
        </a:p>
      </dgm:t>
    </dgm:pt>
    <dgm:pt modelId="{278A5616-C4CD-4C56-B265-88F244D9B700}" type="sibTrans" cxnId="{E29E0336-14A2-4466-9F55-547FCCA08C2D}">
      <dgm:prSet/>
      <dgm:spPr/>
      <dgm:t>
        <a:bodyPr/>
        <a:lstStyle/>
        <a:p>
          <a:endParaRPr lang="da-DK"/>
        </a:p>
      </dgm:t>
    </dgm:pt>
    <dgm:pt modelId="{2646AE35-24CD-4F99-9425-98D39F96B655}">
      <dgm:prSet phldrT="[Tekst]" phldr="0"/>
      <dgm:spPr/>
      <dgm:t>
        <a:bodyPr/>
        <a:lstStyle/>
        <a:p>
          <a:r>
            <a:rPr lang="da-DK" dirty="0"/>
            <a:t>Lavniveau sikkerhed</a:t>
          </a:r>
        </a:p>
      </dgm:t>
    </dgm:pt>
    <dgm:pt modelId="{34E09CF3-8842-4616-89A6-9BE0C5AACC0D}" type="parTrans" cxnId="{EB6EA919-0E3B-44FD-9BBE-45FD83920314}">
      <dgm:prSet/>
      <dgm:spPr/>
      <dgm:t>
        <a:bodyPr/>
        <a:lstStyle/>
        <a:p>
          <a:endParaRPr lang="da-DK"/>
        </a:p>
      </dgm:t>
    </dgm:pt>
    <dgm:pt modelId="{BAFAFE8B-C3E1-4A72-AA97-E1F2CED88CF7}" type="sibTrans" cxnId="{EB6EA919-0E3B-44FD-9BBE-45FD83920314}">
      <dgm:prSet/>
      <dgm:spPr/>
      <dgm:t>
        <a:bodyPr/>
        <a:lstStyle/>
        <a:p>
          <a:endParaRPr lang="da-DK"/>
        </a:p>
      </dgm:t>
    </dgm:pt>
    <dgm:pt modelId="{6B56B045-A8A3-4C16-9709-340C2B432FD6}">
      <dgm:prSet phldrT="[Tekst]" phldr="0"/>
      <dgm:spPr/>
      <dgm:t>
        <a:bodyPr/>
        <a:lstStyle/>
        <a:p>
          <a:r>
            <a:rPr lang="da-DK"/>
            <a:t>Sikkerhed i drift</a:t>
          </a:r>
          <a:endParaRPr lang="da-DK" dirty="0"/>
        </a:p>
      </dgm:t>
    </dgm:pt>
    <dgm:pt modelId="{92740FA8-56B6-490D-A2AB-439953107531}" type="parTrans" cxnId="{66C7A08D-CEC2-4317-8548-4116242D0E2B}">
      <dgm:prSet/>
      <dgm:spPr/>
      <dgm:t>
        <a:bodyPr/>
        <a:lstStyle/>
        <a:p>
          <a:endParaRPr lang="da-DK"/>
        </a:p>
      </dgm:t>
    </dgm:pt>
    <dgm:pt modelId="{D3122D37-FAF3-4F91-A2C5-1A11DFA60C39}" type="sibTrans" cxnId="{66C7A08D-CEC2-4317-8548-4116242D0E2B}">
      <dgm:prSet/>
      <dgm:spPr/>
      <dgm:t>
        <a:bodyPr/>
        <a:lstStyle/>
        <a:p>
          <a:endParaRPr lang="da-DK"/>
        </a:p>
      </dgm:t>
    </dgm:pt>
    <dgm:pt modelId="{8CAB5213-C7B5-4072-AFD7-FAAFC5E45262}" type="pres">
      <dgm:prSet presAssocID="{EAAE6DAA-4F2C-4874-B09D-F7733008355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060FA70-EDD8-44FD-83AB-7F0FBE1CD3B8}" type="pres">
      <dgm:prSet presAssocID="{7E788D43-3954-43B8-B830-B75D3B8FD928}" presName="hierRoot1" presStyleCnt="0">
        <dgm:presLayoutVars>
          <dgm:hierBranch val="init"/>
        </dgm:presLayoutVars>
      </dgm:prSet>
      <dgm:spPr/>
    </dgm:pt>
    <dgm:pt modelId="{2E314989-06E6-4942-BD63-9205088E4838}" type="pres">
      <dgm:prSet presAssocID="{7E788D43-3954-43B8-B830-B75D3B8FD928}" presName="rootComposite1" presStyleCnt="0"/>
      <dgm:spPr/>
    </dgm:pt>
    <dgm:pt modelId="{8B252D31-D004-4F3C-8AA5-C6AA3EEF8662}" type="pres">
      <dgm:prSet presAssocID="{7E788D43-3954-43B8-B830-B75D3B8FD928}" presName="rootText1" presStyleLbl="node0" presStyleIdx="0" presStyleCnt="1">
        <dgm:presLayoutVars>
          <dgm:chPref val="3"/>
        </dgm:presLayoutVars>
      </dgm:prSet>
      <dgm:spPr/>
    </dgm:pt>
    <dgm:pt modelId="{90AA5BD9-F2DE-4ECA-8538-1577495D253B}" type="pres">
      <dgm:prSet presAssocID="{7E788D43-3954-43B8-B830-B75D3B8FD928}" presName="rootConnector1" presStyleLbl="node1" presStyleIdx="0" presStyleCnt="0"/>
      <dgm:spPr/>
    </dgm:pt>
    <dgm:pt modelId="{E14CABA5-EBEE-4A85-85DF-8F9C5A3D0FD2}" type="pres">
      <dgm:prSet presAssocID="{7E788D43-3954-43B8-B830-B75D3B8FD928}" presName="hierChild2" presStyleCnt="0"/>
      <dgm:spPr/>
    </dgm:pt>
    <dgm:pt modelId="{5DD480D7-5390-4A42-8168-7ABF1F9E7C68}" type="pres">
      <dgm:prSet presAssocID="{FB15D0D1-1D5B-45A4-A7ED-8BBA9B3AFA05}" presName="Name37" presStyleLbl="parChTrans1D2" presStyleIdx="0" presStyleCnt="3"/>
      <dgm:spPr/>
    </dgm:pt>
    <dgm:pt modelId="{C6BBCF49-0FB7-4549-8A82-B4CA2DC0E18F}" type="pres">
      <dgm:prSet presAssocID="{EBF61296-84C1-423F-AEFE-B16C59619CBC}" presName="hierRoot2" presStyleCnt="0">
        <dgm:presLayoutVars>
          <dgm:hierBranch val="init"/>
        </dgm:presLayoutVars>
      </dgm:prSet>
      <dgm:spPr/>
    </dgm:pt>
    <dgm:pt modelId="{BEA18B68-6D03-4263-B81E-FDB6AEC7EAC7}" type="pres">
      <dgm:prSet presAssocID="{EBF61296-84C1-423F-AEFE-B16C59619CBC}" presName="rootComposite" presStyleCnt="0"/>
      <dgm:spPr/>
    </dgm:pt>
    <dgm:pt modelId="{735644A3-73ED-4EB2-BF23-9AC8BF0433BE}" type="pres">
      <dgm:prSet presAssocID="{EBF61296-84C1-423F-AEFE-B16C59619CBC}" presName="rootText" presStyleLbl="node2" presStyleIdx="0" presStyleCnt="3">
        <dgm:presLayoutVars>
          <dgm:chPref val="3"/>
        </dgm:presLayoutVars>
      </dgm:prSet>
      <dgm:spPr/>
    </dgm:pt>
    <dgm:pt modelId="{161F4F2B-33D3-46BC-8F7C-E02E32545820}" type="pres">
      <dgm:prSet presAssocID="{EBF61296-84C1-423F-AEFE-B16C59619CBC}" presName="rootConnector" presStyleLbl="node2" presStyleIdx="0" presStyleCnt="3"/>
      <dgm:spPr/>
    </dgm:pt>
    <dgm:pt modelId="{706AE36C-CBC0-4231-BED5-96B1C46E11D0}" type="pres">
      <dgm:prSet presAssocID="{EBF61296-84C1-423F-AEFE-B16C59619CBC}" presName="hierChild4" presStyleCnt="0"/>
      <dgm:spPr/>
    </dgm:pt>
    <dgm:pt modelId="{47D9B847-71DF-480F-BDBA-1B26B7D1D235}" type="pres">
      <dgm:prSet presAssocID="{EBF61296-84C1-423F-AEFE-B16C59619CBC}" presName="hierChild5" presStyleCnt="0"/>
      <dgm:spPr/>
    </dgm:pt>
    <dgm:pt modelId="{36514537-ED0F-47AC-B6CB-A591441254B2}" type="pres">
      <dgm:prSet presAssocID="{34E09CF3-8842-4616-89A6-9BE0C5AACC0D}" presName="Name37" presStyleLbl="parChTrans1D2" presStyleIdx="1" presStyleCnt="3"/>
      <dgm:spPr/>
    </dgm:pt>
    <dgm:pt modelId="{F3D18E39-4ECC-4A2D-AD1B-0E11643BE1F5}" type="pres">
      <dgm:prSet presAssocID="{2646AE35-24CD-4F99-9425-98D39F96B655}" presName="hierRoot2" presStyleCnt="0">
        <dgm:presLayoutVars>
          <dgm:hierBranch val="init"/>
        </dgm:presLayoutVars>
      </dgm:prSet>
      <dgm:spPr/>
    </dgm:pt>
    <dgm:pt modelId="{EBB70C39-7831-44B6-9AA8-9EFB13B54B22}" type="pres">
      <dgm:prSet presAssocID="{2646AE35-24CD-4F99-9425-98D39F96B655}" presName="rootComposite" presStyleCnt="0"/>
      <dgm:spPr/>
    </dgm:pt>
    <dgm:pt modelId="{BDE6E5D2-631D-4160-A84D-F0C6D3A25577}" type="pres">
      <dgm:prSet presAssocID="{2646AE35-24CD-4F99-9425-98D39F96B655}" presName="rootText" presStyleLbl="node2" presStyleIdx="1" presStyleCnt="3">
        <dgm:presLayoutVars>
          <dgm:chPref val="3"/>
        </dgm:presLayoutVars>
      </dgm:prSet>
      <dgm:spPr/>
    </dgm:pt>
    <dgm:pt modelId="{7CEA6AAC-757D-4E66-A9B9-4BD30CBD04CB}" type="pres">
      <dgm:prSet presAssocID="{2646AE35-24CD-4F99-9425-98D39F96B655}" presName="rootConnector" presStyleLbl="node2" presStyleIdx="1" presStyleCnt="3"/>
      <dgm:spPr/>
    </dgm:pt>
    <dgm:pt modelId="{CFE87358-0EA4-4694-94F9-E2CC02EB0774}" type="pres">
      <dgm:prSet presAssocID="{2646AE35-24CD-4F99-9425-98D39F96B655}" presName="hierChild4" presStyleCnt="0"/>
      <dgm:spPr/>
    </dgm:pt>
    <dgm:pt modelId="{C8F5B70C-B4E3-4D56-B659-4CA0E53E310A}" type="pres">
      <dgm:prSet presAssocID="{2646AE35-24CD-4F99-9425-98D39F96B655}" presName="hierChild5" presStyleCnt="0"/>
      <dgm:spPr/>
    </dgm:pt>
    <dgm:pt modelId="{ECF2D732-2BED-44BD-AA86-E438F28185AE}" type="pres">
      <dgm:prSet presAssocID="{92740FA8-56B6-490D-A2AB-439953107531}" presName="Name37" presStyleLbl="parChTrans1D2" presStyleIdx="2" presStyleCnt="3"/>
      <dgm:spPr/>
    </dgm:pt>
    <dgm:pt modelId="{BBEB37A9-1630-495A-956A-1E2E1E2D2D00}" type="pres">
      <dgm:prSet presAssocID="{6B56B045-A8A3-4C16-9709-340C2B432FD6}" presName="hierRoot2" presStyleCnt="0">
        <dgm:presLayoutVars>
          <dgm:hierBranch val="init"/>
        </dgm:presLayoutVars>
      </dgm:prSet>
      <dgm:spPr/>
    </dgm:pt>
    <dgm:pt modelId="{86BC0A4C-DFBB-47DB-9CB4-A8B0BE4A85D8}" type="pres">
      <dgm:prSet presAssocID="{6B56B045-A8A3-4C16-9709-340C2B432FD6}" presName="rootComposite" presStyleCnt="0"/>
      <dgm:spPr/>
    </dgm:pt>
    <dgm:pt modelId="{FD256F2E-36A8-43DE-BB19-0194F262480E}" type="pres">
      <dgm:prSet presAssocID="{6B56B045-A8A3-4C16-9709-340C2B432FD6}" presName="rootText" presStyleLbl="node2" presStyleIdx="2" presStyleCnt="3">
        <dgm:presLayoutVars>
          <dgm:chPref val="3"/>
        </dgm:presLayoutVars>
      </dgm:prSet>
      <dgm:spPr/>
    </dgm:pt>
    <dgm:pt modelId="{65F073F3-DC8C-4EAE-BACA-1F8E16609881}" type="pres">
      <dgm:prSet presAssocID="{6B56B045-A8A3-4C16-9709-340C2B432FD6}" presName="rootConnector" presStyleLbl="node2" presStyleIdx="2" presStyleCnt="3"/>
      <dgm:spPr/>
    </dgm:pt>
    <dgm:pt modelId="{D5CCB7BB-5119-4ECD-86C7-E9D6AA3D76CF}" type="pres">
      <dgm:prSet presAssocID="{6B56B045-A8A3-4C16-9709-340C2B432FD6}" presName="hierChild4" presStyleCnt="0"/>
      <dgm:spPr/>
    </dgm:pt>
    <dgm:pt modelId="{0F5143AF-F933-4F9E-B99F-DD51E5361EAE}" type="pres">
      <dgm:prSet presAssocID="{6B56B045-A8A3-4C16-9709-340C2B432FD6}" presName="hierChild5" presStyleCnt="0"/>
      <dgm:spPr/>
    </dgm:pt>
    <dgm:pt modelId="{8408B880-7233-495D-918E-FC7480148DA9}" type="pres">
      <dgm:prSet presAssocID="{7E788D43-3954-43B8-B830-B75D3B8FD928}" presName="hierChild3" presStyleCnt="0"/>
      <dgm:spPr/>
    </dgm:pt>
  </dgm:ptLst>
  <dgm:cxnLst>
    <dgm:cxn modelId="{BA4EBB12-DAE2-4ADF-88C5-453EA1E7772B}" type="presOf" srcId="{7E788D43-3954-43B8-B830-B75D3B8FD928}" destId="{90AA5BD9-F2DE-4ECA-8538-1577495D253B}" srcOrd="1" destOrd="0" presId="urn:microsoft.com/office/officeart/2005/8/layout/orgChart1"/>
    <dgm:cxn modelId="{EB6EA919-0E3B-44FD-9BBE-45FD83920314}" srcId="{7E788D43-3954-43B8-B830-B75D3B8FD928}" destId="{2646AE35-24CD-4F99-9425-98D39F96B655}" srcOrd="1" destOrd="0" parTransId="{34E09CF3-8842-4616-89A6-9BE0C5AACC0D}" sibTransId="{BAFAFE8B-C3E1-4A72-AA97-E1F2CED88CF7}"/>
    <dgm:cxn modelId="{60052A1C-3F49-4149-97F8-E799B7878F1D}" type="presOf" srcId="{6B56B045-A8A3-4C16-9709-340C2B432FD6}" destId="{65F073F3-DC8C-4EAE-BACA-1F8E16609881}" srcOrd="1" destOrd="0" presId="urn:microsoft.com/office/officeart/2005/8/layout/orgChart1"/>
    <dgm:cxn modelId="{E29E0336-14A2-4466-9F55-547FCCA08C2D}" srcId="{7E788D43-3954-43B8-B830-B75D3B8FD928}" destId="{EBF61296-84C1-423F-AEFE-B16C59619CBC}" srcOrd="0" destOrd="0" parTransId="{FB15D0D1-1D5B-45A4-A7ED-8BBA9B3AFA05}" sibTransId="{278A5616-C4CD-4C56-B265-88F244D9B700}"/>
    <dgm:cxn modelId="{6DCB9A5C-B646-4EEC-A042-69599D87E9E8}" type="presOf" srcId="{92740FA8-56B6-490D-A2AB-439953107531}" destId="{ECF2D732-2BED-44BD-AA86-E438F28185AE}" srcOrd="0" destOrd="0" presId="urn:microsoft.com/office/officeart/2005/8/layout/orgChart1"/>
    <dgm:cxn modelId="{451C516F-55DF-4C94-A901-5F17D301A113}" type="presOf" srcId="{EAAE6DAA-4F2C-4874-B09D-F7733008355C}" destId="{8CAB5213-C7B5-4072-AFD7-FAAFC5E45262}" srcOrd="0" destOrd="0" presId="urn:microsoft.com/office/officeart/2005/8/layout/orgChart1"/>
    <dgm:cxn modelId="{66C7A08D-CEC2-4317-8548-4116242D0E2B}" srcId="{7E788D43-3954-43B8-B830-B75D3B8FD928}" destId="{6B56B045-A8A3-4C16-9709-340C2B432FD6}" srcOrd="2" destOrd="0" parTransId="{92740FA8-56B6-490D-A2AB-439953107531}" sibTransId="{D3122D37-FAF3-4F91-A2C5-1A11DFA60C39}"/>
    <dgm:cxn modelId="{D8F5C390-C3CD-4C35-BC4D-32CDC2071EB1}" type="presOf" srcId="{2646AE35-24CD-4F99-9425-98D39F96B655}" destId="{7CEA6AAC-757D-4E66-A9B9-4BD30CBD04CB}" srcOrd="1" destOrd="0" presId="urn:microsoft.com/office/officeart/2005/8/layout/orgChart1"/>
    <dgm:cxn modelId="{B5718F98-E87A-455F-BB82-FC885E253966}" type="presOf" srcId="{6B56B045-A8A3-4C16-9709-340C2B432FD6}" destId="{FD256F2E-36A8-43DE-BB19-0194F262480E}" srcOrd="0" destOrd="0" presId="urn:microsoft.com/office/officeart/2005/8/layout/orgChart1"/>
    <dgm:cxn modelId="{A34B269F-95C8-41E7-A9AB-2D263B62F336}" type="presOf" srcId="{EBF61296-84C1-423F-AEFE-B16C59619CBC}" destId="{735644A3-73ED-4EB2-BF23-9AC8BF0433BE}" srcOrd="0" destOrd="0" presId="urn:microsoft.com/office/officeart/2005/8/layout/orgChart1"/>
    <dgm:cxn modelId="{F0B873AD-2364-48D7-BCC5-DE455EECCBCC}" type="presOf" srcId="{7E788D43-3954-43B8-B830-B75D3B8FD928}" destId="{8B252D31-D004-4F3C-8AA5-C6AA3EEF8662}" srcOrd="0" destOrd="0" presId="urn:microsoft.com/office/officeart/2005/8/layout/orgChart1"/>
    <dgm:cxn modelId="{9ADFDEBA-3D5C-4772-8E20-5143CA41E26F}" type="presOf" srcId="{2646AE35-24CD-4F99-9425-98D39F96B655}" destId="{BDE6E5D2-631D-4160-A84D-F0C6D3A25577}" srcOrd="0" destOrd="0" presId="urn:microsoft.com/office/officeart/2005/8/layout/orgChart1"/>
    <dgm:cxn modelId="{2146A5BC-672D-42B6-AE70-88AC186075DF}" type="presOf" srcId="{FB15D0D1-1D5B-45A4-A7ED-8BBA9B3AFA05}" destId="{5DD480D7-5390-4A42-8168-7ABF1F9E7C68}" srcOrd="0" destOrd="0" presId="urn:microsoft.com/office/officeart/2005/8/layout/orgChart1"/>
    <dgm:cxn modelId="{3FD680C5-9D86-42BA-B014-F6D4637C2938}" type="presOf" srcId="{EBF61296-84C1-423F-AEFE-B16C59619CBC}" destId="{161F4F2B-33D3-46BC-8F7C-E02E32545820}" srcOrd="1" destOrd="0" presId="urn:microsoft.com/office/officeart/2005/8/layout/orgChart1"/>
    <dgm:cxn modelId="{A7A4D4D7-EA24-40FF-8C3E-2BC469151A77}" srcId="{EAAE6DAA-4F2C-4874-B09D-F7733008355C}" destId="{7E788D43-3954-43B8-B830-B75D3B8FD928}" srcOrd="0" destOrd="0" parTransId="{3A52D73C-C2B3-4982-80EA-BB759F608D15}" sibTransId="{BC2D0BC9-C8B5-4056-9E52-E22433CAD901}"/>
    <dgm:cxn modelId="{5863A7DB-7C7D-430C-A69D-CC0C76EE36CF}" type="presOf" srcId="{34E09CF3-8842-4616-89A6-9BE0C5AACC0D}" destId="{36514537-ED0F-47AC-B6CB-A591441254B2}" srcOrd="0" destOrd="0" presId="urn:microsoft.com/office/officeart/2005/8/layout/orgChart1"/>
    <dgm:cxn modelId="{4310ABA2-A71F-495D-8E36-C4FEC1207E3E}" type="presParOf" srcId="{8CAB5213-C7B5-4072-AFD7-FAAFC5E45262}" destId="{5060FA70-EDD8-44FD-83AB-7F0FBE1CD3B8}" srcOrd="0" destOrd="0" presId="urn:microsoft.com/office/officeart/2005/8/layout/orgChart1"/>
    <dgm:cxn modelId="{334A45AA-A9C7-44B6-8B43-AADCC84CEF0D}" type="presParOf" srcId="{5060FA70-EDD8-44FD-83AB-7F0FBE1CD3B8}" destId="{2E314989-06E6-4942-BD63-9205088E4838}" srcOrd="0" destOrd="0" presId="urn:microsoft.com/office/officeart/2005/8/layout/orgChart1"/>
    <dgm:cxn modelId="{A2E8A7EB-CA03-46C1-B780-4DCFE8064909}" type="presParOf" srcId="{2E314989-06E6-4942-BD63-9205088E4838}" destId="{8B252D31-D004-4F3C-8AA5-C6AA3EEF8662}" srcOrd="0" destOrd="0" presId="urn:microsoft.com/office/officeart/2005/8/layout/orgChart1"/>
    <dgm:cxn modelId="{5C989C95-1BB3-423A-9B59-ED2B66949F34}" type="presParOf" srcId="{2E314989-06E6-4942-BD63-9205088E4838}" destId="{90AA5BD9-F2DE-4ECA-8538-1577495D253B}" srcOrd="1" destOrd="0" presId="urn:microsoft.com/office/officeart/2005/8/layout/orgChart1"/>
    <dgm:cxn modelId="{50356CE0-2B9B-4E85-A167-22C0A27A698C}" type="presParOf" srcId="{5060FA70-EDD8-44FD-83AB-7F0FBE1CD3B8}" destId="{E14CABA5-EBEE-4A85-85DF-8F9C5A3D0FD2}" srcOrd="1" destOrd="0" presId="urn:microsoft.com/office/officeart/2005/8/layout/orgChart1"/>
    <dgm:cxn modelId="{F3CABF2D-E1BD-4762-8E45-ADDA7A587804}" type="presParOf" srcId="{E14CABA5-EBEE-4A85-85DF-8F9C5A3D0FD2}" destId="{5DD480D7-5390-4A42-8168-7ABF1F9E7C68}" srcOrd="0" destOrd="0" presId="urn:microsoft.com/office/officeart/2005/8/layout/orgChart1"/>
    <dgm:cxn modelId="{865CBBF4-7298-4E81-BF02-0D9DE812C9FA}" type="presParOf" srcId="{E14CABA5-EBEE-4A85-85DF-8F9C5A3D0FD2}" destId="{C6BBCF49-0FB7-4549-8A82-B4CA2DC0E18F}" srcOrd="1" destOrd="0" presId="urn:microsoft.com/office/officeart/2005/8/layout/orgChart1"/>
    <dgm:cxn modelId="{8075A440-2297-477F-82A9-9F7E63DD4553}" type="presParOf" srcId="{C6BBCF49-0FB7-4549-8A82-B4CA2DC0E18F}" destId="{BEA18B68-6D03-4263-B81E-FDB6AEC7EAC7}" srcOrd="0" destOrd="0" presId="urn:microsoft.com/office/officeart/2005/8/layout/orgChart1"/>
    <dgm:cxn modelId="{2E10211B-03AA-4297-B352-FFA538AA112B}" type="presParOf" srcId="{BEA18B68-6D03-4263-B81E-FDB6AEC7EAC7}" destId="{735644A3-73ED-4EB2-BF23-9AC8BF0433BE}" srcOrd="0" destOrd="0" presId="urn:microsoft.com/office/officeart/2005/8/layout/orgChart1"/>
    <dgm:cxn modelId="{48853BCE-51E7-40AF-B70F-1F97BA0770E1}" type="presParOf" srcId="{BEA18B68-6D03-4263-B81E-FDB6AEC7EAC7}" destId="{161F4F2B-33D3-46BC-8F7C-E02E32545820}" srcOrd="1" destOrd="0" presId="urn:microsoft.com/office/officeart/2005/8/layout/orgChart1"/>
    <dgm:cxn modelId="{615004FA-30C5-4A13-AB4D-8FAF68A1E2E1}" type="presParOf" srcId="{C6BBCF49-0FB7-4549-8A82-B4CA2DC0E18F}" destId="{706AE36C-CBC0-4231-BED5-96B1C46E11D0}" srcOrd="1" destOrd="0" presId="urn:microsoft.com/office/officeart/2005/8/layout/orgChart1"/>
    <dgm:cxn modelId="{B6D46C49-F1EF-47EA-8D8B-C480EF1F1B95}" type="presParOf" srcId="{C6BBCF49-0FB7-4549-8A82-B4CA2DC0E18F}" destId="{47D9B847-71DF-480F-BDBA-1B26B7D1D235}" srcOrd="2" destOrd="0" presId="urn:microsoft.com/office/officeart/2005/8/layout/orgChart1"/>
    <dgm:cxn modelId="{346E801A-4DFB-43CA-8498-52C72856FF14}" type="presParOf" srcId="{E14CABA5-EBEE-4A85-85DF-8F9C5A3D0FD2}" destId="{36514537-ED0F-47AC-B6CB-A591441254B2}" srcOrd="2" destOrd="0" presId="urn:microsoft.com/office/officeart/2005/8/layout/orgChart1"/>
    <dgm:cxn modelId="{53BB187B-EBBC-4B2D-B145-3816FEADD126}" type="presParOf" srcId="{E14CABA5-EBEE-4A85-85DF-8F9C5A3D0FD2}" destId="{F3D18E39-4ECC-4A2D-AD1B-0E11643BE1F5}" srcOrd="3" destOrd="0" presId="urn:microsoft.com/office/officeart/2005/8/layout/orgChart1"/>
    <dgm:cxn modelId="{85CC027A-7730-463F-999C-8285EDF8FA02}" type="presParOf" srcId="{F3D18E39-4ECC-4A2D-AD1B-0E11643BE1F5}" destId="{EBB70C39-7831-44B6-9AA8-9EFB13B54B22}" srcOrd="0" destOrd="0" presId="urn:microsoft.com/office/officeart/2005/8/layout/orgChart1"/>
    <dgm:cxn modelId="{F6A791EF-1DA2-48EC-A6AF-94CFE76A7BCF}" type="presParOf" srcId="{EBB70C39-7831-44B6-9AA8-9EFB13B54B22}" destId="{BDE6E5D2-631D-4160-A84D-F0C6D3A25577}" srcOrd="0" destOrd="0" presId="urn:microsoft.com/office/officeart/2005/8/layout/orgChart1"/>
    <dgm:cxn modelId="{57A27DBF-03CC-4A45-B58A-8014DFE364DC}" type="presParOf" srcId="{EBB70C39-7831-44B6-9AA8-9EFB13B54B22}" destId="{7CEA6AAC-757D-4E66-A9B9-4BD30CBD04CB}" srcOrd="1" destOrd="0" presId="urn:microsoft.com/office/officeart/2005/8/layout/orgChart1"/>
    <dgm:cxn modelId="{072CB81F-B47D-4EBB-BFC7-DC7DF03B8506}" type="presParOf" srcId="{F3D18E39-4ECC-4A2D-AD1B-0E11643BE1F5}" destId="{CFE87358-0EA4-4694-94F9-E2CC02EB0774}" srcOrd="1" destOrd="0" presId="urn:microsoft.com/office/officeart/2005/8/layout/orgChart1"/>
    <dgm:cxn modelId="{4D67FE6C-14F5-4A07-B5B6-832A8359F808}" type="presParOf" srcId="{F3D18E39-4ECC-4A2D-AD1B-0E11643BE1F5}" destId="{C8F5B70C-B4E3-4D56-B659-4CA0E53E310A}" srcOrd="2" destOrd="0" presId="urn:microsoft.com/office/officeart/2005/8/layout/orgChart1"/>
    <dgm:cxn modelId="{0481E2D9-28EA-4D0B-B399-5C828E695334}" type="presParOf" srcId="{E14CABA5-EBEE-4A85-85DF-8F9C5A3D0FD2}" destId="{ECF2D732-2BED-44BD-AA86-E438F28185AE}" srcOrd="4" destOrd="0" presId="urn:microsoft.com/office/officeart/2005/8/layout/orgChart1"/>
    <dgm:cxn modelId="{01D64F98-3041-4AC2-9E13-FBC8C8AA4B30}" type="presParOf" srcId="{E14CABA5-EBEE-4A85-85DF-8F9C5A3D0FD2}" destId="{BBEB37A9-1630-495A-956A-1E2E1E2D2D00}" srcOrd="5" destOrd="0" presId="urn:microsoft.com/office/officeart/2005/8/layout/orgChart1"/>
    <dgm:cxn modelId="{A3858B4B-2C52-4B8E-A2E1-0A4374E45AF3}" type="presParOf" srcId="{BBEB37A9-1630-495A-956A-1E2E1E2D2D00}" destId="{86BC0A4C-DFBB-47DB-9CB4-A8B0BE4A85D8}" srcOrd="0" destOrd="0" presId="urn:microsoft.com/office/officeart/2005/8/layout/orgChart1"/>
    <dgm:cxn modelId="{7CF45DED-6C41-4CA7-A57F-11B8421630AD}" type="presParOf" srcId="{86BC0A4C-DFBB-47DB-9CB4-A8B0BE4A85D8}" destId="{FD256F2E-36A8-43DE-BB19-0194F262480E}" srcOrd="0" destOrd="0" presId="urn:microsoft.com/office/officeart/2005/8/layout/orgChart1"/>
    <dgm:cxn modelId="{20A5DB78-E681-4CFE-97A8-24C9D0D7B1F2}" type="presParOf" srcId="{86BC0A4C-DFBB-47DB-9CB4-A8B0BE4A85D8}" destId="{65F073F3-DC8C-4EAE-BACA-1F8E16609881}" srcOrd="1" destOrd="0" presId="urn:microsoft.com/office/officeart/2005/8/layout/orgChart1"/>
    <dgm:cxn modelId="{43921D14-4BA7-4B6A-B5E7-E4C2664D4A4D}" type="presParOf" srcId="{BBEB37A9-1630-495A-956A-1E2E1E2D2D00}" destId="{D5CCB7BB-5119-4ECD-86C7-E9D6AA3D76CF}" srcOrd="1" destOrd="0" presId="urn:microsoft.com/office/officeart/2005/8/layout/orgChart1"/>
    <dgm:cxn modelId="{8B21C02B-CA54-4DC3-83CE-D38093004AFB}" type="presParOf" srcId="{BBEB37A9-1630-495A-956A-1E2E1E2D2D00}" destId="{0F5143AF-F933-4F9E-B99F-DD51E5361EAE}" srcOrd="2" destOrd="0" presId="urn:microsoft.com/office/officeart/2005/8/layout/orgChart1"/>
    <dgm:cxn modelId="{B1872AD5-A08B-4B46-AF96-AD50E65199B1}" type="presParOf" srcId="{5060FA70-EDD8-44FD-83AB-7F0FBE1CD3B8}" destId="{8408B880-7233-495D-918E-FC7480148DA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DE494F-A7E5-40FA-9B02-8F7A02C70CC2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B1B37CEF-E3E3-48C9-9C0E-01382C6DC182}">
      <dgm:prSet phldrT="[Tekst]" phldr="0"/>
      <dgm:spPr/>
      <dgm:t>
        <a:bodyPr/>
        <a:lstStyle/>
        <a:p>
          <a:r>
            <a:rPr lang="da-DK" dirty="0"/>
            <a:t>Forebygge fejl og sårbarheder i udviklingsprocessen</a:t>
          </a:r>
        </a:p>
      </dgm:t>
    </dgm:pt>
    <dgm:pt modelId="{3F6DB64A-1285-4BCC-B303-28E466A0AD2F}" type="parTrans" cxnId="{CDF9212D-66AD-436F-9565-D6CD8AB64382}">
      <dgm:prSet/>
      <dgm:spPr/>
      <dgm:t>
        <a:bodyPr/>
        <a:lstStyle/>
        <a:p>
          <a:endParaRPr lang="da-DK"/>
        </a:p>
      </dgm:t>
    </dgm:pt>
    <dgm:pt modelId="{B579C6BE-3422-464F-8D48-D64266172516}" type="sibTrans" cxnId="{CDF9212D-66AD-436F-9565-D6CD8AB64382}">
      <dgm:prSet/>
      <dgm:spPr/>
      <dgm:t>
        <a:bodyPr/>
        <a:lstStyle/>
        <a:p>
          <a:endParaRPr lang="da-DK"/>
        </a:p>
      </dgm:t>
    </dgm:pt>
    <dgm:pt modelId="{11EBCE35-AF27-4C3D-B4F3-EAB853A82BC4}">
      <dgm:prSet phldrT="[Tekst]" phldr="0"/>
      <dgm:spPr/>
      <dgm:t>
        <a:bodyPr/>
        <a:lstStyle/>
        <a:p>
          <a:r>
            <a:rPr lang="da-DK"/>
            <a:t>Finde og reparere fejlene, hvis de opstår</a:t>
          </a:r>
        </a:p>
      </dgm:t>
    </dgm:pt>
    <dgm:pt modelId="{DB4EFFE9-410B-4104-95B7-EEA3DDD7D44D}" type="parTrans" cxnId="{2B0DEC8A-84BC-4E0E-8C4B-15FD73799ECB}">
      <dgm:prSet/>
      <dgm:spPr/>
      <dgm:t>
        <a:bodyPr/>
        <a:lstStyle/>
        <a:p>
          <a:endParaRPr lang="da-DK"/>
        </a:p>
      </dgm:t>
    </dgm:pt>
    <dgm:pt modelId="{8EF467B5-AA82-44D9-B98B-93FE768EC874}" type="sibTrans" cxnId="{2B0DEC8A-84BC-4E0E-8C4B-15FD73799ECB}">
      <dgm:prSet/>
      <dgm:spPr/>
      <dgm:t>
        <a:bodyPr/>
        <a:lstStyle/>
        <a:p>
          <a:endParaRPr lang="da-DK"/>
        </a:p>
      </dgm:t>
    </dgm:pt>
    <dgm:pt modelId="{E5984308-6FE1-4F44-9187-8566D31E55C1}">
      <dgm:prSet phldrT="[Tekst]" phldr="0"/>
      <dgm:spPr/>
      <dgm:t>
        <a:bodyPr/>
        <a:lstStyle/>
        <a:p>
          <a:r>
            <a:rPr lang="da-DK" dirty="0"/>
            <a:t>Indbygge kontroller i applikationer, som logger eventuelle forsøg på misbrug og alarmerer</a:t>
          </a:r>
        </a:p>
      </dgm:t>
    </dgm:pt>
    <dgm:pt modelId="{6263B9F6-78AF-4EE0-9628-97CD2340A453}" type="parTrans" cxnId="{774F6937-4A09-4E9A-AE8F-985CEC201652}">
      <dgm:prSet/>
      <dgm:spPr/>
      <dgm:t>
        <a:bodyPr/>
        <a:lstStyle/>
        <a:p>
          <a:endParaRPr lang="da-DK"/>
        </a:p>
      </dgm:t>
    </dgm:pt>
    <dgm:pt modelId="{BB1AE24E-1EB7-41D4-B7B9-029ADCDF3D75}" type="sibTrans" cxnId="{774F6937-4A09-4E9A-AE8F-985CEC201652}">
      <dgm:prSet/>
      <dgm:spPr/>
      <dgm:t>
        <a:bodyPr/>
        <a:lstStyle/>
        <a:p>
          <a:endParaRPr lang="da-DK"/>
        </a:p>
      </dgm:t>
    </dgm:pt>
    <dgm:pt modelId="{1ABA6DED-B6DB-4ADB-8BA4-E8F8368D5224}" type="pres">
      <dgm:prSet presAssocID="{1ADE494F-A7E5-40FA-9B02-8F7A02C70CC2}" presName="linear" presStyleCnt="0">
        <dgm:presLayoutVars>
          <dgm:animLvl val="lvl"/>
          <dgm:resizeHandles val="exact"/>
        </dgm:presLayoutVars>
      </dgm:prSet>
      <dgm:spPr/>
    </dgm:pt>
    <dgm:pt modelId="{246906B9-9559-42CD-B50C-63210AAA8A88}" type="pres">
      <dgm:prSet presAssocID="{B1B37CEF-E3E3-48C9-9C0E-01382C6DC18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834FAF9-ACAB-46D7-87B5-39DCE9EC9F8B}" type="pres">
      <dgm:prSet presAssocID="{B579C6BE-3422-464F-8D48-D64266172516}" presName="spacer" presStyleCnt="0"/>
      <dgm:spPr/>
    </dgm:pt>
    <dgm:pt modelId="{45203A6C-1FBA-44A5-B17C-03E772D67CBB}" type="pres">
      <dgm:prSet presAssocID="{11EBCE35-AF27-4C3D-B4F3-EAB853A82BC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2F7FCC8-7552-463D-B014-BEB4471470D1}" type="pres">
      <dgm:prSet presAssocID="{8EF467B5-AA82-44D9-B98B-93FE768EC874}" presName="spacer" presStyleCnt="0"/>
      <dgm:spPr/>
    </dgm:pt>
    <dgm:pt modelId="{3362DFE8-6E92-4AF4-9859-2699B5ABFE23}" type="pres">
      <dgm:prSet presAssocID="{E5984308-6FE1-4F44-9187-8566D31E55C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DF9212D-66AD-436F-9565-D6CD8AB64382}" srcId="{1ADE494F-A7E5-40FA-9B02-8F7A02C70CC2}" destId="{B1B37CEF-E3E3-48C9-9C0E-01382C6DC182}" srcOrd="0" destOrd="0" parTransId="{3F6DB64A-1285-4BCC-B303-28E466A0AD2F}" sibTransId="{B579C6BE-3422-464F-8D48-D64266172516}"/>
    <dgm:cxn modelId="{774F6937-4A09-4E9A-AE8F-985CEC201652}" srcId="{1ADE494F-A7E5-40FA-9B02-8F7A02C70CC2}" destId="{E5984308-6FE1-4F44-9187-8566D31E55C1}" srcOrd="2" destOrd="0" parTransId="{6263B9F6-78AF-4EE0-9628-97CD2340A453}" sibTransId="{BB1AE24E-1EB7-41D4-B7B9-029ADCDF3D75}"/>
    <dgm:cxn modelId="{5FE03239-BCED-4989-843F-1293300D03EA}" type="presOf" srcId="{1ADE494F-A7E5-40FA-9B02-8F7A02C70CC2}" destId="{1ABA6DED-B6DB-4ADB-8BA4-E8F8368D5224}" srcOrd="0" destOrd="0" presId="urn:microsoft.com/office/officeart/2005/8/layout/vList2"/>
    <dgm:cxn modelId="{E4CAF54C-02C6-4292-81B8-AB81F512454E}" type="presOf" srcId="{11EBCE35-AF27-4C3D-B4F3-EAB853A82BC4}" destId="{45203A6C-1FBA-44A5-B17C-03E772D67CBB}" srcOrd="0" destOrd="0" presId="urn:microsoft.com/office/officeart/2005/8/layout/vList2"/>
    <dgm:cxn modelId="{10DAF875-7B87-4B00-AC51-25ECEF6BD026}" type="presOf" srcId="{B1B37CEF-E3E3-48C9-9C0E-01382C6DC182}" destId="{246906B9-9559-42CD-B50C-63210AAA8A88}" srcOrd="0" destOrd="0" presId="urn:microsoft.com/office/officeart/2005/8/layout/vList2"/>
    <dgm:cxn modelId="{2B0DEC8A-84BC-4E0E-8C4B-15FD73799ECB}" srcId="{1ADE494F-A7E5-40FA-9B02-8F7A02C70CC2}" destId="{11EBCE35-AF27-4C3D-B4F3-EAB853A82BC4}" srcOrd="1" destOrd="0" parTransId="{DB4EFFE9-410B-4104-95B7-EEA3DDD7D44D}" sibTransId="{8EF467B5-AA82-44D9-B98B-93FE768EC874}"/>
    <dgm:cxn modelId="{31F846CF-F015-4BE5-BB02-76F4330E6E3A}" type="presOf" srcId="{E5984308-6FE1-4F44-9187-8566D31E55C1}" destId="{3362DFE8-6E92-4AF4-9859-2699B5ABFE23}" srcOrd="0" destOrd="0" presId="urn:microsoft.com/office/officeart/2005/8/layout/vList2"/>
    <dgm:cxn modelId="{79AB4405-7748-492A-AD5E-A2E3DF5C80FF}" type="presParOf" srcId="{1ABA6DED-B6DB-4ADB-8BA4-E8F8368D5224}" destId="{246906B9-9559-42CD-B50C-63210AAA8A88}" srcOrd="0" destOrd="0" presId="urn:microsoft.com/office/officeart/2005/8/layout/vList2"/>
    <dgm:cxn modelId="{D2923387-08FF-4B6E-BE24-537009833803}" type="presParOf" srcId="{1ABA6DED-B6DB-4ADB-8BA4-E8F8368D5224}" destId="{9834FAF9-ACAB-46D7-87B5-39DCE9EC9F8B}" srcOrd="1" destOrd="0" presId="urn:microsoft.com/office/officeart/2005/8/layout/vList2"/>
    <dgm:cxn modelId="{C4B0CCC0-17E0-4D59-9C23-18889B65CF44}" type="presParOf" srcId="{1ABA6DED-B6DB-4ADB-8BA4-E8F8368D5224}" destId="{45203A6C-1FBA-44A5-B17C-03E772D67CBB}" srcOrd="2" destOrd="0" presId="urn:microsoft.com/office/officeart/2005/8/layout/vList2"/>
    <dgm:cxn modelId="{19ABC972-1226-44D0-B75B-F02A4D51DFDF}" type="presParOf" srcId="{1ABA6DED-B6DB-4ADB-8BA4-E8F8368D5224}" destId="{92F7FCC8-7552-463D-B014-BEB4471470D1}" srcOrd="3" destOrd="0" presId="urn:microsoft.com/office/officeart/2005/8/layout/vList2"/>
    <dgm:cxn modelId="{5D8B9189-E018-45AB-B102-C6B30DB7F637}" type="presParOf" srcId="{1ABA6DED-B6DB-4ADB-8BA4-E8F8368D5224}" destId="{3362DFE8-6E92-4AF4-9859-2699B5ABFE2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56FB23-A1C8-4C23-8B20-BAB05A7683E3}" type="doc">
      <dgm:prSet loTypeId="urn:microsoft.com/office/officeart/2005/8/layout/cycle3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C757CE79-DDAE-45B0-B5EB-2780B794D476}">
      <dgm:prSet phldrT="[Tekst]"/>
      <dgm:spPr/>
      <dgm:t>
        <a:bodyPr/>
        <a:lstStyle/>
        <a:p>
          <a:pPr>
            <a:buNone/>
          </a:pPr>
          <a:r>
            <a:rPr lang="da-DK" b="1" dirty="0"/>
            <a:t>Kommunikation</a:t>
          </a:r>
          <a:endParaRPr lang="da-DK" dirty="0"/>
        </a:p>
      </dgm:t>
    </dgm:pt>
    <dgm:pt modelId="{D75DE818-A607-418F-8FD7-43F5CDB1A812}" type="parTrans" cxnId="{E1044C65-852C-474F-B469-988CB2834AC3}">
      <dgm:prSet/>
      <dgm:spPr/>
      <dgm:t>
        <a:bodyPr/>
        <a:lstStyle/>
        <a:p>
          <a:endParaRPr lang="da-DK"/>
        </a:p>
      </dgm:t>
    </dgm:pt>
    <dgm:pt modelId="{1B2A154E-3A0A-4E51-8415-AC56B191828B}" type="sibTrans" cxnId="{E1044C65-852C-474F-B469-988CB2834AC3}">
      <dgm:prSet/>
      <dgm:spPr/>
      <dgm:t>
        <a:bodyPr/>
        <a:lstStyle/>
        <a:p>
          <a:endParaRPr lang="da-DK"/>
        </a:p>
      </dgm:t>
    </dgm:pt>
    <dgm:pt modelId="{62C9296D-840F-477C-B3DB-E8823831C8C0}">
      <dgm:prSet phldrT="[Tekst]"/>
      <dgm:spPr/>
      <dgm:t>
        <a:bodyPr/>
        <a:lstStyle/>
        <a:p>
          <a:pPr>
            <a:buNone/>
          </a:pPr>
          <a:r>
            <a:rPr lang="da-DK" b="1"/>
            <a:t>Planlægning</a:t>
          </a:r>
          <a:endParaRPr lang="da-DK" dirty="0"/>
        </a:p>
      </dgm:t>
    </dgm:pt>
    <dgm:pt modelId="{3663C2E3-76B9-4F9A-BF90-198507B03CB1}" type="parTrans" cxnId="{FBD9FA70-9CA1-4564-A3C8-A8F427E25FB7}">
      <dgm:prSet/>
      <dgm:spPr/>
      <dgm:t>
        <a:bodyPr/>
        <a:lstStyle/>
        <a:p>
          <a:endParaRPr lang="da-DK"/>
        </a:p>
      </dgm:t>
    </dgm:pt>
    <dgm:pt modelId="{819B5663-0720-432A-92E2-D7F7ABFEF5E4}" type="sibTrans" cxnId="{FBD9FA70-9CA1-4564-A3C8-A8F427E25FB7}">
      <dgm:prSet/>
      <dgm:spPr/>
      <dgm:t>
        <a:bodyPr/>
        <a:lstStyle/>
        <a:p>
          <a:endParaRPr lang="da-DK"/>
        </a:p>
      </dgm:t>
    </dgm:pt>
    <dgm:pt modelId="{20063646-74BA-46CB-A624-1761EDB8D44E}">
      <dgm:prSet phldrT="[Tekst]"/>
      <dgm:spPr/>
      <dgm:t>
        <a:bodyPr/>
        <a:lstStyle/>
        <a:p>
          <a:pPr>
            <a:buNone/>
          </a:pPr>
          <a:r>
            <a:rPr lang="da-DK" b="1" dirty="0"/>
            <a:t>Modellering</a:t>
          </a:r>
          <a:endParaRPr lang="da-DK" dirty="0"/>
        </a:p>
      </dgm:t>
    </dgm:pt>
    <dgm:pt modelId="{B2900318-3222-4743-9749-3B2E7F20E4A7}" type="parTrans" cxnId="{20D1EAD7-98CC-4FD0-89E2-432D485882A3}">
      <dgm:prSet/>
      <dgm:spPr/>
      <dgm:t>
        <a:bodyPr/>
        <a:lstStyle/>
        <a:p>
          <a:endParaRPr lang="da-DK"/>
        </a:p>
      </dgm:t>
    </dgm:pt>
    <dgm:pt modelId="{8D061029-8D75-4CA4-B360-26CEB957C7CB}" type="sibTrans" cxnId="{20D1EAD7-98CC-4FD0-89E2-432D485882A3}">
      <dgm:prSet/>
      <dgm:spPr/>
      <dgm:t>
        <a:bodyPr/>
        <a:lstStyle/>
        <a:p>
          <a:endParaRPr lang="da-DK"/>
        </a:p>
      </dgm:t>
    </dgm:pt>
    <dgm:pt modelId="{64F027E5-6F81-4F5F-BE06-CA7B4619B482}">
      <dgm:prSet phldrT="[Tekst]"/>
      <dgm:spPr/>
      <dgm:t>
        <a:bodyPr/>
        <a:lstStyle/>
        <a:p>
          <a:pPr>
            <a:buNone/>
          </a:pPr>
          <a:r>
            <a:rPr lang="da-DK" b="1" dirty="0"/>
            <a:t>Konstruktion</a:t>
          </a:r>
          <a:endParaRPr lang="da-DK" dirty="0"/>
        </a:p>
      </dgm:t>
    </dgm:pt>
    <dgm:pt modelId="{96E434A1-9C18-443B-BF2E-3DDA477BE772}" type="parTrans" cxnId="{E684FA1A-EAAE-49E5-B34A-D01BBC76F435}">
      <dgm:prSet/>
      <dgm:spPr/>
      <dgm:t>
        <a:bodyPr/>
        <a:lstStyle/>
        <a:p>
          <a:endParaRPr lang="da-DK"/>
        </a:p>
      </dgm:t>
    </dgm:pt>
    <dgm:pt modelId="{2261691A-DE00-4028-988F-6AECA3FEC1B2}" type="sibTrans" cxnId="{E684FA1A-EAAE-49E5-B34A-D01BBC76F435}">
      <dgm:prSet/>
      <dgm:spPr/>
      <dgm:t>
        <a:bodyPr/>
        <a:lstStyle/>
        <a:p>
          <a:endParaRPr lang="da-DK"/>
        </a:p>
      </dgm:t>
    </dgm:pt>
    <dgm:pt modelId="{73A49102-AFE5-468C-AA43-DA05E284FB54}">
      <dgm:prSet phldrT="[Tekst]"/>
      <dgm:spPr/>
      <dgm:t>
        <a:bodyPr/>
        <a:lstStyle/>
        <a:p>
          <a:pPr>
            <a:buNone/>
          </a:pPr>
          <a:r>
            <a:rPr lang="da-DK" b="1" dirty="0"/>
            <a:t>Udrulning</a:t>
          </a:r>
          <a:endParaRPr lang="da-DK" dirty="0"/>
        </a:p>
      </dgm:t>
    </dgm:pt>
    <dgm:pt modelId="{39B40DED-E52E-4117-948D-15F9A48FFC75}" type="parTrans" cxnId="{C72E82BA-D708-4C58-911B-DE9D2C62B131}">
      <dgm:prSet/>
      <dgm:spPr/>
      <dgm:t>
        <a:bodyPr/>
        <a:lstStyle/>
        <a:p>
          <a:endParaRPr lang="da-DK"/>
        </a:p>
      </dgm:t>
    </dgm:pt>
    <dgm:pt modelId="{35D7741A-96B1-4A21-92E9-2EE17844F29B}" type="sibTrans" cxnId="{C72E82BA-D708-4C58-911B-DE9D2C62B131}">
      <dgm:prSet/>
      <dgm:spPr/>
      <dgm:t>
        <a:bodyPr/>
        <a:lstStyle/>
        <a:p>
          <a:endParaRPr lang="da-DK"/>
        </a:p>
      </dgm:t>
    </dgm:pt>
    <dgm:pt modelId="{CD4D35A1-EDE2-47FD-905A-A1DE5E1169DD}">
      <dgm:prSet phldrT="[Tekst]"/>
      <dgm:spPr/>
      <dgm:t>
        <a:bodyPr/>
        <a:lstStyle/>
        <a:p>
          <a:pPr>
            <a:buNone/>
          </a:pPr>
          <a:r>
            <a:rPr lang="da-DK"/>
            <a:t>Kravsafdækning</a:t>
          </a:r>
          <a:endParaRPr lang="da-DK" dirty="0"/>
        </a:p>
      </dgm:t>
    </dgm:pt>
    <dgm:pt modelId="{C69B5652-9DCA-4B66-8908-095D46FECD0B}" type="parTrans" cxnId="{ED07D1B4-56DB-4C80-A2DE-2CFAD8AB9971}">
      <dgm:prSet/>
      <dgm:spPr/>
      <dgm:t>
        <a:bodyPr/>
        <a:lstStyle/>
        <a:p>
          <a:endParaRPr lang="da-DK"/>
        </a:p>
      </dgm:t>
    </dgm:pt>
    <dgm:pt modelId="{C962FBF5-4C92-419B-AEB5-27771428DDA5}" type="sibTrans" cxnId="{ED07D1B4-56DB-4C80-A2DE-2CFAD8AB9971}">
      <dgm:prSet/>
      <dgm:spPr/>
      <dgm:t>
        <a:bodyPr/>
        <a:lstStyle/>
        <a:p>
          <a:endParaRPr lang="da-DK"/>
        </a:p>
      </dgm:t>
    </dgm:pt>
    <dgm:pt modelId="{CC59A3AC-975D-46CC-BEE0-02CC9AA96A6F}">
      <dgm:prSet phldrT="[Tekst]"/>
      <dgm:spPr/>
      <dgm:t>
        <a:bodyPr/>
        <a:lstStyle/>
        <a:p>
          <a:pPr>
            <a:buNone/>
          </a:pPr>
          <a:r>
            <a:rPr lang="da-DK"/>
            <a:t>Analyse og design</a:t>
          </a:r>
          <a:endParaRPr lang="da-DK" dirty="0"/>
        </a:p>
      </dgm:t>
    </dgm:pt>
    <dgm:pt modelId="{696DAD71-55F6-4E77-A63F-63D70D15A066}" type="parTrans" cxnId="{888827F0-270E-45F5-BD71-439943879B5C}">
      <dgm:prSet/>
      <dgm:spPr/>
      <dgm:t>
        <a:bodyPr/>
        <a:lstStyle/>
        <a:p>
          <a:endParaRPr lang="da-DK"/>
        </a:p>
      </dgm:t>
    </dgm:pt>
    <dgm:pt modelId="{4B40FD15-150E-4140-9299-C97F159F4339}" type="sibTrans" cxnId="{888827F0-270E-45F5-BD71-439943879B5C}">
      <dgm:prSet/>
      <dgm:spPr/>
      <dgm:t>
        <a:bodyPr/>
        <a:lstStyle/>
        <a:p>
          <a:endParaRPr lang="da-DK"/>
        </a:p>
      </dgm:t>
    </dgm:pt>
    <dgm:pt modelId="{38CEC26F-A407-479A-AD3F-E2F9C8435D36}">
      <dgm:prSet phldrT="[Tekst]"/>
      <dgm:spPr/>
      <dgm:t>
        <a:bodyPr/>
        <a:lstStyle/>
        <a:p>
          <a:pPr>
            <a:buNone/>
          </a:pPr>
          <a:r>
            <a:rPr lang="da-DK"/>
            <a:t>Test</a:t>
          </a:r>
          <a:endParaRPr lang="da-DK" dirty="0"/>
        </a:p>
      </dgm:t>
    </dgm:pt>
    <dgm:pt modelId="{3DAED2E9-19BB-41BF-9BE6-037B7E100D34}" type="parTrans" cxnId="{6AEB8DB0-C7AA-44E3-8D07-DD197619930E}">
      <dgm:prSet/>
      <dgm:spPr/>
      <dgm:t>
        <a:bodyPr/>
        <a:lstStyle/>
        <a:p>
          <a:endParaRPr lang="da-DK"/>
        </a:p>
      </dgm:t>
    </dgm:pt>
    <dgm:pt modelId="{D3F83957-3CD1-4226-9EE6-E6D11EE63363}" type="sibTrans" cxnId="{6AEB8DB0-C7AA-44E3-8D07-DD197619930E}">
      <dgm:prSet/>
      <dgm:spPr/>
      <dgm:t>
        <a:bodyPr/>
        <a:lstStyle/>
        <a:p>
          <a:endParaRPr lang="da-DK"/>
        </a:p>
      </dgm:t>
    </dgm:pt>
    <dgm:pt modelId="{089E4931-CB52-4744-B903-F97939B65D71}">
      <dgm:prSet phldrT="[Tekst]"/>
      <dgm:spPr/>
      <dgm:t>
        <a:bodyPr/>
        <a:lstStyle/>
        <a:p>
          <a:pPr>
            <a:buNone/>
          </a:pPr>
          <a:r>
            <a:rPr lang="da-DK"/>
            <a:t>Drift</a:t>
          </a:r>
          <a:endParaRPr lang="da-DK" dirty="0"/>
        </a:p>
      </dgm:t>
    </dgm:pt>
    <dgm:pt modelId="{1CD515D4-619D-4ED3-8F0B-F623BC64E0B2}" type="parTrans" cxnId="{6A8E3523-1E97-4E6F-A7A1-059E93D09392}">
      <dgm:prSet/>
      <dgm:spPr/>
      <dgm:t>
        <a:bodyPr/>
        <a:lstStyle/>
        <a:p>
          <a:endParaRPr lang="da-DK"/>
        </a:p>
      </dgm:t>
    </dgm:pt>
    <dgm:pt modelId="{A694FFEE-348A-436F-AF9F-266167508A3A}" type="sibTrans" cxnId="{6A8E3523-1E97-4E6F-A7A1-059E93D09392}">
      <dgm:prSet/>
      <dgm:spPr/>
      <dgm:t>
        <a:bodyPr/>
        <a:lstStyle/>
        <a:p>
          <a:endParaRPr lang="da-DK"/>
        </a:p>
      </dgm:t>
    </dgm:pt>
    <dgm:pt modelId="{C64C3F92-DF83-4F4B-B62D-FCD791F94E4D}" type="pres">
      <dgm:prSet presAssocID="{C456FB23-A1C8-4C23-8B20-BAB05A7683E3}" presName="Name0" presStyleCnt="0">
        <dgm:presLayoutVars>
          <dgm:dir/>
          <dgm:resizeHandles val="exact"/>
        </dgm:presLayoutVars>
      </dgm:prSet>
      <dgm:spPr/>
    </dgm:pt>
    <dgm:pt modelId="{D53502C0-E0C3-4D41-8F32-73175C6DC4C5}" type="pres">
      <dgm:prSet presAssocID="{C456FB23-A1C8-4C23-8B20-BAB05A7683E3}" presName="cycle" presStyleCnt="0"/>
      <dgm:spPr/>
    </dgm:pt>
    <dgm:pt modelId="{55AB2A09-1166-4F89-8E63-448BFB410F60}" type="pres">
      <dgm:prSet presAssocID="{C757CE79-DDAE-45B0-B5EB-2780B794D476}" presName="nodeFirstNode" presStyleLbl="node1" presStyleIdx="0" presStyleCnt="5">
        <dgm:presLayoutVars>
          <dgm:bulletEnabled val="1"/>
        </dgm:presLayoutVars>
      </dgm:prSet>
      <dgm:spPr/>
    </dgm:pt>
    <dgm:pt modelId="{9DAED468-972B-4116-8386-18B17BB472D5}" type="pres">
      <dgm:prSet presAssocID="{1B2A154E-3A0A-4E51-8415-AC56B191828B}" presName="sibTransFirstNode" presStyleLbl="bgShp" presStyleIdx="0" presStyleCnt="1"/>
      <dgm:spPr/>
    </dgm:pt>
    <dgm:pt modelId="{11B06698-3BBB-4C7A-913E-5E6D1A2DE76F}" type="pres">
      <dgm:prSet presAssocID="{62C9296D-840F-477C-B3DB-E8823831C8C0}" presName="nodeFollowingNodes" presStyleLbl="node1" presStyleIdx="1" presStyleCnt="5">
        <dgm:presLayoutVars>
          <dgm:bulletEnabled val="1"/>
        </dgm:presLayoutVars>
      </dgm:prSet>
      <dgm:spPr/>
    </dgm:pt>
    <dgm:pt modelId="{E7680465-1566-473E-91E9-CC11A6F9FA3C}" type="pres">
      <dgm:prSet presAssocID="{20063646-74BA-46CB-A624-1761EDB8D44E}" presName="nodeFollowingNodes" presStyleLbl="node1" presStyleIdx="2" presStyleCnt="5">
        <dgm:presLayoutVars>
          <dgm:bulletEnabled val="1"/>
        </dgm:presLayoutVars>
      </dgm:prSet>
      <dgm:spPr/>
    </dgm:pt>
    <dgm:pt modelId="{4AF8B85B-B1B3-4526-B11C-D3DECD6D528F}" type="pres">
      <dgm:prSet presAssocID="{64F027E5-6F81-4F5F-BE06-CA7B4619B482}" presName="nodeFollowingNodes" presStyleLbl="node1" presStyleIdx="3" presStyleCnt="5">
        <dgm:presLayoutVars>
          <dgm:bulletEnabled val="1"/>
        </dgm:presLayoutVars>
      </dgm:prSet>
      <dgm:spPr/>
    </dgm:pt>
    <dgm:pt modelId="{A5A1C69E-A002-45D1-A625-F9472CC2A8C5}" type="pres">
      <dgm:prSet presAssocID="{73A49102-AFE5-468C-AA43-DA05E284FB54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28CF9511-C4D9-4EBA-8577-0E36718A44F0}" type="presOf" srcId="{CD4D35A1-EDE2-47FD-905A-A1DE5E1169DD}" destId="{55AB2A09-1166-4F89-8E63-448BFB410F60}" srcOrd="0" destOrd="1" presId="urn:microsoft.com/office/officeart/2005/8/layout/cycle3"/>
    <dgm:cxn modelId="{E684FA1A-EAAE-49E5-B34A-D01BBC76F435}" srcId="{C456FB23-A1C8-4C23-8B20-BAB05A7683E3}" destId="{64F027E5-6F81-4F5F-BE06-CA7B4619B482}" srcOrd="3" destOrd="0" parTransId="{96E434A1-9C18-443B-BF2E-3DDA477BE772}" sibTransId="{2261691A-DE00-4028-988F-6AECA3FEC1B2}"/>
    <dgm:cxn modelId="{09B5AD20-1F5E-4E99-A491-78535A00864B}" type="presOf" srcId="{CC59A3AC-975D-46CC-BEE0-02CC9AA96A6F}" destId="{E7680465-1566-473E-91E9-CC11A6F9FA3C}" srcOrd="0" destOrd="1" presId="urn:microsoft.com/office/officeart/2005/8/layout/cycle3"/>
    <dgm:cxn modelId="{6A8E3523-1E97-4E6F-A7A1-059E93D09392}" srcId="{73A49102-AFE5-468C-AA43-DA05E284FB54}" destId="{089E4931-CB52-4744-B903-F97939B65D71}" srcOrd="0" destOrd="0" parTransId="{1CD515D4-619D-4ED3-8F0B-F623BC64E0B2}" sibTransId="{A694FFEE-348A-436F-AF9F-266167508A3A}"/>
    <dgm:cxn modelId="{C6AF5A31-A61A-481B-913D-797E638B8749}" type="presOf" srcId="{20063646-74BA-46CB-A624-1761EDB8D44E}" destId="{E7680465-1566-473E-91E9-CC11A6F9FA3C}" srcOrd="0" destOrd="0" presId="urn:microsoft.com/office/officeart/2005/8/layout/cycle3"/>
    <dgm:cxn modelId="{CD41ED64-E07A-4C66-A489-2E68C344781D}" type="presOf" srcId="{C456FB23-A1C8-4C23-8B20-BAB05A7683E3}" destId="{C64C3F92-DF83-4F4B-B62D-FCD791F94E4D}" srcOrd="0" destOrd="0" presId="urn:microsoft.com/office/officeart/2005/8/layout/cycle3"/>
    <dgm:cxn modelId="{E1044C65-852C-474F-B469-988CB2834AC3}" srcId="{C456FB23-A1C8-4C23-8B20-BAB05A7683E3}" destId="{C757CE79-DDAE-45B0-B5EB-2780B794D476}" srcOrd="0" destOrd="0" parTransId="{D75DE818-A607-418F-8FD7-43F5CDB1A812}" sibTransId="{1B2A154E-3A0A-4E51-8415-AC56B191828B}"/>
    <dgm:cxn modelId="{FBD9FA70-9CA1-4564-A3C8-A8F427E25FB7}" srcId="{C456FB23-A1C8-4C23-8B20-BAB05A7683E3}" destId="{62C9296D-840F-477C-B3DB-E8823831C8C0}" srcOrd="1" destOrd="0" parTransId="{3663C2E3-76B9-4F9A-BF90-198507B03CB1}" sibTransId="{819B5663-0720-432A-92E2-D7F7ABFEF5E4}"/>
    <dgm:cxn modelId="{7AB6F77D-E5BC-4677-BCF4-C62EFC99CDAE}" type="presOf" srcId="{73A49102-AFE5-468C-AA43-DA05E284FB54}" destId="{A5A1C69E-A002-45D1-A625-F9472CC2A8C5}" srcOrd="0" destOrd="0" presId="urn:microsoft.com/office/officeart/2005/8/layout/cycle3"/>
    <dgm:cxn modelId="{5FA09C90-2CE6-429A-9E32-3F62ABED9235}" type="presOf" srcId="{64F027E5-6F81-4F5F-BE06-CA7B4619B482}" destId="{4AF8B85B-B1B3-4526-B11C-D3DECD6D528F}" srcOrd="0" destOrd="0" presId="urn:microsoft.com/office/officeart/2005/8/layout/cycle3"/>
    <dgm:cxn modelId="{4A9B6D99-8E89-4836-B1E3-C132A532D7DD}" type="presOf" srcId="{C757CE79-DDAE-45B0-B5EB-2780B794D476}" destId="{55AB2A09-1166-4F89-8E63-448BFB410F60}" srcOrd="0" destOrd="0" presId="urn:microsoft.com/office/officeart/2005/8/layout/cycle3"/>
    <dgm:cxn modelId="{631AC0A5-C025-43B2-930A-3413653209F2}" type="presOf" srcId="{089E4931-CB52-4744-B903-F97939B65D71}" destId="{A5A1C69E-A002-45D1-A625-F9472CC2A8C5}" srcOrd="0" destOrd="1" presId="urn:microsoft.com/office/officeart/2005/8/layout/cycle3"/>
    <dgm:cxn modelId="{6AEB8DB0-C7AA-44E3-8D07-DD197619930E}" srcId="{64F027E5-6F81-4F5F-BE06-CA7B4619B482}" destId="{38CEC26F-A407-479A-AD3F-E2F9C8435D36}" srcOrd="0" destOrd="0" parTransId="{3DAED2E9-19BB-41BF-9BE6-037B7E100D34}" sibTransId="{D3F83957-3CD1-4226-9EE6-E6D11EE63363}"/>
    <dgm:cxn modelId="{ED07D1B4-56DB-4C80-A2DE-2CFAD8AB9971}" srcId="{C757CE79-DDAE-45B0-B5EB-2780B794D476}" destId="{CD4D35A1-EDE2-47FD-905A-A1DE5E1169DD}" srcOrd="0" destOrd="0" parTransId="{C69B5652-9DCA-4B66-8908-095D46FECD0B}" sibTransId="{C962FBF5-4C92-419B-AEB5-27771428DDA5}"/>
    <dgm:cxn modelId="{C72E82BA-D708-4C58-911B-DE9D2C62B131}" srcId="{C456FB23-A1C8-4C23-8B20-BAB05A7683E3}" destId="{73A49102-AFE5-468C-AA43-DA05E284FB54}" srcOrd="4" destOrd="0" parTransId="{39B40DED-E52E-4117-948D-15F9A48FFC75}" sibTransId="{35D7741A-96B1-4A21-92E9-2EE17844F29B}"/>
    <dgm:cxn modelId="{20D1EAD7-98CC-4FD0-89E2-432D485882A3}" srcId="{C456FB23-A1C8-4C23-8B20-BAB05A7683E3}" destId="{20063646-74BA-46CB-A624-1761EDB8D44E}" srcOrd="2" destOrd="0" parTransId="{B2900318-3222-4743-9749-3B2E7F20E4A7}" sibTransId="{8D061029-8D75-4CA4-B360-26CEB957C7CB}"/>
    <dgm:cxn modelId="{A406F3D9-7C94-405F-A8D3-30B3B4DB5757}" type="presOf" srcId="{38CEC26F-A407-479A-AD3F-E2F9C8435D36}" destId="{4AF8B85B-B1B3-4526-B11C-D3DECD6D528F}" srcOrd="0" destOrd="1" presId="urn:microsoft.com/office/officeart/2005/8/layout/cycle3"/>
    <dgm:cxn modelId="{25E583E6-A40B-46AA-BC43-8396551FFE35}" type="presOf" srcId="{62C9296D-840F-477C-B3DB-E8823831C8C0}" destId="{11B06698-3BBB-4C7A-913E-5E6D1A2DE76F}" srcOrd="0" destOrd="0" presId="urn:microsoft.com/office/officeart/2005/8/layout/cycle3"/>
    <dgm:cxn modelId="{888827F0-270E-45F5-BD71-439943879B5C}" srcId="{20063646-74BA-46CB-A624-1761EDB8D44E}" destId="{CC59A3AC-975D-46CC-BEE0-02CC9AA96A6F}" srcOrd="0" destOrd="0" parTransId="{696DAD71-55F6-4E77-A63F-63D70D15A066}" sibTransId="{4B40FD15-150E-4140-9299-C97F159F4339}"/>
    <dgm:cxn modelId="{AF2AABFB-8704-403A-A8D2-885D4961D594}" type="presOf" srcId="{1B2A154E-3A0A-4E51-8415-AC56B191828B}" destId="{9DAED468-972B-4116-8386-18B17BB472D5}" srcOrd="0" destOrd="0" presId="urn:microsoft.com/office/officeart/2005/8/layout/cycle3"/>
    <dgm:cxn modelId="{50EE36A6-947D-48A8-837E-0416A2748C93}" type="presParOf" srcId="{C64C3F92-DF83-4F4B-B62D-FCD791F94E4D}" destId="{D53502C0-E0C3-4D41-8F32-73175C6DC4C5}" srcOrd="0" destOrd="0" presId="urn:microsoft.com/office/officeart/2005/8/layout/cycle3"/>
    <dgm:cxn modelId="{37E39E96-ED7F-4289-8D5F-CA0CDB347874}" type="presParOf" srcId="{D53502C0-E0C3-4D41-8F32-73175C6DC4C5}" destId="{55AB2A09-1166-4F89-8E63-448BFB410F60}" srcOrd="0" destOrd="0" presId="urn:microsoft.com/office/officeart/2005/8/layout/cycle3"/>
    <dgm:cxn modelId="{9BAC2FA4-1C74-4D0D-A665-22B121073373}" type="presParOf" srcId="{D53502C0-E0C3-4D41-8F32-73175C6DC4C5}" destId="{9DAED468-972B-4116-8386-18B17BB472D5}" srcOrd="1" destOrd="0" presId="urn:microsoft.com/office/officeart/2005/8/layout/cycle3"/>
    <dgm:cxn modelId="{F205732C-5562-4FC0-B606-CA4A6300DC35}" type="presParOf" srcId="{D53502C0-E0C3-4D41-8F32-73175C6DC4C5}" destId="{11B06698-3BBB-4C7A-913E-5E6D1A2DE76F}" srcOrd="2" destOrd="0" presId="urn:microsoft.com/office/officeart/2005/8/layout/cycle3"/>
    <dgm:cxn modelId="{A4B661AF-A24E-4F26-931A-E39BB28D87AF}" type="presParOf" srcId="{D53502C0-E0C3-4D41-8F32-73175C6DC4C5}" destId="{E7680465-1566-473E-91E9-CC11A6F9FA3C}" srcOrd="3" destOrd="0" presId="urn:microsoft.com/office/officeart/2005/8/layout/cycle3"/>
    <dgm:cxn modelId="{6CF0FC48-6970-4E4F-9CEF-BA7BC3DA33D6}" type="presParOf" srcId="{D53502C0-E0C3-4D41-8F32-73175C6DC4C5}" destId="{4AF8B85B-B1B3-4526-B11C-D3DECD6D528F}" srcOrd="4" destOrd="0" presId="urn:microsoft.com/office/officeart/2005/8/layout/cycle3"/>
    <dgm:cxn modelId="{AD713AA9-3640-40F2-AE14-EAA89503E13F}" type="presParOf" srcId="{D53502C0-E0C3-4D41-8F32-73175C6DC4C5}" destId="{A5A1C69E-A002-45D1-A625-F9472CC2A8C5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2D732-2BED-44BD-AA86-E438F28185AE}">
      <dsp:nvSpPr>
        <dsp:cNvPr id="0" name=""/>
        <dsp:cNvSpPr/>
      </dsp:nvSpPr>
      <dsp:spPr>
        <a:xfrm>
          <a:off x="2693194" y="1579313"/>
          <a:ext cx="1905454" cy="330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349"/>
              </a:lnTo>
              <a:lnTo>
                <a:pt x="1905454" y="165349"/>
              </a:lnTo>
              <a:lnTo>
                <a:pt x="1905454" y="3306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514537-ED0F-47AC-B6CB-A591441254B2}">
      <dsp:nvSpPr>
        <dsp:cNvPr id="0" name=""/>
        <dsp:cNvSpPr/>
      </dsp:nvSpPr>
      <dsp:spPr>
        <a:xfrm>
          <a:off x="2647473" y="1579313"/>
          <a:ext cx="91440" cy="3306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06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D480D7-5390-4A42-8168-7ABF1F9E7C68}">
      <dsp:nvSpPr>
        <dsp:cNvPr id="0" name=""/>
        <dsp:cNvSpPr/>
      </dsp:nvSpPr>
      <dsp:spPr>
        <a:xfrm>
          <a:off x="787739" y="1579313"/>
          <a:ext cx="1905454" cy="330698"/>
        </a:xfrm>
        <a:custGeom>
          <a:avLst/>
          <a:gdLst/>
          <a:ahLst/>
          <a:cxnLst/>
          <a:rect l="0" t="0" r="0" b="0"/>
          <a:pathLst>
            <a:path>
              <a:moveTo>
                <a:pt x="1905454" y="0"/>
              </a:moveTo>
              <a:lnTo>
                <a:pt x="1905454" y="165349"/>
              </a:lnTo>
              <a:lnTo>
                <a:pt x="0" y="165349"/>
              </a:lnTo>
              <a:lnTo>
                <a:pt x="0" y="3306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252D31-D004-4F3C-8AA5-C6AA3EEF8662}">
      <dsp:nvSpPr>
        <dsp:cNvPr id="0" name=""/>
        <dsp:cNvSpPr/>
      </dsp:nvSpPr>
      <dsp:spPr>
        <a:xfrm>
          <a:off x="1905816" y="791935"/>
          <a:ext cx="1574755" cy="7873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300" kern="1200"/>
            <a:t>Softwaresikkrhed</a:t>
          </a:r>
          <a:endParaRPr lang="da-DK" sz="1300" kern="1200" dirty="0"/>
        </a:p>
      </dsp:txBody>
      <dsp:txXfrm>
        <a:off x="1905816" y="791935"/>
        <a:ext cx="1574755" cy="787377"/>
      </dsp:txXfrm>
    </dsp:sp>
    <dsp:sp modelId="{735644A3-73ED-4EB2-BF23-9AC8BF0433BE}">
      <dsp:nvSpPr>
        <dsp:cNvPr id="0" name=""/>
        <dsp:cNvSpPr/>
      </dsp:nvSpPr>
      <dsp:spPr>
        <a:xfrm>
          <a:off x="361" y="1910011"/>
          <a:ext cx="1574755" cy="787377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300" kern="1200" dirty="0"/>
            <a:t>Applikationssikkerhed</a:t>
          </a:r>
        </a:p>
      </dsp:txBody>
      <dsp:txXfrm>
        <a:off x="361" y="1910011"/>
        <a:ext cx="1574755" cy="787377"/>
      </dsp:txXfrm>
    </dsp:sp>
    <dsp:sp modelId="{BDE6E5D2-631D-4160-A84D-F0C6D3A25577}">
      <dsp:nvSpPr>
        <dsp:cNvPr id="0" name=""/>
        <dsp:cNvSpPr/>
      </dsp:nvSpPr>
      <dsp:spPr>
        <a:xfrm>
          <a:off x="1905816" y="1910011"/>
          <a:ext cx="1574755" cy="7873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300" kern="1200" dirty="0"/>
            <a:t>Lavniveau sikkerhed</a:t>
          </a:r>
        </a:p>
      </dsp:txBody>
      <dsp:txXfrm>
        <a:off x="1905816" y="1910011"/>
        <a:ext cx="1574755" cy="787377"/>
      </dsp:txXfrm>
    </dsp:sp>
    <dsp:sp modelId="{FD256F2E-36A8-43DE-BB19-0194F262480E}">
      <dsp:nvSpPr>
        <dsp:cNvPr id="0" name=""/>
        <dsp:cNvSpPr/>
      </dsp:nvSpPr>
      <dsp:spPr>
        <a:xfrm>
          <a:off x="3811270" y="1910011"/>
          <a:ext cx="1574755" cy="7873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300" kern="1200"/>
            <a:t>Sikkerhed i drift</a:t>
          </a:r>
          <a:endParaRPr lang="da-DK" sz="1300" kern="1200" dirty="0"/>
        </a:p>
      </dsp:txBody>
      <dsp:txXfrm>
        <a:off x="3811270" y="1910011"/>
        <a:ext cx="1574755" cy="7873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906B9-9559-42CD-B50C-63210AAA8A88}">
      <dsp:nvSpPr>
        <dsp:cNvPr id="0" name=""/>
        <dsp:cNvSpPr/>
      </dsp:nvSpPr>
      <dsp:spPr>
        <a:xfrm>
          <a:off x="0" y="431112"/>
          <a:ext cx="5389562" cy="8353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 dirty="0"/>
            <a:t>Forebygge fejl og sårbarheder i udviklingsprocessen</a:t>
          </a:r>
        </a:p>
      </dsp:txBody>
      <dsp:txXfrm>
        <a:off x="40780" y="471892"/>
        <a:ext cx="5308002" cy="753819"/>
      </dsp:txXfrm>
    </dsp:sp>
    <dsp:sp modelId="{45203A6C-1FBA-44A5-B17C-03E772D67CBB}">
      <dsp:nvSpPr>
        <dsp:cNvPr id="0" name=""/>
        <dsp:cNvSpPr/>
      </dsp:nvSpPr>
      <dsp:spPr>
        <a:xfrm>
          <a:off x="0" y="1326972"/>
          <a:ext cx="5389562" cy="8353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/>
            <a:t>Finde og reparere fejlene, hvis de opstår</a:t>
          </a:r>
        </a:p>
      </dsp:txBody>
      <dsp:txXfrm>
        <a:off x="40780" y="1367752"/>
        <a:ext cx="5308002" cy="753819"/>
      </dsp:txXfrm>
    </dsp:sp>
    <dsp:sp modelId="{3362DFE8-6E92-4AF4-9859-2699B5ABFE23}">
      <dsp:nvSpPr>
        <dsp:cNvPr id="0" name=""/>
        <dsp:cNvSpPr/>
      </dsp:nvSpPr>
      <dsp:spPr>
        <a:xfrm>
          <a:off x="0" y="2222832"/>
          <a:ext cx="5389562" cy="8353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 dirty="0"/>
            <a:t>Indbygge kontroller i applikationer, som logger eventuelle forsøg på misbrug og alarmerer</a:t>
          </a:r>
        </a:p>
      </dsp:txBody>
      <dsp:txXfrm>
        <a:off x="40780" y="2263612"/>
        <a:ext cx="5308002" cy="7538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ED468-972B-4116-8386-18B17BB472D5}">
      <dsp:nvSpPr>
        <dsp:cNvPr id="0" name=""/>
        <dsp:cNvSpPr/>
      </dsp:nvSpPr>
      <dsp:spPr>
        <a:xfrm>
          <a:off x="567647" y="23550"/>
          <a:ext cx="4249504" cy="4249504"/>
        </a:xfrm>
        <a:prstGeom prst="circularArrow">
          <a:avLst>
            <a:gd name="adj1" fmla="val 5544"/>
            <a:gd name="adj2" fmla="val 330680"/>
            <a:gd name="adj3" fmla="val 13839378"/>
            <a:gd name="adj4" fmla="val 17347467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AB2A09-1166-4F89-8E63-448BFB410F60}">
      <dsp:nvSpPr>
        <dsp:cNvPr id="0" name=""/>
        <dsp:cNvSpPr/>
      </dsp:nvSpPr>
      <dsp:spPr>
        <a:xfrm>
          <a:off x="1724818" y="47211"/>
          <a:ext cx="1935162" cy="96758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b="1" kern="1200" dirty="0"/>
            <a:t>Kommunikation</a:t>
          </a:r>
          <a:endParaRPr lang="da-DK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600" kern="1200"/>
            <a:t>Kravsafdækning</a:t>
          </a:r>
          <a:endParaRPr lang="da-DK" sz="1600" kern="1200" dirty="0"/>
        </a:p>
      </dsp:txBody>
      <dsp:txXfrm>
        <a:off x="1772051" y="94444"/>
        <a:ext cx="1840696" cy="873115"/>
      </dsp:txXfrm>
    </dsp:sp>
    <dsp:sp modelId="{11B06698-3BBB-4C7A-913E-5E6D1A2DE76F}">
      <dsp:nvSpPr>
        <dsp:cNvPr id="0" name=""/>
        <dsp:cNvSpPr/>
      </dsp:nvSpPr>
      <dsp:spPr>
        <a:xfrm>
          <a:off x="3448281" y="1299380"/>
          <a:ext cx="1935162" cy="96758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b="1" kern="1200"/>
            <a:t>Planlægning</a:t>
          </a:r>
          <a:endParaRPr lang="da-DK" sz="2000" kern="1200" dirty="0"/>
        </a:p>
      </dsp:txBody>
      <dsp:txXfrm>
        <a:off x="3495514" y="1346613"/>
        <a:ext cx="1840696" cy="873115"/>
      </dsp:txXfrm>
    </dsp:sp>
    <dsp:sp modelId="{E7680465-1566-473E-91E9-CC11A6F9FA3C}">
      <dsp:nvSpPr>
        <dsp:cNvPr id="0" name=""/>
        <dsp:cNvSpPr/>
      </dsp:nvSpPr>
      <dsp:spPr>
        <a:xfrm>
          <a:off x="2789977" y="3325431"/>
          <a:ext cx="1935162" cy="96758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b="1" kern="1200" dirty="0"/>
            <a:t>Modellering</a:t>
          </a:r>
          <a:endParaRPr lang="da-DK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600" kern="1200"/>
            <a:t>Analyse og design</a:t>
          </a:r>
          <a:endParaRPr lang="da-DK" sz="1600" kern="1200" dirty="0"/>
        </a:p>
      </dsp:txBody>
      <dsp:txXfrm>
        <a:off x="2837210" y="3372664"/>
        <a:ext cx="1840696" cy="873115"/>
      </dsp:txXfrm>
    </dsp:sp>
    <dsp:sp modelId="{4AF8B85B-B1B3-4526-B11C-D3DECD6D528F}">
      <dsp:nvSpPr>
        <dsp:cNvPr id="0" name=""/>
        <dsp:cNvSpPr/>
      </dsp:nvSpPr>
      <dsp:spPr>
        <a:xfrm>
          <a:off x="659660" y="3325431"/>
          <a:ext cx="1935162" cy="96758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b="1" kern="1200" dirty="0"/>
            <a:t>Konstruktion</a:t>
          </a:r>
          <a:endParaRPr lang="da-DK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600" kern="1200"/>
            <a:t>Test</a:t>
          </a:r>
          <a:endParaRPr lang="da-DK" sz="1600" kern="1200" dirty="0"/>
        </a:p>
      </dsp:txBody>
      <dsp:txXfrm>
        <a:off x="706893" y="3372664"/>
        <a:ext cx="1840696" cy="873115"/>
      </dsp:txXfrm>
    </dsp:sp>
    <dsp:sp modelId="{A5A1C69E-A002-45D1-A625-F9472CC2A8C5}">
      <dsp:nvSpPr>
        <dsp:cNvPr id="0" name=""/>
        <dsp:cNvSpPr/>
      </dsp:nvSpPr>
      <dsp:spPr>
        <a:xfrm>
          <a:off x="1356" y="1299380"/>
          <a:ext cx="1935162" cy="96758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b="1" kern="1200" dirty="0"/>
            <a:t>Udrulning</a:t>
          </a:r>
          <a:endParaRPr lang="da-DK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600" kern="1200"/>
            <a:t>Drift</a:t>
          </a:r>
          <a:endParaRPr lang="da-DK" sz="1600" kern="1200" dirty="0"/>
        </a:p>
      </dsp:txBody>
      <dsp:txXfrm>
        <a:off x="48589" y="1346613"/>
        <a:ext cx="1840696" cy="8731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E2BC5-0C4B-4A2D-9324-9C7F3C92864C}" type="datetimeFigureOut">
              <a:rPr lang="da-DK" smtClean="0"/>
              <a:t>19-03-2026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EFC3-19E6-4CC4-A44F-FC69B4DCB28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690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38dd657991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38dd657991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3/19/2026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3/19/2026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3/19/2026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3/19/2026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3/19/2026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3/19/2026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3/19/2026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3/19/2026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3/19/2026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3/19/2026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3/19/2026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3/19/2026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6190067"/>
            <a:ext cx="12192000" cy="66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9" name="Google Shape;29;p4" descr="{&quot;templafy&quot;:{&quot;id&quot;:&quot;43ceaf7c-c121-410b-a8f1-4905349c9834&quot;}}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0567" y="6403467"/>
            <a:ext cx="994035" cy="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74833" y="767933"/>
            <a:ext cx="11254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69229" y="2127700"/>
            <a:ext cx="104732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979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3/19/2026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  <p:sldLayoutId id="2147483683" r:id="rId13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rst.org/cvss/calculator/3.1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vedetails.com/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9919C8-9926-D0BA-F0F1-0F0FED03A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Evaluering af undervisningen og samtaler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2EE17CA-03B5-4910-A36F-45E173CB0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2630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Modeller for softwaresikkerhed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/>
              <a:t>Pedersen og Vandrup kapitel 5, </a:t>
            </a:r>
            <a:r>
              <a:rPr lang="da-DK" dirty="0"/>
              <a:t>side 188-200</a:t>
            </a:r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A201C5-299F-7337-F195-C5C627F7B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Applikationssikkerhed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B012F7A3-5706-31FC-8C67-6CC65FC30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Kapitlets afgrænsning </a:t>
            </a:r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8FE10EEE-C830-29AB-DF41-5CD9E20268D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26998425"/>
              </p:ext>
            </p:extLst>
          </p:nvPr>
        </p:nvGraphicFramePr>
        <p:xfrm>
          <a:off x="609600" y="2276475"/>
          <a:ext cx="5386388" cy="3489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Pladsholder til tekst 8">
            <a:extLst>
              <a:ext uri="{FF2B5EF4-FFF2-40B4-BE49-F238E27FC236}">
                <a16:creationId xmlns:a16="http://schemas.microsoft.com/office/drawing/2014/main" id="{2283580C-E1D9-E292-99C5-33BD76067F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Formål med tiltag</a:t>
            </a:r>
          </a:p>
        </p:txBody>
      </p:sp>
      <p:graphicFrame>
        <p:nvGraphicFramePr>
          <p:cNvPr id="7" name="Pladsholder til indhold 6">
            <a:extLst>
              <a:ext uri="{FF2B5EF4-FFF2-40B4-BE49-F238E27FC236}">
                <a16:creationId xmlns:a16="http://schemas.microsoft.com/office/drawing/2014/main" id="{5B13262E-C01D-AB2A-4BB5-9DA489EE5E6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885648926"/>
              </p:ext>
            </p:extLst>
          </p:nvPr>
        </p:nvGraphicFramePr>
        <p:xfrm>
          <a:off x="6192838" y="2276475"/>
          <a:ext cx="5389562" cy="3489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2850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88534C-2C82-C1EE-6082-8F0114656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Sikkerhed i udviklingsprocessen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8D8C9337-5D8C-BA6F-D754-65C8EF6297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70584115"/>
              </p:ext>
            </p:extLst>
          </p:nvPr>
        </p:nvGraphicFramePr>
        <p:xfrm>
          <a:off x="609600" y="1465263"/>
          <a:ext cx="5384800" cy="4340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86A82103-323F-EFA2-60B8-F347137A39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dirty="0"/>
              <a:t>Forebyggelse frem for reaktiv adfærd</a:t>
            </a:r>
          </a:p>
          <a:p>
            <a:r>
              <a:rPr lang="da-DK" dirty="0"/>
              <a:t>Sikkerhed tænkes ind i alle faser af udviklingsprocessen:</a:t>
            </a:r>
          </a:p>
          <a:p>
            <a:pPr lvl="1"/>
            <a:r>
              <a:rPr lang="da-DK" dirty="0"/>
              <a:t>Krav til sikkerhed</a:t>
            </a:r>
          </a:p>
          <a:p>
            <a:pPr lvl="1"/>
            <a:r>
              <a:rPr lang="da-DK" dirty="0"/>
              <a:t>Plan for sikkerhed</a:t>
            </a:r>
          </a:p>
          <a:p>
            <a:pPr lvl="1"/>
            <a:r>
              <a:rPr lang="da-DK" dirty="0"/>
              <a:t>Design af sikker arkitektur</a:t>
            </a:r>
          </a:p>
          <a:p>
            <a:pPr lvl="1"/>
            <a:r>
              <a:rPr lang="da-DK" dirty="0"/>
              <a:t>Test af sikkerhed</a:t>
            </a:r>
          </a:p>
          <a:p>
            <a:pPr lvl="1"/>
            <a:r>
              <a:rPr lang="da-DK" dirty="0"/>
              <a:t>Sikker udrulning …</a:t>
            </a:r>
          </a:p>
        </p:txBody>
      </p:sp>
    </p:spTree>
    <p:extLst>
      <p:ext uri="{BB962C8B-B14F-4D97-AF65-F5344CB8AC3E}">
        <p14:creationId xmlns:p14="http://schemas.microsoft.com/office/powerpoint/2010/main" val="591024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/>
              <a:t>Modenhedsmodellen OWASP SAMM</a:t>
            </a:r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020" y="1424539"/>
            <a:ext cx="8397960" cy="4585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299268-EA10-5C87-0CED-DDDF6B8A1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Skala for alvoren af en sårbarhed: CVSS</a:t>
            </a:r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E3485B7F-D6CC-0C0F-9709-B9E0E18C6C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609600" y="1578819"/>
            <a:ext cx="5384800" cy="41131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0C87E0AA-F579-307C-6F02-AFE77BC22A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sz="2000" dirty="0"/>
              <a:t>Scoren tager højde for konsekvensen af en udnyttelse og sandsynligheden for, at sårbarheden udnyttes.</a:t>
            </a:r>
          </a:p>
          <a:p>
            <a:pPr marL="0" indent="0">
              <a:buNone/>
            </a:pPr>
            <a:endParaRPr lang="da-DK" sz="2000" dirty="0"/>
          </a:p>
          <a:p>
            <a:pPr marL="0" indent="0">
              <a:buNone/>
            </a:pPr>
            <a:r>
              <a:rPr lang="da-DK" sz="2000" dirty="0"/>
              <a:t>Kilde:</a:t>
            </a:r>
          </a:p>
          <a:p>
            <a:pPr marL="0" indent="0">
              <a:buNone/>
            </a:pPr>
            <a:r>
              <a:rPr lang="da-DK" sz="2000" dirty="0">
                <a:hlinkClick r:id="rId3"/>
              </a:rPr>
              <a:t>https://www.first.org/cvss/calculator/3.1</a:t>
            </a:r>
            <a:r>
              <a:rPr lang="da-DK" sz="2000" dirty="0"/>
              <a:t> </a:t>
            </a:r>
          </a:p>
          <a:p>
            <a:pPr marL="0" indent="0">
              <a:buNone/>
            </a:pPr>
            <a:endParaRPr lang="da-DK" sz="2000" dirty="0"/>
          </a:p>
          <a:p>
            <a:pPr marL="0" indent="0">
              <a:buNone/>
            </a:pPr>
            <a:r>
              <a:rPr lang="da-DK" sz="2000" b="1" dirty="0"/>
              <a:t>Øvelse:</a:t>
            </a:r>
          </a:p>
          <a:p>
            <a:pPr marL="0" indent="0">
              <a:buNone/>
            </a:pPr>
            <a:r>
              <a:rPr lang="da-DK" sz="2000" dirty="0"/>
              <a:t>Åben beregneren, og undersøg hvordan hver parameter påvirker scoren.</a:t>
            </a:r>
          </a:p>
          <a:p>
            <a:pPr marL="0" indent="0">
              <a:buNone/>
            </a:pPr>
            <a:r>
              <a:rPr lang="da-DK" sz="2000" i="1" dirty="0"/>
              <a:t>Hint: Hold musen over en knap for at læse om betydningen af parameteren.</a:t>
            </a:r>
          </a:p>
        </p:txBody>
      </p:sp>
    </p:spTree>
    <p:extLst>
      <p:ext uri="{BB962C8B-B14F-4D97-AF65-F5344CB8AC3E}">
        <p14:creationId xmlns:p14="http://schemas.microsoft.com/office/powerpoint/2010/main" val="3727895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A6FDF8-FB65-F50B-B894-33B4A4066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 1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FF449E27-B7AD-8A81-C25C-CD2A6633F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Færdighed: Klassificering af sårbarheder (CVSS)</a:t>
            </a:r>
          </a:p>
        </p:txBody>
      </p:sp>
    </p:spTree>
    <p:extLst>
      <p:ext uri="{BB962C8B-B14F-4D97-AF65-F5344CB8AC3E}">
        <p14:creationId xmlns:p14="http://schemas.microsoft.com/office/powerpoint/2010/main" val="299773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60CB5-0D00-24BB-AA1B-F2FB42043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Kategorisering af sårbarheder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0ABFA61-6508-7BBE-73E3-37688D9D96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Database over sårbarheder:</a:t>
            </a:r>
          </a:p>
          <a:p>
            <a:pPr marL="0" indent="0">
              <a:buNone/>
            </a:pPr>
            <a:r>
              <a:rPr lang="da-DK">
                <a:hlinkClick r:id="rId2"/>
              </a:rPr>
              <a:t>https://www.cvedetails.com/</a:t>
            </a:r>
            <a:r>
              <a:rPr lang="da-DK"/>
              <a:t> 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16F19F4-030F-DB47-DE54-D435370DEC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Instruktioner i at finde og vurdere en sårbarhed: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Søg på produkt.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Klik på </a:t>
            </a:r>
            <a:r>
              <a:rPr lang="da-DK" i="1" dirty="0" err="1"/>
              <a:t>Vulnerabilities</a:t>
            </a:r>
            <a:r>
              <a:rPr lang="da-DK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Filtrér på CVSS.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Vælg en sårbarhed.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Klik på </a:t>
            </a:r>
            <a:r>
              <a:rPr lang="da-DK" i="1" dirty="0"/>
              <a:t>CVSS </a:t>
            </a:r>
            <a:r>
              <a:rPr lang="da-DK" i="1" dirty="0" err="1"/>
              <a:t>Vector</a:t>
            </a:r>
            <a:r>
              <a:rPr lang="da-DK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Hvorfor er CVSS høj?</a:t>
            </a:r>
          </a:p>
        </p:txBody>
      </p:sp>
    </p:spTree>
    <p:extLst>
      <p:ext uri="{BB962C8B-B14F-4D97-AF65-F5344CB8AC3E}">
        <p14:creationId xmlns:p14="http://schemas.microsoft.com/office/powerpoint/2010/main" val="3280976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BA20B6-90CF-8206-5EA0-3CB0303B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 2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2890BA9C-E747-5154-2851-7A2E3370E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Færdighed: Find og kategorisér virkelige </a:t>
            </a:r>
            <a:r>
              <a:rPr lang="da-DK" dirty="0" err="1"/>
              <a:t>CVE’er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23569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BB8C8B-2319-4A37-9849-E34DFBDCFF92}"/>
</file>

<file path=customXml/itemProps2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1278</TotalTime>
  <Words>239</Words>
  <Application>Microsoft Office PowerPoint</Application>
  <PresentationFormat>Widescreen</PresentationFormat>
  <Paragraphs>54</Paragraphs>
  <Slides>9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Office-tema</vt:lpstr>
      <vt:lpstr>Evaluering af undervisningen og samtaler</vt:lpstr>
      <vt:lpstr>Modeller for softwaresikkerhed</vt:lpstr>
      <vt:lpstr>Applikationssikkerhed</vt:lpstr>
      <vt:lpstr>Sikkerhed i udviklingsprocessen</vt:lpstr>
      <vt:lpstr>Modenhedsmodellen OWASP SAMM</vt:lpstr>
      <vt:lpstr>Skala for alvoren af en sårbarhed: CVSS</vt:lpstr>
      <vt:lpstr>Øvelse 1</vt:lpstr>
      <vt:lpstr>Kategorisering af sårbarheder</vt:lpstr>
      <vt:lpstr>Øvelse 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2026-03-19T08:26:01Z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