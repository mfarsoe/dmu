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4"/>
  </p:sldMasterIdLst>
  <p:notesMasterIdLst>
    <p:notesMasterId r:id="rId25"/>
  </p:notesMasterIdLst>
  <p:sldIdLst>
    <p:sldId id="295" r:id="rId5"/>
    <p:sldId id="315" r:id="rId6"/>
    <p:sldId id="307" r:id="rId7"/>
    <p:sldId id="302" r:id="rId8"/>
    <p:sldId id="301" r:id="rId9"/>
    <p:sldId id="296" r:id="rId10"/>
    <p:sldId id="297" r:id="rId11"/>
    <p:sldId id="298" r:id="rId12"/>
    <p:sldId id="299" r:id="rId13"/>
    <p:sldId id="300" r:id="rId14"/>
    <p:sldId id="306" r:id="rId15"/>
    <p:sldId id="316" r:id="rId16"/>
    <p:sldId id="305" r:id="rId17"/>
    <p:sldId id="310" r:id="rId18"/>
    <p:sldId id="304" r:id="rId19"/>
    <p:sldId id="313" r:id="rId20"/>
    <p:sldId id="311" r:id="rId21"/>
    <p:sldId id="312" r:id="rId22"/>
    <p:sldId id="308" r:id="rId23"/>
    <p:sldId id="31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4372BD-105F-4E80-9D93-B04344F741B4}" v="26" dt="2026-05-21T07:01:43.1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ema til typografi 1 - Markering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ema til typografi 1 - Markering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ema til typografi 1 - Marker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llemlayou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per Buch Poignée" userId="e9c179cb-b07f-48e2-8bc5-99357f35e469" providerId="ADAL" clId="{0FA08CF4-302B-405B-A75E-5DF504EDE4A1}"/>
    <pc:docChg chg="undo redo custSel addSld delSld modSld sldOrd addSection delSection">
      <pc:chgData name="Jesper Buch Poignée" userId="e9c179cb-b07f-48e2-8bc5-99357f35e469" providerId="ADAL" clId="{0FA08CF4-302B-405B-A75E-5DF504EDE4A1}" dt="2026-05-21T07:01:43.164" v="26235" actId="114"/>
      <pc:docMkLst>
        <pc:docMk/>
      </pc:docMkLst>
      <pc:sldChg chg="addSp delSp modSp new mod ord modClrScheme chgLayout">
        <pc:chgData name="Jesper Buch Poignée" userId="e9c179cb-b07f-48e2-8bc5-99357f35e469" providerId="ADAL" clId="{0FA08CF4-302B-405B-A75E-5DF504EDE4A1}" dt="2026-05-20T11:43:33.857" v="25896"/>
        <pc:sldMkLst>
          <pc:docMk/>
          <pc:sldMk cId="882084974" sldId="295"/>
        </pc:sldMkLst>
        <pc:spChg chg="add mod ord">
          <ac:chgData name="Jesper Buch Poignée" userId="e9c179cb-b07f-48e2-8bc5-99357f35e469" providerId="ADAL" clId="{0FA08CF4-302B-405B-A75E-5DF504EDE4A1}" dt="2026-05-12T11:20:19.339" v="23569" actId="20577"/>
          <ac:spMkLst>
            <pc:docMk/>
            <pc:sldMk cId="882084974" sldId="295"/>
            <ac:spMk id="4" creationId="{8B77BAC9-828B-36E5-4F33-D2E13FC34AD7}"/>
          </ac:spMkLst>
        </pc:spChg>
        <pc:spChg chg="mod">
          <ac:chgData name="Jesper Buch Poignée" userId="e9c179cb-b07f-48e2-8bc5-99357f35e469" providerId="ADAL" clId="{0FA08CF4-302B-405B-A75E-5DF504EDE4A1}" dt="2026-05-12T11:20:29.568" v="23600" actId="20577"/>
          <ac:spMkLst>
            <pc:docMk/>
            <pc:sldMk cId="882084974" sldId="295"/>
            <ac:spMk id="5" creationId="{31E9D6C8-BBEF-A22D-0408-B011726DCB5A}"/>
          </ac:spMkLst>
        </pc:spChg>
      </pc:sldChg>
      <pc:sldChg chg="addSp delSp modSp new mod modClrScheme chgLayout">
        <pc:chgData name="Jesper Buch Poignée" userId="e9c179cb-b07f-48e2-8bc5-99357f35e469" providerId="ADAL" clId="{0FA08CF4-302B-405B-A75E-5DF504EDE4A1}" dt="2026-05-21T06:20:07.958" v="26014" actId="1076"/>
        <pc:sldMkLst>
          <pc:docMk/>
          <pc:sldMk cId="2227924774" sldId="296"/>
        </pc:sldMkLst>
        <pc:spChg chg="mod ord">
          <ac:chgData name="Jesper Buch Poignée" userId="e9c179cb-b07f-48e2-8bc5-99357f35e469" providerId="ADAL" clId="{0FA08CF4-302B-405B-A75E-5DF504EDE4A1}" dt="2026-05-11T08:54:44.064" v="23245" actId="700"/>
          <ac:spMkLst>
            <pc:docMk/>
            <pc:sldMk cId="2227924774" sldId="296"/>
            <ac:spMk id="2" creationId="{0E94C9B3-EFAD-5218-CA03-BCFBA162CA7E}"/>
          </ac:spMkLst>
        </pc:spChg>
        <pc:spChg chg="mod ord">
          <ac:chgData name="Jesper Buch Poignée" userId="e9c179cb-b07f-48e2-8bc5-99357f35e469" providerId="ADAL" clId="{0FA08CF4-302B-405B-A75E-5DF504EDE4A1}" dt="2026-05-11T11:28:38.675" v="23351" actId="404"/>
          <ac:spMkLst>
            <pc:docMk/>
            <pc:sldMk cId="2227924774" sldId="296"/>
            <ac:spMk id="3" creationId="{D28B8A08-9AE1-2DBC-D885-1A0695261660}"/>
          </ac:spMkLst>
        </pc:spChg>
        <pc:spChg chg="add mod ord">
          <ac:chgData name="Jesper Buch Poignée" userId="e9c179cb-b07f-48e2-8bc5-99357f35e469" providerId="ADAL" clId="{0FA08CF4-302B-405B-A75E-5DF504EDE4A1}" dt="2026-05-21T06:19:58.481" v="26013"/>
          <ac:spMkLst>
            <pc:docMk/>
            <pc:sldMk cId="2227924774" sldId="296"/>
            <ac:spMk id="4" creationId="{88E7D884-8F5A-7C80-2FE9-9ABA3CEA0B30}"/>
          </ac:spMkLst>
        </pc:spChg>
        <pc:spChg chg="add mod">
          <ac:chgData name="Jesper Buch Poignée" userId="e9c179cb-b07f-48e2-8bc5-99357f35e469" providerId="ADAL" clId="{0FA08CF4-302B-405B-A75E-5DF504EDE4A1}" dt="2026-05-21T06:20:07.958" v="26014" actId="1076"/>
          <ac:spMkLst>
            <pc:docMk/>
            <pc:sldMk cId="2227924774" sldId="296"/>
            <ac:spMk id="7" creationId="{4B98CD9C-18C6-DD57-C369-4D28A777B05F}"/>
          </ac:spMkLst>
        </pc:spChg>
        <pc:picChg chg="add mod">
          <ac:chgData name="Jesper Buch Poignée" userId="e9c179cb-b07f-48e2-8bc5-99357f35e469" providerId="ADAL" clId="{0FA08CF4-302B-405B-A75E-5DF504EDE4A1}" dt="2026-05-21T06:20:07.958" v="26014" actId="1076"/>
          <ac:picMkLst>
            <pc:docMk/>
            <pc:sldMk cId="2227924774" sldId="296"/>
            <ac:picMk id="6" creationId="{38CA8526-EF20-3157-47F4-84F587CFE8E7}"/>
          </ac:picMkLst>
        </pc:picChg>
      </pc:sldChg>
      <pc:sldChg chg="addSp delSp modSp new mod modClrScheme chgLayout">
        <pc:chgData name="Jesper Buch Poignée" userId="e9c179cb-b07f-48e2-8bc5-99357f35e469" providerId="ADAL" clId="{0FA08CF4-302B-405B-A75E-5DF504EDE4A1}" dt="2026-05-11T11:03:52.774" v="23295" actId="20577"/>
        <pc:sldMkLst>
          <pc:docMk/>
          <pc:sldMk cId="362959392" sldId="297"/>
        </pc:sldMkLst>
        <pc:spChg chg="mod">
          <ac:chgData name="Jesper Buch Poignée" userId="e9c179cb-b07f-48e2-8bc5-99357f35e469" providerId="ADAL" clId="{0FA08CF4-302B-405B-A75E-5DF504EDE4A1}" dt="2026-05-11T11:00:43.648" v="23283" actId="26606"/>
          <ac:spMkLst>
            <pc:docMk/>
            <pc:sldMk cId="362959392" sldId="297"/>
            <ac:spMk id="2" creationId="{1F8B5DAC-2E52-5E3F-042D-5AB6C1CE7FD0}"/>
          </ac:spMkLst>
        </pc:spChg>
        <pc:spChg chg="add mod">
          <ac:chgData name="Jesper Buch Poignée" userId="e9c179cb-b07f-48e2-8bc5-99357f35e469" providerId="ADAL" clId="{0FA08CF4-302B-405B-A75E-5DF504EDE4A1}" dt="2026-05-11T11:03:52.774" v="23295" actId="20577"/>
          <ac:spMkLst>
            <pc:docMk/>
            <pc:sldMk cId="362959392" sldId="297"/>
            <ac:spMk id="12" creationId="{9DF964C6-75A0-AFC8-F8DE-A9B3DCC5E723}"/>
          </ac:spMkLst>
        </pc:spChg>
        <pc:picChg chg="add mod">
          <ac:chgData name="Jesper Buch Poignée" userId="e9c179cb-b07f-48e2-8bc5-99357f35e469" providerId="ADAL" clId="{0FA08CF4-302B-405B-A75E-5DF504EDE4A1}" dt="2026-05-11T11:00:43.648" v="23283" actId="26606"/>
          <ac:picMkLst>
            <pc:docMk/>
            <pc:sldMk cId="362959392" sldId="297"/>
            <ac:picMk id="7" creationId="{00F66207-E74D-80BA-3541-3CDDC7EDC18C}"/>
          </ac:picMkLst>
        </pc:picChg>
      </pc:sldChg>
      <pc:sldChg chg="addSp delSp modSp new mod modClrScheme chgLayout">
        <pc:chgData name="Jesper Buch Poignée" userId="e9c179cb-b07f-48e2-8bc5-99357f35e469" providerId="ADAL" clId="{0FA08CF4-302B-405B-A75E-5DF504EDE4A1}" dt="2026-05-21T06:19:51.170" v="26012" actId="1076"/>
        <pc:sldMkLst>
          <pc:docMk/>
          <pc:sldMk cId="3774508637" sldId="298"/>
        </pc:sldMkLst>
        <pc:spChg chg="mod ord">
          <ac:chgData name="Jesper Buch Poignée" userId="e9c179cb-b07f-48e2-8bc5-99357f35e469" providerId="ADAL" clId="{0FA08CF4-302B-405B-A75E-5DF504EDE4A1}" dt="2026-05-11T11:08:46.205" v="23305" actId="700"/>
          <ac:spMkLst>
            <pc:docMk/>
            <pc:sldMk cId="3774508637" sldId="298"/>
            <ac:spMk id="2" creationId="{370F2C6D-A73C-9D06-5CE9-8155E493FAB3}"/>
          </ac:spMkLst>
        </pc:spChg>
        <pc:spChg chg="add mod ord">
          <ac:chgData name="Jesper Buch Poignée" userId="e9c179cb-b07f-48e2-8bc5-99357f35e469" providerId="ADAL" clId="{0FA08CF4-302B-405B-A75E-5DF504EDE4A1}" dt="2026-05-11T11:08:46.205" v="23305" actId="700"/>
          <ac:spMkLst>
            <pc:docMk/>
            <pc:sldMk cId="3774508637" sldId="298"/>
            <ac:spMk id="4" creationId="{D7A119BC-1292-6D7D-666E-0CECE20CB817}"/>
          </ac:spMkLst>
        </pc:spChg>
        <pc:spChg chg="add mod">
          <ac:chgData name="Jesper Buch Poignée" userId="e9c179cb-b07f-48e2-8bc5-99357f35e469" providerId="ADAL" clId="{0FA08CF4-302B-405B-A75E-5DF504EDE4A1}" dt="2026-05-21T06:19:45.540" v="26010" actId="113"/>
          <ac:spMkLst>
            <pc:docMk/>
            <pc:sldMk cId="3774508637" sldId="298"/>
            <ac:spMk id="8" creationId="{567F694E-7ACA-9425-59F0-2BC16FBF2768}"/>
          </ac:spMkLst>
        </pc:spChg>
        <pc:spChg chg="add mod">
          <ac:chgData name="Jesper Buch Poignée" userId="e9c179cb-b07f-48e2-8bc5-99357f35e469" providerId="ADAL" clId="{0FA08CF4-302B-405B-A75E-5DF504EDE4A1}" dt="2026-05-21T06:19:51.170" v="26012" actId="1076"/>
          <ac:spMkLst>
            <pc:docMk/>
            <pc:sldMk cId="3774508637" sldId="298"/>
            <ac:spMk id="9" creationId="{40BEB9FA-16F2-178A-DCBA-9D9F83403726}"/>
          </ac:spMkLst>
        </pc:spChg>
        <pc:picChg chg="add mod ord">
          <ac:chgData name="Jesper Buch Poignée" userId="e9c179cb-b07f-48e2-8bc5-99357f35e469" providerId="ADAL" clId="{0FA08CF4-302B-405B-A75E-5DF504EDE4A1}" dt="2026-05-21T06:19:48.861" v="26011" actId="1076"/>
          <ac:picMkLst>
            <pc:docMk/>
            <pc:sldMk cId="3774508637" sldId="298"/>
            <ac:picMk id="7" creationId="{78C14BB7-CABE-0AD2-2AF6-6362F7271FFA}"/>
          </ac:picMkLst>
        </pc:picChg>
      </pc:sldChg>
      <pc:sldChg chg="modSp new mod">
        <pc:chgData name="Jesper Buch Poignée" userId="e9c179cb-b07f-48e2-8bc5-99357f35e469" providerId="ADAL" clId="{0FA08CF4-302B-405B-A75E-5DF504EDE4A1}" dt="2026-05-11T11:27:19.523" v="23342" actId="2711"/>
        <pc:sldMkLst>
          <pc:docMk/>
          <pc:sldMk cId="2755839559" sldId="299"/>
        </pc:sldMkLst>
        <pc:spChg chg="mod">
          <ac:chgData name="Jesper Buch Poignée" userId="e9c179cb-b07f-48e2-8bc5-99357f35e469" providerId="ADAL" clId="{0FA08CF4-302B-405B-A75E-5DF504EDE4A1}" dt="2026-05-11T08:48:45.626" v="23190"/>
          <ac:spMkLst>
            <pc:docMk/>
            <pc:sldMk cId="2755839559" sldId="299"/>
            <ac:spMk id="2" creationId="{F0A4E346-42B4-CF5E-891C-B76C388D11EA}"/>
          </ac:spMkLst>
        </pc:spChg>
        <pc:spChg chg="mod">
          <ac:chgData name="Jesper Buch Poignée" userId="e9c179cb-b07f-48e2-8bc5-99357f35e469" providerId="ADAL" clId="{0FA08CF4-302B-405B-A75E-5DF504EDE4A1}" dt="2026-05-11T11:27:19.523" v="23342" actId="2711"/>
          <ac:spMkLst>
            <pc:docMk/>
            <pc:sldMk cId="2755839559" sldId="299"/>
            <ac:spMk id="3" creationId="{2D0FD8AE-D1B4-5827-8E35-EB0275FBB1FD}"/>
          </ac:spMkLst>
        </pc:spChg>
      </pc:sldChg>
      <pc:sldChg chg="addSp delSp modSp new mod modClrScheme chgLayout">
        <pc:chgData name="Jesper Buch Poignée" userId="e9c179cb-b07f-48e2-8bc5-99357f35e469" providerId="ADAL" clId="{0FA08CF4-302B-405B-A75E-5DF504EDE4A1}" dt="2026-05-21T06:20:19.188" v="26016" actId="1076"/>
        <pc:sldMkLst>
          <pc:docMk/>
          <pc:sldMk cId="1422676285" sldId="300"/>
        </pc:sldMkLst>
        <pc:spChg chg="mod ord">
          <ac:chgData name="Jesper Buch Poignée" userId="e9c179cb-b07f-48e2-8bc5-99357f35e469" providerId="ADAL" clId="{0FA08CF4-302B-405B-A75E-5DF504EDE4A1}" dt="2026-05-11T11:25:09.993" v="23319" actId="700"/>
          <ac:spMkLst>
            <pc:docMk/>
            <pc:sldMk cId="1422676285" sldId="300"/>
            <ac:spMk id="2" creationId="{B00032E6-071E-3EE9-7017-5B6FF9F20615}"/>
          </ac:spMkLst>
        </pc:spChg>
        <pc:spChg chg="add mod ord">
          <ac:chgData name="Jesper Buch Poignée" userId="e9c179cb-b07f-48e2-8bc5-99357f35e469" providerId="ADAL" clId="{0FA08CF4-302B-405B-A75E-5DF504EDE4A1}" dt="2026-05-21T06:20:14.284" v="26015"/>
          <ac:spMkLst>
            <pc:docMk/>
            <pc:sldMk cId="1422676285" sldId="300"/>
            <ac:spMk id="5" creationId="{762C0E59-B6EE-F7FC-AB62-75CC2973F010}"/>
          </ac:spMkLst>
        </pc:spChg>
        <pc:spChg chg="add mod">
          <ac:chgData name="Jesper Buch Poignée" userId="e9c179cb-b07f-48e2-8bc5-99357f35e469" providerId="ADAL" clId="{0FA08CF4-302B-405B-A75E-5DF504EDE4A1}" dt="2026-05-21T06:20:19.188" v="26016" actId="1076"/>
          <ac:spMkLst>
            <pc:docMk/>
            <pc:sldMk cId="1422676285" sldId="300"/>
            <ac:spMk id="8" creationId="{1381738F-A76A-2B11-8277-85C310FDB0D8}"/>
          </ac:spMkLst>
        </pc:spChg>
        <pc:picChg chg="add mod ord">
          <ac:chgData name="Jesper Buch Poignée" userId="e9c179cb-b07f-48e2-8bc5-99357f35e469" providerId="ADAL" clId="{0FA08CF4-302B-405B-A75E-5DF504EDE4A1}" dt="2026-05-21T06:20:19.188" v="26016" actId="1076"/>
          <ac:picMkLst>
            <pc:docMk/>
            <pc:sldMk cId="1422676285" sldId="300"/>
            <ac:picMk id="7" creationId="{224D7C41-D5FE-9729-7B01-216276169E5B}"/>
          </ac:picMkLst>
        </pc:picChg>
      </pc:sldChg>
      <pc:sldChg chg="addSp delSp modSp new mod">
        <pc:chgData name="Jesper Buch Poignée" userId="e9c179cb-b07f-48e2-8bc5-99357f35e469" providerId="ADAL" clId="{0FA08CF4-302B-405B-A75E-5DF504EDE4A1}" dt="2026-05-21T06:16:55.093" v="25963" actId="20577"/>
        <pc:sldMkLst>
          <pc:docMk/>
          <pc:sldMk cId="2351128777" sldId="301"/>
        </pc:sldMkLst>
        <pc:spChg chg="add mod">
          <ac:chgData name="Jesper Buch Poignée" userId="e9c179cb-b07f-48e2-8bc5-99357f35e469" providerId="ADAL" clId="{0FA08CF4-302B-405B-A75E-5DF504EDE4A1}" dt="2026-05-11T09:04:22.340" v="23271" actId="14100"/>
          <ac:spMkLst>
            <pc:docMk/>
            <pc:sldMk cId="2351128777" sldId="301"/>
            <ac:spMk id="6" creationId="{21228A62-D1A1-D02C-D67B-4B61C68E5C88}"/>
          </ac:spMkLst>
        </pc:spChg>
        <pc:spChg chg="add mod">
          <ac:chgData name="Jesper Buch Poignée" userId="e9c179cb-b07f-48e2-8bc5-99357f35e469" providerId="ADAL" clId="{0FA08CF4-302B-405B-A75E-5DF504EDE4A1}" dt="2026-05-21T06:16:55.093" v="25963" actId="20577"/>
          <ac:spMkLst>
            <pc:docMk/>
            <pc:sldMk cId="2351128777" sldId="301"/>
            <ac:spMk id="10" creationId="{A16CEDBC-3FDF-1DA4-07B5-FE83DDF5D82F}"/>
          </ac:spMkLst>
        </pc:spChg>
        <pc:picChg chg="add mod">
          <ac:chgData name="Jesper Buch Poignée" userId="e9c179cb-b07f-48e2-8bc5-99357f35e469" providerId="ADAL" clId="{0FA08CF4-302B-405B-A75E-5DF504EDE4A1}" dt="2026-05-11T08:58:48.499" v="23259" actId="26606"/>
          <ac:picMkLst>
            <pc:docMk/>
            <pc:sldMk cId="2351128777" sldId="301"/>
            <ac:picMk id="5" creationId="{AC090BC9-4856-0DDA-D608-193973795218}"/>
          </ac:picMkLst>
        </pc:picChg>
      </pc:sldChg>
      <pc:sldChg chg="addSp delSp modSp new mod">
        <pc:chgData name="Jesper Buch Poignée" userId="e9c179cb-b07f-48e2-8bc5-99357f35e469" providerId="ADAL" clId="{0FA08CF4-302B-405B-A75E-5DF504EDE4A1}" dt="2026-05-21T06:17:39.818" v="25999" actId="20577"/>
        <pc:sldMkLst>
          <pc:docMk/>
          <pc:sldMk cId="2784481010" sldId="302"/>
        </pc:sldMkLst>
        <pc:spChg chg="add mod">
          <ac:chgData name="Jesper Buch Poignée" userId="e9c179cb-b07f-48e2-8bc5-99357f35e469" providerId="ADAL" clId="{0FA08CF4-302B-405B-A75E-5DF504EDE4A1}" dt="2026-05-11T09:03:57.912" v="23267" actId="1582"/>
          <ac:spMkLst>
            <pc:docMk/>
            <pc:sldMk cId="2784481010" sldId="302"/>
            <ac:spMk id="6" creationId="{A0F50BA1-29A8-9B2C-61FB-D6C8ECF102C9}"/>
          </ac:spMkLst>
        </pc:spChg>
        <pc:spChg chg="add mod">
          <ac:chgData name="Jesper Buch Poignée" userId="e9c179cb-b07f-48e2-8bc5-99357f35e469" providerId="ADAL" clId="{0FA08CF4-302B-405B-A75E-5DF504EDE4A1}" dt="2026-05-21T06:17:39.818" v="25999" actId="20577"/>
          <ac:spMkLst>
            <pc:docMk/>
            <pc:sldMk cId="2784481010" sldId="302"/>
            <ac:spMk id="10" creationId="{80EE0396-F67B-3BBE-2EEA-A0EB987A683A}"/>
          </ac:spMkLst>
        </pc:spChg>
        <pc:picChg chg="add mod">
          <ac:chgData name="Jesper Buch Poignée" userId="e9c179cb-b07f-48e2-8bc5-99357f35e469" providerId="ADAL" clId="{0FA08CF4-302B-405B-A75E-5DF504EDE4A1}" dt="2026-05-11T09:02:55.246" v="23262" actId="26606"/>
          <ac:picMkLst>
            <pc:docMk/>
            <pc:sldMk cId="2784481010" sldId="302"/>
            <ac:picMk id="5" creationId="{80A52F74-DBAA-CAC8-DDA9-59A6AECA6784}"/>
          </ac:picMkLst>
        </pc:picChg>
      </pc:sldChg>
      <pc:sldChg chg="addSp delSp modSp new mod">
        <pc:chgData name="Jesper Buch Poignée" userId="e9c179cb-b07f-48e2-8bc5-99357f35e469" providerId="ADAL" clId="{0FA08CF4-302B-405B-A75E-5DF504EDE4A1}" dt="2026-05-21T06:27:26.238" v="26177" actId="20577"/>
        <pc:sldMkLst>
          <pc:docMk/>
          <pc:sldMk cId="670997268" sldId="304"/>
        </pc:sldMkLst>
        <pc:spChg chg="mod">
          <ac:chgData name="Jesper Buch Poignée" userId="e9c179cb-b07f-48e2-8bc5-99357f35e469" providerId="ADAL" clId="{0FA08CF4-302B-405B-A75E-5DF504EDE4A1}" dt="2026-05-21T06:27:26.238" v="26177" actId="20577"/>
          <ac:spMkLst>
            <pc:docMk/>
            <pc:sldMk cId="670997268" sldId="304"/>
            <ac:spMk id="2" creationId="{34ED6729-F101-FB95-7D8D-FA9D819B81E3}"/>
          </ac:spMkLst>
        </pc:spChg>
        <pc:graphicFrameChg chg="add mod modGraphic">
          <ac:chgData name="Jesper Buch Poignée" userId="e9c179cb-b07f-48e2-8bc5-99357f35e469" providerId="ADAL" clId="{0FA08CF4-302B-405B-A75E-5DF504EDE4A1}" dt="2026-05-13T13:21:48.682" v="25867" actId="20577"/>
          <ac:graphicFrameMkLst>
            <pc:docMk/>
            <pc:sldMk cId="670997268" sldId="304"/>
            <ac:graphicFrameMk id="4" creationId="{98F6C328-30E3-AB98-DBAA-BB2E7ABE91AC}"/>
          </ac:graphicFrameMkLst>
        </pc:graphicFrameChg>
      </pc:sldChg>
      <pc:sldChg chg="addSp delSp modSp new mod ord modClrScheme modAnim chgLayout">
        <pc:chgData name="Jesper Buch Poignée" userId="e9c179cb-b07f-48e2-8bc5-99357f35e469" providerId="ADAL" clId="{0FA08CF4-302B-405B-A75E-5DF504EDE4A1}" dt="2026-05-21T06:21:19.083" v="26024" actId="12100"/>
        <pc:sldMkLst>
          <pc:docMk/>
          <pc:sldMk cId="2759334077" sldId="305"/>
        </pc:sldMkLst>
        <pc:spChg chg="mod ord">
          <ac:chgData name="Jesper Buch Poignée" userId="e9c179cb-b07f-48e2-8bc5-99357f35e469" providerId="ADAL" clId="{0FA08CF4-302B-405B-A75E-5DF504EDE4A1}" dt="2026-05-13T13:11:17.411" v="25333" actId="20577"/>
          <ac:spMkLst>
            <pc:docMk/>
            <pc:sldMk cId="2759334077" sldId="305"/>
            <ac:spMk id="2" creationId="{3840E063-D6AB-FE6C-1CF6-9B37F7A28DCB}"/>
          </ac:spMkLst>
        </pc:spChg>
        <pc:spChg chg="mod ord">
          <ac:chgData name="Jesper Buch Poignée" userId="e9c179cb-b07f-48e2-8bc5-99357f35e469" providerId="ADAL" clId="{0FA08CF4-302B-405B-A75E-5DF504EDE4A1}" dt="2026-05-21T06:20:58.659" v="26023" actId="20577"/>
          <ac:spMkLst>
            <pc:docMk/>
            <pc:sldMk cId="2759334077" sldId="305"/>
            <ac:spMk id="3" creationId="{F41C5156-1431-C42B-344C-6810029B69E8}"/>
          </ac:spMkLst>
        </pc:spChg>
        <pc:graphicFrameChg chg="add mod modGraphic">
          <ac:chgData name="Jesper Buch Poignée" userId="e9c179cb-b07f-48e2-8bc5-99357f35e469" providerId="ADAL" clId="{0FA08CF4-302B-405B-A75E-5DF504EDE4A1}" dt="2026-05-21T06:21:19.083" v="26024" actId="12100"/>
          <ac:graphicFrameMkLst>
            <pc:docMk/>
            <pc:sldMk cId="2759334077" sldId="305"/>
            <ac:graphicFrameMk id="5" creationId="{2AF8CF13-687E-85F0-EDF3-3D7C61297B2E}"/>
          </ac:graphicFrameMkLst>
        </pc:graphicFrameChg>
      </pc:sldChg>
      <pc:sldChg chg="addSp delSp modSp new mod modClrScheme chgLayout">
        <pc:chgData name="Jesper Buch Poignée" userId="e9c179cb-b07f-48e2-8bc5-99357f35e469" providerId="ADAL" clId="{0FA08CF4-302B-405B-A75E-5DF504EDE4A1}" dt="2026-05-13T13:03:25.451" v="24921" actId="20577"/>
        <pc:sldMkLst>
          <pc:docMk/>
          <pc:sldMk cId="673545325" sldId="306"/>
        </pc:sldMkLst>
        <pc:spChg chg="add mod ord">
          <ac:chgData name="Jesper Buch Poignée" userId="e9c179cb-b07f-48e2-8bc5-99357f35e469" providerId="ADAL" clId="{0FA08CF4-302B-405B-A75E-5DF504EDE4A1}" dt="2026-05-13T13:03:25.451" v="24921" actId="20577"/>
          <ac:spMkLst>
            <pc:docMk/>
            <pc:sldMk cId="673545325" sldId="306"/>
            <ac:spMk id="5" creationId="{4223075E-F05E-72C1-699B-4AFB7A343F7E}"/>
          </ac:spMkLst>
        </pc:spChg>
        <pc:spChg chg="add mod ord">
          <ac:chgData name="Jesper Buch Poignée" userId="e9c179cb-b07f-48e2-8bc5-99357f35e469" providerId="ADAL" clId="{0FA08CF4-302B-405B-A75E-5DF504EDE4A1}" dt="2026-05-12T11:21:01.869" v="23602" actId="700"/>
          <ac:spMkLst>
            <pc:docMk/>
            <pc:sldMk cId="673545325" sldId="306"/>
            <ac:spMk id="6" creationId="{EE224D7B-81F3-7034-28D4-848C058AAA69}"/>
          </ac:spMkLst>
        </pc:spChg>
      </pc:sldChg>
      <pc:sldChg chg="addSp delSp modSp new mod modClrScheme chgLayout">
        <pc:chgData name="Jesper Buch Poignée" userId="e9c179cb-b07f-48e2-8bc5-99357f35e469" providerId="ADAL" clId="{0FA08CF4-302B-405B-A75E-5DF504EDE4A1}" dt="2026-05-12T11:21:47.797" v="23623" actId="20577"/>
        <pc:sldMkLst>
          <pc:docMk/>
          <pc:sldMk cId="3427385581" sldId="307"/>
        </pc:sldMkLst>
        <pc:spChg chg="add mod ord">
          <ac:chgData name="Jesper Buch Poignée" userId="e9c179cb-b07f-48e2-8bc5-99357f35e469" providerId="ADAL" clId="{0FA08CF4-302B-405B-A75E-5DF504EDE4A1}" dt="2026-05-12T11:21:47.797" v="23623" actId="20577"/>
          <ac:spMkLst>
            <pc:docMk/>
            <pc:sldMk cId="3427385581" sldId="307"/>
            <ac:spMk id="4" creationId="{7F34E926-8B0C-80E3-616E-E95A3C7B275F}"/>
          </ac:spMkLst>
        </pc:spChg>
        <pc:spChg chg="add mod ord">
          <ac:chgData name="Jesper Buch Poignée" userId="e9c179cb-b07f-48e2-8bc5-99357f35e469" providerId="ADAL" clId="{0FA08CF4-302B-405B-A75E-5DF504EDE4A1}" dt="2026-05-12T11:21:40.626" v="23621" actId="700"/>
          <ac:spMkLst>
            <pc:docMk/>
            <pc:sldMk cId="3427385581" sldId="307"/>
            <ac:spMk id="5" creationId="{0130FC0E-A80D-33C9-7670-7F29EDF73309}"/>
          </ac:spMkLst>
        </pc:spChg>
      </pc:sldChg>
      <pc:sldChg chg="addSp delSp modSp new mod ord">
        <pc:chgData name="Jesper Buch Poignée" userId="e9c179cb-b07f-48e2-8bc5-99357f35e469" providerId="ADAL" clId="{0FA08CF4-302B-405B-A75E-5DF504EDE4A1}" dt="2026-05-21T07:01:43.164" v="26235" actId="114"/>
        <pc:sldMkLst>
          <pc:docMk/>
          <pc:sldMk cId="3813136399" sldId="308"/>
        </pc:sldMkLst>
        <pc:spChg chg="mod">
          <ac:chgData name="Jesper Buch Poignée" userId="e9c179cb-b07f-48e2-8bc5-99357f35e469" providerId="ADAL" clId="{0FA08CF4-302B-405B-A75E-5DF504EDE4A1}" dt="2026-05-12T11:22:53.006" v="23649" actId="20577"/>
          <ac:spMkLst>
            <pc:docMk/>
            <pc:sldMk cId="3813136399" sldId="308"/>
            <ac:spMk id="2" creationId="{5E16F269-37A6-E6AA-4ABA-20002516FCAE}"/>
          </ac:spMkLst>
        </pc:spChg>
        <pc:spChg chg="del">
          <ac:chgData name="Jesper Buch Poignée" userId="e9c179cb-b07f-48e2-8bc5-99357f35e469" providerId="ADAL" clId="{0FA08CF4-302B-405B-A75E-5DF504EDE4A1}" dt="2026-05-21T06:56:40.111" v="26180" actId="1032"/>
          <ac:spMkLst>
            <pc:docMk/>
            <pc:sldMk cId="3813136399" sldId="308"/>
            <ac:spMk id="3" creationId="{89C2200B-248E-84DB-5291-472D6FC3EE9C}"/>
          </ac:spMkLst>
        </pc:spChg>
        <pc:graphicFrameChg chg="add mod modGraphic">
          <ac:chgData name="Jesper Buch Poignée" userId="e9c179cb-b07f-48e2-8bc5-99357f35e469" providerId="ADAL" clId="{0FA08CF4-302B-405B-A75E-5DF504EDE4A1}" dt="2026-05-21T07:01:43.164" v="26235" actId="114"/>
          <ac:graphicFrameMkLst>
            <pc:docMk/>
            <pc:sldMk cId="3813136399" sldId="308"/>
            <ac:graphicFrameMk id="4" creationId="{0D51A7E7-A7CC-7AFC-F597-7CC7418700E2}"/>
          </ac:graphicFrameMkLst>
        </pc:graphicFrameChg>
      </pc:sldChg>
      <pc:sldChg chg="addSp delSp modSp new mod ord modAnim">
        <pc:chgData name="Jesper Buch Poignée" userId="e9c179cb-b07f-48e2-8bc5-99357f35e469" providerId="ADAL" clId="{0FA08CF4-302B-405B-A75E-5DF504EDE4A1}" dt="2026-05-21T06:25:52.221" v="26168"/>
        <pc:sldMkLst>
          <pc:docMk/>
          <pc:sldMk cId="738349893" sldId="310"/>
        </pc:sldMkLst>
        <pc:spChg chg="mod">
          <ac:chgData name="Jesper Buch Poignée" userId="e9c179cb-b07f-48e2-8bc5-99357f35e469" providerId="ADAL" clId="{0FA08CF4-302B-405B-A75E-5DF504EDE4A1}" dt="2026-05-12T11:23:19.421" v="23691" actId="20577"/>
          <ac:spMkLst>
            <pc:docMk/>
            <pc:sldMk cId="738349893" sldId="310"/>
            <ac:spMk id="2" creationId="{478CFC71-8609-4866-4D42-E32B4FDB9253}"/>
          </ac:spMkLst>
        </pc:spChg>
        <pc:spChg chg="add mod">
          <ac:chgData name="Jesper Buch Poignée" userId="e9c179cb-b07f-48e2-8bc5-99357f35e469" providerId="ADAL" clId="{0FA08CF4-302B-405B-A75E-5DF504EDE4A1}" dt="2026-05-21T06:25:28.908" v="26164" actId="20577"/>
          <ac:spMkLst>
            <pc:docMk/>
            <pc:sldMk cId="738349893" sldId="310"/>
            <ac:spMk id="3" creationId="{2B835C95-D2A2-FF3D-B967-2A1F6417EF2A}"/>
          </ac:spMkLst>
        </pc:spChg>
        <pc:spChg chg="add mod">
          <ac:chgData name="Jesper Buch Poignée" userId="e9c179cb-b07f-48e2-8bc5-99357f35e469" providerId="ADAL" clId="{0FA08CF4-302B-405B-A75E-5DF504EDE4A1}" dt="2026-05-21T06:24:19.964" v="26050" actId="20577"/>
          <ac:spMkLst>
            <pc:docMk/>
            <pc:sldMk cId="738349893" sldId="310"/>
            <ac:spMk id="5" creationId="{4E26AA4A-E433-44EA-DE9D-F4A9A3A65B21}"/>
          </ac:spMkLst>
        </pc:spChg>
        <pc:spChg chg="add mod">
          <ac:chgData name="Jesper Buch Poignée" userId="e9c179cb-b07f-48e2-8bc5-99357f35e469" providerId="ADAL" clId="{0FA08CF4-302B-405B-A75E-5DF504EDE4A1}" dt="2026-05-21T06:24:38.744" v="26076" actId="20577"/>
          <ac:spMkLst>
            <pc:docMk/>
            <pc:sldMk cId="738349893" sldId="310"/>
            <ac:spMk id="6" creationId="{66EFEF89-5918-DEF2-B97E-3FE1749AF867}"/>
          </ac:spMkLst>
        </pc:spChg>
        <pc:spChg chg="add mod">
          <ac:chgData name="Jesper Buch Poignée" userId="e9c179cb-b07f-48e2-8bc5-99357f35e469" providerId="ADAL" clId="{0FA08CF4-302B-405B-A75E-5DF504EDE4A1}" dt="2026-05-21T06:25:17.719" v="26141" actId="20577"/>
          <ac:spMkLst>
            <pc:docMk/>
            <pc:sldMk cId="738349893" sldId="310"/>
            <ac:spMk id="7" creationId="{C14784CC-6229-A254-5B88-3EA8C3362B45}"/>
          </ac:spMkLst>
        </pc:spChg>
        <pc:graphicFrameChg chg="add mod modGraphic">
          <ac:chgData name="Jesper Buch Poignée" userId="e9c179cb-b07f-48e2-8bc5-99357f35e469" providerId="ADAL" clId="{0FA08CF4-302B-405B-A75E-5DF504EDE4A1}" dt="2026-05-12T12:03:52.004" v="24043" actId="20577"/>
          <ac:graphicFrameMkLst>
            <pc:docMk/>
            <pc:sldMk cId="738349893" sldId="310"/>
            <ac:graphicFrameMk id="4" creationId="{16BB484B-C2C6-B3E2-BACE-06668B990867}"/>
          </ac:graphicFrameMkLst>
        </pc:graphicFrameChg>
      </pc:sldChg>
      <pc:sldChg chg="addSp delSp modSp new mod modClrScheme modAnim chgLayout">
        <pc:chgData name="Jesper Buch Poignée" userId="e9c179cb-b07f-48e2-8bc5-99357f35e469" providerId="ADAL" clId="{0FA08CF4-302B-405B-A75E-5DF504EDE4A1}" dt="2026-05-21T06:55:15.378" v="26179"/>
        <pc:sldMkLst>
          <pc:docMk/>
          <pc:sldMk cId="4175241544" sldId="311"/>
        </pc:sldMkLst>
        <pc:spChg chg="mod ord">
          <ac:chgData name="Jesper Buch Poignée" userId="e9c179cb-b07f-48e2-8bc5-99357f35e469" providerId="ADAL" clId="{0FA08CF4-302B-405B-A75E-5DF504EDE4A1}" dt="2026-05-13T12:32:33.013" v="24044" actId="700"/>
          <ac:spMkLst>
            <pc:docMk/>
            <pc:sldMk cId="4175241544" sldId="311"/>
            <ac:spMk id="2" creationId="{26C46B10-7B4B-4C80-8129-5A8A2D640F47}"/>
          </ac:spMkLst>
        </pc:spChg>
        <pc:spChg chg="add mod ord">
          <ac:chgData name="Jesper Buch Poignée" userId="e9c179cb-b07f-48e2-8bc5-99357f35e469" providerId="ADAL" clId="{0FA08CF4-302B-405B-A75E-5DF504EDE4A1}" dt="2026-05-13T13:03:08.996" v="24920" actId="20577"/>
          <ac:spMkLst>
            <pc:docMk/>
            <pc:sldMk cId="4175241544" sldId="311"/>
            <ac:spMk id="4" creationId="{B8F1B50C-92D7-A95E-D198-99CD41CD8A31}"/>
          </ac:spMkLst>
        </pc:spChg>
        <pc:spChg chg="add mod ord">
          <ac:chgData name="Jesper Buch Poignée" userId="e9c179cb-b07f-48e2-8bc5-99357f35e469" providerId="ADAL" clId="{0FA08CF4-302B-405B-A75E-5DF504EDE4A1}" dt="2026-05-21T06:55:15.378" v="26179"/>
          <ac:spMkLst>
            <pc:docMk/>
            <pc:sldMk cId="4175241544" sldId="311"/>
            <ac:spMk id="5" creationId="{F7A2E6C5-3807-19CE-C77A-21AA9C23523F}"/>
          </ac:spMkLst>
        </pc:spChg>
      </pc:sldChg>
      <pc:sldChg chg="addSp delSp modSp new mod">
        <pc:chgData name="Jesper Buch Poignée" userId="e9c179cb-b07f-48e2-8bc5-99357f35e469" providerId="ADAL" clId="{0FA08CF4-302B-405B-A75E-5DF504EDE4A1}" dt="2026-05-13T13:01:36.606" v="24878" actId="108"/>
        <pc:sldMkLst>
          <pc:docMk/>
          <pc:sldMk cId="3110602639" sldId="312"/>
        </pc:sldMkLst>
        <pc:spChg chg="mod">
          <ac:chgData name="Jesper Buch Poignée" userId="e9c179cb-b07f-48e2-8bc5-99357f35e469" providerId="ADAL" clId="{0FA08CF4-302B-405B-A75E-5DF504EDE4A1}" dt="2026-05-13T12:58:07.354" v="24592" actId="20577"/>
          <ac:spMkLst>
            <pc:docMk/>
            <pc:sldMk cId="3110602639" sldId="312"/>
            <ac:spMk id="2" creationId="{3121038C-D6B1-2640-69A4-655FF08526F2}"/>
          </ac:spMkLst>
        </pc:spChg>
        <pc:graphicFrameChg chg="add mod modGraphic">
          <ac:chgData name="Jesper Buch Poignée" userId="e9c179cb-b07f-48e2-8bc5-99357f35e469" providerId="ADAL" clId="{0FA08CF4-302B-405B-A75E-5DF504EDE4A1}" dt="2026-05-13T13:01:36.606" v="24878" actId="108"/>
          <ac:graphicFrameMkLst>
            <pc:docMk/>
            <pc:sldMk cId="3110602639" sldId="312"/>
            <ac:graphicFrameMk id="4" creationId="{AEC492F2-2EC4-BA30-3322-54AC9480EA23}"/>
          </ac:graphicFrameMkLst>
        </pc:graphicFrameChg>
      </pc:sldChg>
      <pc:sldChg chg="modSp new mod ord">
        <pc:chgData name="Jesper Buch Poignée" userId="e9c179cb-b07f-48e2-8bc5-99357f35e469" providerId="ADAL" clId="{0FA08CF4-302B-405B-A75E-5DF504EDE4A1}" dt="2026-05-12T11:32:12.763" v="23762" actId="20577"/>
        <pc:sldMkLst>
          <pc:docMk/>
          <pc:sldMk cId="156830768" sldId="313"/>
        </pc:sldMkLst>
        <pc:spChg chg="mod">
          <ac:chgData name="Jesper Buch Poignée" userId="e9c179cb-b07f-48e2-8bc5-99357f35e469" providerId="ADAL" clId="{0FA08CF4-302B-405B-A75E-5DF504EDE4A1}" dt="2026-05-12T11:24:33.133" v="23735" actId="20577"/>
          <ac:spMkLst>
            <pc:docMk/>
            <pc:sldMk cId="156830768" sldId="313"/>
            <ac:spMk id="2" creationId="{5491724E-F32F-1AE9-FFCD-5BA38CCD40A2}"/>
          </ac:spMkLst>
        </pc:spChg>
        <pc:spChg chg="mod">
          <ac:chgData name="Jesper Buch Poignée" userId="e9c179cb-b07f-48e2-8bc5-99357f35e469" providerId="ADAL" clId="{0FA08CF4-302B-405B-A75E-5DF504EDE4A1}" dt="2026-05-12T11:32:12.763" v="23762" actId="20577"/>
          <ac:spMkLst>
            <pc:docMk/>
            <pc:sldMk cId="156830768" sldId="313"/>
            <ac:spMk id="3" creationId="{4D8B2DFA-6411-6FFE-B4E5-7D84DD0E7668}"/>
          </ac:spMkLst>
        </pc:spChg>
      </pc:sldChg>
      <pc:sldChg chg="modSp new mod">
        <pc:chgData name="Jesper Buch Poignée" userId="e9c179cb-b07f-48e2-8bc5-99357f35e469" providerId="ADAL" clId="{0FA08CF4-302B-405B-A75E-5DF504EDE4A1}" dt="2026-05-18T13:18:17.145" v="25889" actId="20577"/>
        <pc:sldMkLst>
          <pc:docMk/>
          <pc:sldMk cId="2459662835" sldId="314"/>
        </pc:sldMkLst>
        <pc:spChg chg="mod">
          <ac:chgData name="Jesper Buch Poignée" userId="e9c179cb-b07f-48e2-8bc5-99357f35e469" providerId="ADAL" clId="{0FA08CF4-302B-405B-A75E-5DF504EDE4A1}" dt="2026-05-18T13:18:06.031" v="25876" actId="20577"/>
          <ac:spMkLst>
            <pc:docMk/>
            <pc:sldMk cId="2459662835" sldId="314"/>
            <ac:spMk id="2" creationId="{48452C20-B6F4-2FD7-6104-D6C5EB8DB9F0}"/>
          </ac:spMkLst>
        </pc:spChg>
        <pc:spChg chg="mod">
          <ac:chgData name="Jesper Buch Poignée" userId="e9c179cb-b07f-48e2-8bc5-99357f35e469" providerId="ADAL" clId="{0FA08CF4-302B-405B-A75E-5DF504EDE4A1}" dt="2026-05-18T13:18:17.145" v="25889" actId="20577"/>
          <ac:spMkLst>
            <pc:docMk/>
            <pc:sldMk cId="2459662835" sldId="314"/>
            <ac:spMk id="3" creationId="{C747F0E8-09A3-7D73-B62F-E1A47BDE0A22}"/>
          </ac:spMkLst>
        </pc:spChg>
      </pc:sldChg>
      <pc:sldChg chg="addSp delSp modSp new mod ord modClrScheme chgLayout">
        <pc:chgData name="Jesper Buch Poignée" userId="e9c179cb-b07f-48e2-8bc5-99357f35e469" providerId="ADAL" clId="{0FA08CF4-302B-405B-A75E-5DF504EDE4A1}" dt="2026-05-20T11:43:25.043" v="25894"/>
        <pc:sldMkLst>
          <pc:docMk/>
          <pc:sldMk cId="456125992" sldId="315"/>
        </pc:sldMkLst>
        <pc:spChg chg="del mod ord">
          <ac:chgData name="Jesper Buch Poignée" userId="e9c179cb-b07f-48e2-8bc5-99357f35e469" providerId="ADAL" clId="{0FA08CF4-302B-405B-A75E-5DF504EDE4A1}" dt="2026-05-20T11:43:21.669" v="25893" actId="700"/>
          <ac:spMkLst>
            <pc:docMk/>
            <pc:sldMk cId="456125992" sldId="315"/>
            <ac:spMk id="2" creationId="{546FE865-7C38-EBBE-EC4B-DD04E221A244}"/>
          </ac:spMkLst>
        </pc:spChg>
        <pc:spChg chg="del mod ord">
          <ac:chgData name="Jesper Buch Poignée" userId="e9c179cb-b07f-48e2-8bc5-99357f35e469" providerId="ADAL" clId="{0FA08CF4-302B-405B-A75E-5DF504EDE4A1}" dt="2026-05-20T11:43:21.669" v="25893" actId="700"/>
          <ac:spMkLst>
            <pc:docMk/>
            <pc:sldMk cId="456125992" sldId="315"/>
            <ac:spMk id="3" creationId="{B27B30A6-BD95-34D2-948F-D74976E907D8}"/>
          </ac:spMkLst>
        </pc:spChg>
        <pc:spChg chg="add mod ord">
          <ac:chgData name="Jesper Buch Poignée" userId="e9c179cb-b07f-48e2-8bc5-99357f35e469" providerId="ADAL" clId="{0FA08CF4-302B-405B-A75E-5DF504EDE4A1}" dt="2026-05-20T11:43:25.043" v="25894"/>
          <ac:spMkLst>
            <pc:docMk/>
            <pc:sldMk cId="456125992" sldId="315"/>
            <ac:spMk id="4" creationId="{5367E0CD-08B5-A048-8096-0D106287C8F4}"/>
          </ac:spMkLst>
        </pc:spChg>
        <pc:spChg chg="add mod ord">
          <ac:chgData name="Jesper Buch Poignée" userId="e9c179cb-b07f-48e2-8bc5-99357f35e469" providerId="ADAL" clId="{0FA08CF4-302B-405B-A75E-5DF504EDE4A1}" dt="2026-05-20T11:43:21.669" v="25893" actId="700"/>
          <ac:spMkLst>
            <pc:docMk/>
            <pc:sldMk cId="456125992" sldId="315"/>
            <ac:spMk id="5" creationId="{1116694D-4A4E-2084-35D8-94CAE463A044}"/>
          </ac:spMkLst>
        </pc:spChg>
      </pc:sldChg>
      <pc:sldChg chg="addSp delSp modSp new mod modClrScheme chgLayout">
        <pc:chgData name="Jesper Buch Poignée" userId="e9c179cb-b07f-48e2-8bc5-99357f35e469" providerId="ADAL" clId="{0FA08CF4-302B-405B-A75E-5DF504EDE4A1}" dt="2026-05-20T11:45:30.520" v="25926" actId="20577"/>
        <pc:sldMkLst>
          <pc:docMk/>
          <pc:sldMk cId="2124120272" sldId="316"/>
        </pc:sldMkLst>
        <pc:spChg chg="del mod ord">
          <ac:chgData name="Jesper Buch Poignée" userId="e9c179cb-b07f-48e2-8bc5-99357f35e469" providerId="ADAL" clId="{0FA08CF4-302B-405B-A75E-5DF504EDE4A1}" dt="2026-05-20T11:45:02.818" v="25898" actId="700"/>
          <ac:spMkLst>
            <pc:docMk/>
            <pc:sldMk cId="2124120272" sldId="316"/>
            <ac:spMk id="2" creationId="{1221E1E0-9B6A-8D20-D446-A500B28E2515}"/>
          </ac:spMkLst>
        </pc:spChg>
        <pc:spChg chg="del mod ord">
          <ac:chgData name="Jesper Buch Poignée" userId="e9c179cb-b07f-48e2-8bc5-99357f35e469" providerId="ADAL" clId="{0FA08CF4-302B-405B-A75E-5DF504EDE4A1}" dt="2026-05-20T11:45:02.818" v="25898" actId="700"/>
          <ac:spMkLst>
            <pc:docMk/>
            <pc:sldMk cId="2124120272" sldId="316"/>
            <ac:spMk id="3" creationId="{20738B50-54D0-16C2-86AD-32662F685894}"/>
          </ac:spMkLst>
        </pc:spChg>
        <pc:spChg chg="add mod ord">
          <ac:chgData name="Jesper Buch Poignée" userId="e9c179cb-b07f-48e2-8bc5-99357f35e469" providerId="ADAL" clId="{0FA08CF4-302B-405B-A75E-5DF504EDE4A1}" dt="2026-05-20T11:45:06.062" v="25908" actId="20577"/>
          <ac:spMkLst>
            <pc:docMk/>
            <pc:sldMk cId="2124120272" sldId="316"/>
            <ac:spMk id="4" creationId="{0C7CBB41-ECB2-885A-DDD4-B0DE8BEFEB48}"/>
          </ac:spMkLst>
        </pc:spChg>
        <pc:spChg chg="add mod ord">
          <ac:chgData name="Jesper Buch Poignée" userId="e9c179cb-b07f-48e2-8bc5-99357f35e469" providerId="ADAL" clId="{0FA08CF4-302B-405B-A75E-5DF504EDE4A1}" dt="2026-05-20T11:45:30.520" v="25926" actId="20577"/>
          <ac:spMkLst>
            <pc:docMk/>
            <pc:sldMk cId="2124120272" sldId="316"/>
            <ac:spMk id="5" creationId="{20006C2D-51D2-3446-3E40-24FF19A41232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3B3575-5660-4186-97FC-1AB5EE3AE060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C19CB51F-F81E-488E-8BAF-382E87A21FCF}">
      <dgm:prSet phldrT="[Tekst]" phldr="0"/>
      <dgm:spPr/>
      <dgm:t>
        <a:bodyPr/>
        <a:lstStyle/>
        <a:p>
          <a:r>
            <a:rPr lang="da-DK" dirty="0"/>
            <a:t>Ikke-følsomme oplysninger</a:t>
          </a:r>
        </a:p>
      </dgm:t>
    </dgm:pt>
    <dgm:pt modelId="{A6308D63-409E-4B92-94F4-EB9858339732}" type="parTrans" cxnId="{193399C9-DE0D-4905-A377-78ED6C59B6F6}">
      <dgm:prSet/>
      <dgm:spPr/>
      <dgm:t>
        <a:bodyPr/>
        <a:lstStyle/>
        <a:p>
          <a:endParaRPr lang="da-DK"/>
        </a:p>
      </dgm:t>
    </dgm:pt>
    <dgm:pt modelId="{BA55BC60-83FE-40E6-BE3C-3CA5DA2D68DA}" type="sibTrans" cxnId="{193399C9-DE0D-4905-A377-78ED6C59B6F6}">
      <dgm:prSet/>
      <dgm:spPr/>
      <dgm:t>
        <a:bodyPr/>
        <a:lstStyle/>
        <a:p>
          <a:endParaRPr lang="da-DK"/>
        </a:p>
      </dgm:t>
    </dgm:pt>
    <dgm:pt modelId="{A89FD15A-46DD-4C91-B583-9801D2D47191}">
      <dgm:prSet phldrT="[Tekst]" phldr="0"/>
      <dgm:spPr/>
      <dgm:t>
        <a:bodyPr/>
        <a:lstStyle/>
        <a:p>
          <a:r>
            <a:rPr lang="da-DK" dirty="0"/>
            <a:t>Følsomme oplysninger</a:t>
          </a:r>
        </a:p>
      </dgm:t>
    </dgm:pt>
    <dgm:pt modelId="{44E462AA-D52E-4B80-82DA-747BE3C1F2A8}" type="parTrans" cxnId="{2F086544-1A84-4CCB-8C26-50653794A80F}">
      <dgm:prSet/>
      <dgm:spPr/>
      <dgm:t>
        <a:bodyPr/>
        <a:lstStyle/>
        <a:p>
          <a:endParaRPr lang="da-DK"/>
        </a:p>
      </dgm:t>
    </dgm:pt>
    <dgm:pt modelId="{A2889C2D-94A1-4B2D-A28F-D83EA4560752}" type="sibTrans" cxnId="{2F086544-1A84-4CCB-8C26-50653794A80F}">
      <dgm:prSet/>
      <dgm:spPr/>
      <dgm:t>
        <a:bodyPr/>
        <a:lstStyle/>
        <a:p>
          <a:endParaRPr lang="da-DK"/>
        </a:p>
      </dgm:t>
    </dgm:pt>
    <dgm:pt modelId="{4382B8D5-F876-4F7C-A1E3-F353DF4FC30B}">
      <dgm:prSet phldrT="[Tekst]" phldr="0"/>
      <dgm:spPr/>
      <dgm:t>
        <a:bodyPr/>
        <a:lstStyle/>
        <a:p>
          <a:r>
            <a:rPr lang="da-DK" dirty="0"/>
            <a:t>Oplysninger om lovovertrædelser og sikkerhedsforanstaltninger</a:t>
          </a:r>
        </a:p>
      </dgm:t>
    </dgm:pt>
    <dgm:pt modelId="{C9A85310-B4F5-4A9B-85A1-866C3DBC7D75}" type="parTrans" cxnId="{295B8836-B938-4128-AE0C-AC42A96F3A67}">
      <dgm:prSet/>
      <dgm:spPr/>
      <dgm:t>
        <a:bodyPr/>
        <a:lstStyle/>
        <a:p>
          <a:endParaRPr lang="da-DK"/>
        </a:p>
      </dgm:t>
    </dgm:pt>
    <dgm:pt modelId="{70E1957B-59DF-4B4D-9541-64592F491285}" type="sibTrans" cxnId="{295B8836-B938-4128-AE0C-AC42A96F3A67}">
      <dgm:prSet/>
      <dgm:spPr/>
      <dgm:t>
        <a:bodyPr/>
        <a:lstStyle/>
        <a:p>
          <a:endParaRPr lang="da-DK"/>
        </a:p>
      </dgm:t>
    </dgm:pt>
    <dgm:pt modelId="{DF6E99B3-4F79-44AE-BF51-AC15359BF7ED}">
      <dgm:prSet phldrT="[Tekst]" phldr="0"/>
      <dgm:spPr/>
      <dgm:t>
        <a:bodyPr/>
        <a:lstStyle/>
        <a:p>
          <a:r>
            <a:rPr lang="da-DK" dirty="0"/>
            <a:t>Navn og adresse</a:t>
          </a:r>
        </a:p>
      </dgm:t>
    </dgm:pt>
    <dgm:pt modelId="{DE41BC68-DE83-43B9-831E-63D970AAA630}" type="parTrans" cxnId="{982A7D98-0EEC-42FC-8452-4E2D9F45D52E}">
      <dgm:prSet/>
      <dgm:spPr/>
      <dgm:t>
        <a:bodyPr/>
        <a:lstStyle/>
        <a:p>
          <a:endParaRPr lang="da-DK"/>
        </a:p>
      </dgm:t>
    </dgm:pt>
    <dgm:pt modelId="{DC04A261-1606-41DC-8DC0-DED285F4886E}" type="sibTrans" cxnId="{982A7D98-0EEC-42FC-8452-4E2D9F45D52E}">
      <dgm:prSet/>
      <dgm:spPr/>
      <dgm:t>
        <a:bodyPr/>
        <a:lstStyle/>
        <a:p>
          <a:endParaRPr lang="da-DK"/>
        </a:p>
      </dgm:t>
    </dgm:pt>
    <dgm:pt modelId="{59C73805-9C33-4521-BF99-2B7B5539E76D}">
      <dgm:prSet phldrT="[Tekst]" phldr="0"/>
      <dgm:spPr/>
      <dgm:t>
        <a:bodyPr/>
        <a:lstStyle/>
        <a:p>
          <a:r>
            <a:rPr lang="da-DK"/>
            <a:t>Telefonnummer</a:t>
          </a:r>
          <a:endParaRPr lang="da-DK" dirty="0"/>
        </a:p>
      </dgm:t>
    </dgm:pt>
    <dgm:pt modelId="{CD2366AC-F86C-4BAF-847D-EDD627F0063E}" type="parTrans" cxnId="{751E4303-4D9F-4604-BE21-CC3ECC0020A5}">
      <dgm:prSet/>
      <dgm:spPr/>
      <dgm:t>
        <a:bodyPr/>
        <a:lstStyle/>
        <a:p>
          <a:endParaRPr lang="da-DK"/>
        </a:p>
      </dgm:t>
    </dgm:pt>
    <dgm:pt modelId="{24A88116-29CC-45B1-BEF2-7311A768DA0D}" type="sibTrans" cxnId="{751E4303-4D9F-4604-BE21-CC3ECC0020A5}">
      <dgm:prSet/>
      <dgm:spPr/>
      <dgm:t>
        <a:bodyPr/>
        <a:lstStyle/>
        <a:p>
          <a:endParaRPr lang="da-DK"/>
        </a:p>
      </dgm:t>
    </dgm:pt>
    <dgm:pt modelId="{753A0448-84C9-4AF0-AEF5-4FA27662A3F0}">
      <dgm:prSet phldrT="[Tekst]" phldr="0"/>
      <dgm:spPr/>
      <dgm:t>
        <a:bodyPr/>
        <a:lstStyle/>
        <a:p>
          <a:r>
            <a:rPr lang="da-DK" dirty="0"/>
            <a:t>Etnisk tilhørsforhold, politisk overbevisning</a:t>
          </a:r>
        </a:p>
      </dgm:t>
    </dgm:pt>
    <dgm:pt modelId="{097A28C5-3340-4CF0-86B2-C09DF379A07D}" type="parTrans" cxnId="{F9F177E7-BD9A-4CE2-8350-D4FF03447042}">
      <dgm:prSet/>
      <dgm:spPr/>
      <dgm:t>
        <a:bodyPr/>
        <a:lstStyle/>
        <a:p>
          <a:endParaRPr lang="da-DK"/>
        </a:p>
      </dgm:t>
    </dgm:pt>
    <dgm:pt modelId="{61970AE2-5500-4B6D-892A-C78FA3FACF12}" type="sibTrans" cxnId="{F9F177E7-BD9A-4CE2-8350-D4FF03447042}">
      <dgm:prSet/>
      <dgm:spPr/>
      <dgm:t>
        <a:bodyPr/>
        <a:lstStyle/>
        <a:p>
          <a:endParaRPr lang="da-DK"/>
        </a:p>
      </dgm:t>
    </dgm:pt>
    <dgm:pt modelId="{E45191AC-B2F0-4E9F-A48E-3194344E820F}">
      <dgm:prSet phldrT="[Tekst]" phldr="0"/>
      <dgm:spPr/>
      <dgm:t>
        <a:bodyPr/>
        <a:lstStyle/>
        <a:p>
          <a:r>
            <a:rPr lang="da-DK"/>
            <a:t>Helbredsoplysninger</a:t>
          </a:r>
          <a:endParaRPr lang="da-DK" dirty="0"/>
        </a:p>
      </dgm:t>
    </dgm:pt>
    <dgm:pt modelId="{63FEDA67-1A45-4BBB-A4E0-DD95BD01FF29}" type="parTrans" cxnId="{7C214B50-DA8D-4982-BC74-A038B5F6F650}">
      <dgm:prSet/>
      <dgm:spPr/>
      <dgm:t>
        <a:bodyPr/>
        <a:lstStyle/>
        <a:p>
          <a:endParaRPr lang="da-DK"/>
        </a:p>
      </dgm:t>
    </dgm:pt>
    <dgm:pt modelId="{65D2DA67-037B-48D1-88EF-47CFFE2451DD}" type="sibTrans" cxnId="{7C214B50-DA8D-4982-BC74-A038B5F6F650}">
      <dgm:prSet/>
      <dgm:spPr/>
      <dgm:t>
        <a:bodyPr/>
        <a:lstStyle/>
        <a:p>
          <a:endParaRPr lang="da-DK"/>
        </a:p>
      </dgm:t>
    </dgm:pt>
    <dgm:pt modelId="{5DA27892-6DA7-4B05-8694-970F8FD837E4}">
      <dgm:prSet phldrT="[Tekst]" phldr="0"/>
      <dgm:spPr/>
      <dgm:t>
        <a:bodyPr/>
        <a:lstStyle/>
        <a:p>
          <a:r>
            <a:rPr lang="da-DK" dirty="0"/>
            <a:t>Straffedomme</a:t>
          </a:r>
        </a:p>
      </dgm:t>
    </dgm:pt>
    <dgm:pt modelId="{47344B5F-280C-40F6-BDC2-265808D9BDF3}" type="parTrans" cxnId="{986100C9-F3CA-41F6-9217-CF1D390C40C7}">
      <dgm:prSet/>
      <dgm:spPr/>
      <dgm:t>
        <a:bodyPr/>
        <a:lstStyle/>
        <a:p>
          <a:endParaRPr lang="da-DK"/>
        </a:p>
      </dgm:t>
    </dgm:pt>
    <dgm:pt modelId="{DDA13CEF-EA70-488C-9541-2681DC4777C2}" type="sibTrans" cxnId="{986100C9-F3CA-41F6-9217-CF1D390C40C7}">
      <dgm:prSet/>
      <dgm:spPr/>
      <dgm:t>
        <a:bodyPr/>
        <a:lstStyle/>
        <a:p>
          <a:endParaRPr lang="da-DK"/>
        </a:p>
      </dgm:t>
    </dgm:pt>
    <dgm:pt modelId="{FC871853-54FB-435C-82E3-61A53336D3F4}">
      <dgm:prSet phldrT="[Tekst]" phldr="0"/>
      <dgm:spPr/>
      <dgm:t>
        <a:bodyPr/>
        <a:lstStyle/>
        <a:p>
          <a:r>
            <a:rPr lang="da-DK" dirty="0"/>
            <a:t>Børneattester</a:t>
          </a:r>
        </a:p>
      </dgm:t>
    </dgm:pt>
    <dgm:pt modelId="{1D97E94A-F183-4F88-9331-45C08CFD0F6A}" type="parTrans" cxnId="{B6DC0984-9FE1-4A5D-8383-C17B6767F6DE}">
      <dgm:prSet/>
      <dgm:spPr/>
      <dgm:t>
        <a:bodyPr/>
        <a:lstStyle/>
        <a:p>
          <a:endParaRPr lang="da-DK"/>
        </a:p>
      </dgm:t>
    </dgm:pt>
    <dgm:pt modelId="{E9CBC9C9-9934-48C7-A7F0-207B23CD6443}" type="sibTrans" cxnId="{B6DC0984-9FE1-4A5D-8383-C17B6767F6DE}">
      <dgm:prSet/>
      <dgm:spPr/>
      <dgm:t>
        <a:bodyPr/>
        <a:lstStyle/>
        <a:p>
          <a:endParaRPr lang="da-DK"/>
        </a:p>
      </dgm:t>
    </dgm:pt>
    <dgm:pt modelId="{94ED64C4-614A-49EC-87CA-E343CC9296F8}" type="pres">
      <dgm:prSet presAssocID="{583B3575-5660-4186-97FC-1AB5EE3AE060}" presName="linear" presStyleCnt="0">
        <dgm:presLayoutVars>
          <dgm:animLvl val="lvl"/>
          <dgm:resizeHandles val="exact"/>
        </dgm:presLayoutVars>
      </dgm:prSet>
      <dgm:spPr/>
    </dgm:pt>
    <dgm:pt modelId="{85EAEEDF-F65F-4734-947A-44D3F68A2884}" type="pres">
      <dgm:prSet presAssocID="{C19CB51F-F81E-488E-8BAF-382E87A21FC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874103F-4710-4C1D-A6F3-C9F351E624F7}" type="pres">
      <dgm:prSet presAssocID="{C19CB51F-F81E-488E-8BAF-382E87A21FCF}" presName="childText" presStyleLbl="revTx" presStyleIdx="0" presStyleCnt="3">
        <dgm:presLayoutVars>
          <dgm:bulletEnabled val="1"/>
        </dgm:presLayoutVars>
      </dgm:prSet>
      <dgm:spPr/>
    </dgm:pt>
    <dgm:pt modelId="{34B697C4-CCC1-40CD-A8CF-064B861D8D92}" type="pres">
      <dgm:prSet presAssocID="{A89FD15A-46DD-4C91-B583-9801D2D4719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2576CB6-A7BE-4620-9F75-9F63A20D55CB}" type="pres">
      <dgm:prSet presAssocID="{A89FD15A-46DD-4C91-B583-9801D2D47191}" presName="childText" presStyleLbl="revTx" presStyleIdx="1" presStyleCnt="3">
        <dgm:presLayoutVars>
          <dgm:bulletEnabled val="1"/>
        </dgm:presLayoutVars>
      </dgm:prSet>
      <dgm:spPr/>
    </dgm:pt>
    <dgm:pt modelId="{2AB1CDE0-641E-4838-B048-2639C8C78AAB}" type="pres">
      <dgm:prSet presAssocID="{4382B8D5-F876-4F7C-A1E3-F353DF4FC30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FC7B913-8858-4DF7-A34C-39F23F41F588}" type="pres">
      <dgm:prSet presAssocID="{4382B8D5-F876-4F7C-A1E3-F353DF4FC30B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751E4303-4D9F-4604-BE21-CC3ECC0020A5}" srcId="{C19CB51F-F81E-488E-8BAF-382E87A21FCF}" destId="{59C73805-9C33-4521-BF99-2B7B5539E76D}" srcOrd="1" destOrd="0" parTransId="{CD2366AC-F86C-4BAF-847D-EDD627F0063E}" sibTransId="{24A88116-29CC-45B1-BEF2-7311A768DA0D}"/>
    <dgm:cxn modelId="{258F0806-D489-4342-8F02-AC472CE315FA}" type="presOf" srcId="{753A0448-84C9-4AF0-AEF5-4FA27662A3F0}" destId="{52576CB6-A7BE-4620-9F75-9F63A20D55CB}" srcOrd="0" destOrd="0" presId="urn:microsoft.com/office/officeart/2005/8/layout/vList2"/>
    <dgm:cxn modelId="{F3F0FE10-CE6C-41A1-979F-479A9682245C}" type="presOf" srcId="{E45191AC-B2F0-4E9F-A48E-3194344E820F}" destId="{52576CB6-A7BE-4620-9F75-9F63A20D55CB}" srcOrd="0" destOrd="1" presId="urn:microsoft.com/office/officeart/2005/8/layout/vList2"/>
    <dgm:cxn modelId="{00643128-9FA9-464D-8070-0F6212FEBDFB}" type="presOf" srcId="{DF6E99B3-4F79-44AE-BF51-AC15359BF7ED}" destId="{5874103F-4710-4C1D-A6F3-C9F351E624F7}" srcOrd="0" destOrd="0" presId="urn:microsoft.com/office/officeart/2005/8/layout/vList2"/>
    <dgm:cxn modelId="{C71BD12A-1AE7-499D-908E-0337455177BF}" type="presOf" srcId="{C19CB51F-F81E-488E-8BAF-382E87A21FCF}" destId="{85EAEEDF-F65F-4734-947A-44D3F68A2884}" srcOrd="0" destOrd="0" presId="urn:microsoft.com/office/officeart/2005/8/layout/vList2"/>
    <dgm:cxn modelId="{295B8836-B938-4128-AE0C-AC42A96F3A67}" srcId="{583B3575-5660-4186-97FC-1AB5EE3AE060}" destId="{4382B8D5-F876-4F7C-A1E3-F353DF4FC30B}" srcOrd="2" destOrd="0" parTransId="{C9A85310-B4F5-4A9B-85A1-866C3DBC7D75}" sibTransId="{70E1957B-59DF-4B4D-9541-64592F491285}"/>
    <dgm:cxn modelId="{2F086544-1A84-4CCB-8C26-50653794A80F}" srcId="{583B3575-5660-4186-97FC-1AB5EE3AE060}" destId="{A89FD15A-46DD-4C91-B583-9801D2D47191}" srcOrd="1" destOrd="0" parTransId="{44E462AA-D52E-4B80-82DA-747BE3C1F2A8}" sibTransId="{A2889C2D-94A1-4B2D-A28F-D83EA4560752}"/>
    <dgm:cxn modelId="{7C214B50-DA8D-4982-BC74-A038B5F6F650}" srcId="{A89FD15A-46DD-4C91-B583-9801D2D47191}" destId="{E45191AC-B2F0-4E9F-A48E-3194344E820F}" srcOrd="1" destOrd="0" parTransId="{63FEDA67-1A45-4BBB-A4E0-DD95BD01FF29}" sibTransId="{65D2DA67-037B-48D1-88EF-47CFFE2451DD}"/>
    <dgm:cxn modelId="{B6DC0984-9FE1-4A5D-8383-C17B6767F6DE}" srcId="{4382B8D5-F876-4F7C-A1E3-F353DF4FC30B}" destId="{FC871853-54FB-435C-82E3-61A53336D3F4}" srcOrd="1" destOrd="0" parTransId="{1D97E94A-F183-4F88-9331-45C08CFD0F6A}" sibTransId="{E9CBC9C9-9934-48C7-A7F0-207B23CD6443}"/>
    <dgm:cxn modelId="{982A7D98-0EEC-42FC-8452-4E2D9F45D52E}" srcId="{C19CB51F-F81E-488E-8BAF-382E87A21FCF}" destId="{DF6E99B3-4F79-44AE-BF51-AC15359BF7ED}" srcOrd="0" destOrd="0" parTransId="{DE41BC68-DE83-43B9-831E-63D970AAA630}" sibTransId="{DC04A261-1606-41DC-8DC0-DED285F4886E}"/>
    <dgm:cxn modelId="{FC842B99-DDCE-4B43-9C6A-EEBE0217BC4F}" type="presOf" srcId="{FC871853-54FB-435C-82E3-61A53336D3F4}" destId="{7FC7B913-8858-4DF7-A34C-39F23F41F588}" srcOrd="0" destOrd="1" presId="urn:microsoft.com/office/officeart/2005/8/layout/vList2"/>
    <dgm:cxn modelId="{A6FBCFAD-5814-4142-B3AB-48CC961EFF5B}" type="presOf" srcId="{5DA27892-6DA7-4B05-8694-970F8FD837E4}" destId="{7FC7B913-8858-4DF7-A34C-39F23F41F588}" srcOrd="0" destOrd="0" presId="urn:microsoft.com/office/officeart/2005/8/layout/vList2"/>
    <dgm:cxn modelId="{7211ACB2-1884-4EC5-97B2-7CD061A5D057}" type="presOf" srcId="{A89FD15A-46DD-4C91-B583-9801D2D47191}" destId="{34B697C4-CCC1-40CD-A8CF-064B861D8D92}" srcOrd="0" destOrd="0" presId="urn:microsoft.com/office/officeart/2005/8/layout/vList2"/>
    <dgm:cxn modelId="{A0BEA2B6-002E-4C2C-8A11-B265F49FF4AD}" type="presOf" srcId="{4382B8D5-F876-4F7C-A1E3-F353DF4FC30B}" destId="{2AB1CDE0-641E-4838-B048-2639C8C78AAB}" srcOrd="0" destOrd="0" presId="urn:microsoft.com/office/officeart/2005/8/layout/vList2"/>
    <dgm:cxn modelId="{986100C9-F3CA-41F6-9217-CF1D390C40C7}" srcId="{4382B8D5-F876-4F7C-A1E3-F353DF4FC30B}" destId="{5DA27892-6DA7-4B05-8694-970F8FD837E4}" srcOrd="0" destOrd="0" parTransId="{47344B5F-280C-40F6-BDC2-265808D9BDF3}" sibTransId="{DDA13CEF-EA70-488C-9541-2681DC4777C2}"/>
    <dgm:cxn modelId="{193399C9-DE0D-4905-A377-78ED6C59B6F6}" srcId="{583B3575-5660-4186-97FC-1AB5EE3AE060}" destId="{C19CB51F-F81E-488E-8BAF-382E87A21FCF}" srcOrd="0" destOrd="0" parTransId="{A6308D63-409E-4B92-94F4-EB9858339732}" sibTransId="{BA55BC60-83FE-40E6-BE3C-3CA5DA2D68DA}"/>
    <dgm:cxn modelId="{A7110EDB-F555-473F-B9CA-90406C909D34}" type="presOf" srcId="{59C73805-9C33-4521-BF99-2B7B5539E76D}" destId="{5874103F-4710-4C1D-A6F3-C9F351E624F7}" srcOrd="0" destOrd="1" presId="urn:microsoft.com/office/officeart/2005/8/layout/vList2"/>
    <dgm:cxn modelId="{F9F177E7-BD9A-4CE2-8350-D4FF03447042}" srcId="{A89FD15A-46DD-4C91-B583-9801D2D47191}" destId="{753A0448-84C9-4AF0-AEF5-4FA27662A3F0}" srcOrd="0" destOrd="0" parTransId="{097A28C5-3340-4CF0-86B2-C09DF379A07D}" sibTransId="{61970AE2-5500-4B6D-892A-C78FA3FACF12}"/>
    <dgm:cxn modelId="{312D89F5-44C0-444E-A829-C026D7218F25}" type="presOf" srcId="{583B3575-5660-4186-97FC-1AB5EE3AE060}" destId="{94ED64C4-614A-49EC-87CA-E343CC9296F8}" srcOrd="0" destOrd="0" presId="urn:microsoft.com/office/officeart/2005/8/layout/vList2"/>
    <dgm:cxn modelId="{34D0EADF-7C7C-4173-BF3D-43287BC2DB99}" type="presParOf" srcId="{94ED64C4-614A-49EC-87CA-E343CC9296F8}" destId="{85EAEEDF-F65F-4734-947A-44D3F68A2884}" srcOrd="0" destOrd="0" presId="urn:microsoft.com/office/officeart/2005/8/layout/vList2"/>
    <dgm:cxn modelId="{A88973C8-750B-4A60-9897-96ACCA218C56}" type="presParOf" srcId="{94ED64C4-614A-49EC-87CA-E343CC9296F8}" destId="{5874103F-4710-4C1D-A6F3-C9F351E624F7}" srcOrd="1" destOrd="0" presId="urn:microsoft.com/office/officeart/2005/8/layout/vList2"/>
    <dgm:cxn modelId="{3EF3CCF9-CBF5-4799-B38F-E480644CE01A}" type="presParOf" srcId="{94ED64C4-614A-49EC-87CA-E343CC9296F8}" destId="{34B697C4-CCC1-40CD-A8CF-064B861D8D92}" srcOrd="2" destOrd="0" presId="urn:microsoft.com/office/officeart/2005/8/layout/vList2"/>
    <dgm:cxn modelId="{A3539A26-724A-4605-B388-ABFBD86BEA95}" type="presParOf" srcId="{94ED64C4-614A-49EC-87CA-E343CC9296F8}" destId="{52576CB6-A7BE-4620-9F75-9F63A20D55CB}" srcOrd="3" destOrd="0" presId="urn:microsoft.com/office/officeart/2005/8/layout/vList2"/>
    <dgm:cxn modelId="{C894C5DC-DD93-424C-90ED-894137CF5A84}" type="presParOf" srcId="{94ED64C4-614A-49EC-87CA-E343CC9296F8}" destId="{2AB1CDE0-641E-4838-B048-2639C8C78AAB}" srcOrd="4" destOrd="0" presId="urn:microsoft.com/office/officeart/2005/8/layout/vList2"/>
    <dgm:cxn modelId="{11FFB033-41E7-49B6-BE1E-8E5C3613380C}" type="presParOf" srcId="{94ED64C4-614A-49EC-87CA-E343CC9296F8}" destId="{7FC7B913-8858-4DF7-A34C-39F23F41F58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6FFAC1-9501-49C2-98F6-66DBB3D19034}" type="doc">
      <dgm:prSet loTypeId="urn:microsoft.com/office/officeart/2008/layout/PictureStrips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BECB5090-37F5-40E1-811B-F7FBD24B9D4D}">
      <dgm:prSet phldrT="[Tekst]" phldr="0"/>
      <dgm:spPr/>
      <dgm:t>
        <a:bodyPr/>
        <a:lstStyle/>
        <a:p>
          <a:r>
            <a:rPr lang="da-DK" dirty="0"/>
            <a:t>Den registrerede</a:t>
          </a:r>
        </a:p>
      </dgm:t>
    </dgm:pt>
    <dgm:pt modelId="{720F254E-1B8D-4424-98C8-B249A57EB2F7}" type="parTrans" cxnId="{6B175D20-A546-4641-97DC-63B396EBAD8F}">
      <dgm:prSet/>
      <dgm:spPr/>
      <dgm:t>
        <a:bodyPr/>
        <a:lstStyle/>
        <a:p>
          <a:endParaRPr lang="da-DK"/>
        </a:p>
      </dgm:t>
    </dgm:pt>
    <dgm:pt modelId="{EF699302-1BF2-46C5-AE5B-111EB7549720}" type="sibTrans" cxnId="{6B175D20-A546-4641-97DC-63B396EBAD8F}">
      <dgm:prSet/>
      <dgm:spPr/>
      <dgm:t>
        <a:bodyPr/>
        <a:lstStyle/>
        <a:p>
          <a:endParaRPr lang="da-DK"/>
        </a:p>
      </dgm:t>
    </dgm:pt>
    <dgm:pt modelId="{F45DE60F-7595-4485-AE53-5BB05CC251F7}">
      <dgm:prSet phldrT="[Tekst]" phldr="0"/>
      <dgm:spPr/>
      <dgm:t>
        <a:bodyPr/>
        <a:lstStyle/>
        <a:p>
          <a:r>
            <a:rPr lang="da-DK" dirty="0"/>
            <a:t>Dataansvarlig</a:t>
          </a:r>
        </a:p>
      </dgm:t>
    </dgm:pt>
    <dgm:pt modelId="{D4976216-4E15-4E90-9B7F-F8970C6C96B2}" type="parTrans" cxnId="{6297E439-E342-4B6A-8E01-05B5E3E6D961}">
      <dgm:prSet/>
      <dgm:spPr/>
      <dgm:t>
        <a:bodyPr/>
        <a:lstStyle/>
        <a:p>
          <a:endParaRPr lang="da-DK"/>
        </a:p>
      </dgm:t>
    </dgm:pt>
    <dgm:pt modelId="{08E95410-8BA4-4F02-A39B-B325072BECCF}" type="sibTrans" cxnId="{6297E439-E342-4B6A-8E01-05B5E3E6D961}">
      <dgm:prSet/>
      <dgm:spPr/>
      <dgm:t>
        <a:bodyPr/>
        <a:lstStyle/>
        <a:p>
          <a:endParaRPr lang="da-DK"/>
        </a:p>
      </dgm:t>
    </dgm:pt>
    <dgm:pt modelId="{366905B9-210F-4EA6-A07B-DD478BE8069E}">
      <dgm:prSet phldrT="[Tekst]" phldr="0"/>
      <dgm:spPr/>
      <dgm:t>
        <a:bodyPr/>
        <a:lstStyle/>
        <a:p>
          <a:r>
            <a:rPr lang="da-DK" dirty="0"/>
            <a:t>Databehandler</a:t>
          </a:r>
        </a:p>
      </dgm:t>
    </dgm:pt>
    <dgm:pt modelId="{68F6F4A4-5615-4C45-ADCC-34921FBC10EF}" type="parTrans" cxnId="{9103850C-C8E7-4D0F-B1DA-E011B9C81490}">
      <dgm:prSet/>
      <dgm:spPr/>
      <dgm:t>
        <a:bodyPr/>
        <a:lstStyle/>
        <a:p>
          <a:endParaRPr lang="da-DK"/>
        </a:p>
      </dgm:t>
    </dgm:pt>
    <dgm:pt modelId="{BFDF1FE0-1B31-4695-A7B5-FC2EE03794AE}" type="sibTrans" cxnId="{9103850C-C8E7-4D0F-B1DA-E011B9C81490}">
      <dgm:prSet/>
      <dgm:spPr/>
      <dgm:t>
        <a:bodyPr/>
        <a:lstStyle/>
        <a:p>
          <a:endParaRPr lang="da-DK"/>
        </a:p>
      </dgm:t>
    </dgm:pt>
    <dgm:pt modelId="{A1F81F84-4C96-48CD-9D2D-3823E4372B6F}">
      <dgm:prSet phldrT="[Tekst]" phldr="0"/>
      <dgm:spPr/>
      <dgm:t>
        <a:bodyPr/>
        <a:lstStyle/>
        <a:p>
          <a:r>
            <a:rPr lang="da-DK"/>
            <a:t>Ejer af data</a:t>
          </a:r>
          <a:endParaRPr lang="da-DK" dirty="0"/>
        </a:p>
      </dgm:t>
    </dgm:pt>
    <dgm:pt modelId="{84BEAE85-FEDF-4B1F-B0A0-B55122924E28}" type="parTrans" cxnId="{03840336-DE3F-4E26-8E60-4F1E9D8C7624}">
      <dgm:prSet/>
      <dgm:spPr/>
      <dgm:t>
        <a:bodyPr/>
        <a:lstStyle/>
        <a:p>
          <a:endParaRPr lang="da-DK"/>
        </a:p>
      </dgm:t>
    </dgm:pt>
    <dgm:pt modelId="{5017D139-E89E-43C1-A6EC-5D155C58BC65}" type="sibTrans" cxnId="{03840336-DE3F-4E26-8E60-4F1E9D8C7624}">
      <dgm:prSet/>
      <dgm:spPr/>
      <dgm:t>
        <a:bodyPr/>
        <a:lstStyle/>
        <a:p>
          <a:endParaRPr lang="da-DK"/>
        </a:p>
      </dgm:t>
    </dgm:pt>
    <dgm:pt modelId="{F32B64BB-BA45-44C3-B1A2-2217517E2B6E}">
      <dgm:prSet phldrT="[Tekst]" phldr="0"/>
      <dgm:spPr/>
      <dgm:t>
        <a:bodyPr/>
        <a:lstStyle/>
        <a:p>
          <a:r>
            <a:rPr lang="da-DK"/>
            <a:t>Indbygger i EU</a:t>
          </a:r>
          <a:endParaRPr lang="da-DK" dirty="0"/>
        </a:p>
      </dgm:t>
    </dgm:pt>
    <dgm:pt modelId="{B409910D-4FE9-46E0-97DC-5C78ADCA60D5}" type="parTrans" cxnId="{6545C4A0-CD12-4306-AE25-EEB9ED88B8C9}">
      <dgm:prSet/>
      <dgm:spPr/>
      <dgm:t>
        <a:bodyPr/>
        <a:lstStyle/>
        <a:p>
          <a:endParaRPr lang="da-DK"/>
        </a:p>
      </dgm:t>
    </dgm:pt>
    <dgm:pt modelId="{C81C986F-E2E4-431F-BCCA-F5D6E55CF7A4}" type="sibTrans" cxnId="{6545C4A0-CD12-4306-AE25-EEB9ED88B8C9}">
      <dgm:prSet/>
      <dgm:spPr/>
      <dgm:t>
        <a:bodyPr/>
        <a:lstStyle/>
        <a:p>
          <a:endParaRPr lang="da-DK"/>
        </a:p>
      </dgm:t>
    </dgm:pt>
    <dgm:pt modelId="{D9CBD280-CBC3-46D8-BB00-86C2A9AF2931}">
      <dgm:prSet phldrT="[Tekst]" phldr="0"/>
      <dgm:spPr/>
      <dgm:t>
        <a:bodyPr/>
        <a:lstStyle/>
        <a:p>
          <a:r>
            <a:rPr lang="da-DK"/>
            <a:t>Bemyndiget til at behandle persondata</a:t>
          </a:r>
          <a:endParaRPr lang="da-DK" dirty="0"/>
        </a:p>
      </dgm:t>
    </dgm:pt>
    <dgm:pt modelId="{BC189475-3E3E-461A-A483-0D58302D4DD4}" type="parTrans" cxnId="{1D7F4DFD-8567-4114-9FF1-8926CAC6BB00}">
      <dgm:prSet/>
      <dgm:spPr/>
      <dgm:t>
        <a:bodyPr/>
        <a:lstStyle/>
        <a:p>
          <a:endParaRPr lang="da-DK"/>
        </a:p>
      </dgm:t>
    </dgm:pt>
    <dgm:pt modelId="{F195DD56-E88A-4155-A0C6-E88FE8F52734}" type="sibTrans" cxnId="{1D7F4DFD-8567-4114-9FF1-8926CAC6BB00}">
      <dgm:prSet/>
      <dgm:spPr/>
      <dgm:t>
        <a:bodyPr/>
        <a:lstStyle/>
        <a:p>
          <a:endParaRPr lang="da-DK"/>
        </a:p>
      </dgm:t>
    </dgm:pt>
    <dgm:pt modelId="{66032DFA-9544-496B-9F86-725BAF414EE4}">
      <dgm:prSet phldrT="[Tekst]" phldr="0"/>
      <dgm:spPr/>
      <dgm:t>
        <a:bodyPr/>
        <a:lstStyle/>
        <a:p>
          <a:r>
            <a:rPr lang="da-DK" dirty="0"/>
            <a:t>Behandler og opbevarer persondata</a:t>
          </a:r>
        </a:p>
      </dgm:t>
    </dgm:pt>
    <dgm:pt modelId="{25DEE942-8B8F-48B2-879F-CFBD5A7DC6C1}" type="parTrans" cxnId="{E757EB72-4F6A-406A-A346-A87DAFCA3436}">
      <dgm:prSet/>
      <dgm:spPr/>
      <dgm:t>
        <a:bodyPr/>
        <a:lstStyle/>
        <a:p>
          <a:endParaRPr lang="da-DK"/>
        </a:p>
      </dgm:t>
    </dgm:pt>
    <dgm:pt modelId="{5E230124-1EA4-4429-9AFE-F47C22818D98}" type="sibTrans" cxnId="{E757EB72-4F6A-406A-A346-A87DAFCA3436}">
      <dgm:prSet/>
      <dgm:spPr/>
      <dgm:t>
        <a:bodyPr/>
        <a:lstStyle/>
        <a:p>
          <a:endParaRPr lang="da-DK"/>
        </a:p>
      </dgm:t>
    </dgm:pt>
    <dgm:pt modelId="{4E92D691-83DE-4425-883F-DA079DD68549}">
      <dgm:prSet phldrT="[Tekst]" phldr="0"/>
      <dgm:spPr/>
      <dgm:t>
        <a:bodyPr/>
        <a:lstStyle/>
        <a:p>
          <a:r>
            <a:rPr lang="da-DK" dirty="0"/>
            <a:t>Databeskyttelsesrådgiver</a:t>
          </a:r>
        </a:p>
      </dgm:t>
    </dgm:pt>
    <dgm:pt modelId="{29FA9C6A-BF7D-4602-8BA1-84914EAC42C0}" type="parTrans" cxnId="{D2A76717-3E08-45FE-BD37-1B3D29F4732E}">
      <dgm:prSet/>
      <dgm:spPr/>
      <dgm:t>
        <a:bodyPr/>
        <a:lstStyle/>
        <a:p>
          <a:endParaRPr lang="da-DK"/>
        </a:p>
      </dgm:t>
    </dgm:pt>
    <dgm:pt modelId="{F66B389D-FC2B-4442-9AB3-F9E6BA598E42}" type="sibTrans" cxnId="{D2A76717-3E08-45FE-BD37-1B3D29F4732E}">
      <dgm:prSet/>
      <dgm:spPr/>
      <dgm:t>
        <a:bodyPr/>
        <a:lstStyle/>
        <a:p>
          <a:endParaRPr lang="da-DK"/>
        </a:p>
      </dgm:t>
    </dgm:pt>
    <dgm:pt modelId="{088C6936-7A02-4A7F-9EC5-185D35A879D4}">
      <dgm:prSet phldrT="[Tekst]" phldr="0"/>
      <dgm:spPr/>
      <dgm:t>
        <a:bodyPr/>
        <a:lstStyle/>
        <a:p>
          <a:r>
            <a:rPr lang="da-DK"/>
            <a:t>DPO: Uafhængig og uvildig</a:t>
          </a:r>
          <a:endParaRPr lang="da-DK" dirty="0"/>
        </a:p>
      </dgm:t>
    </dgm:pt>
    <dgm:pt modelId="{4D47E956-D563-4A68-9877-6BE8A050A045}" type="parTrans" cxnId="{4F842506-2B91-48CB-8D26-1EFA08645E06}">
      <dgm:prSet/>
      <dgm:spPr/>
    </dgm:pt>
    <dgm:pt modelId="{37592540-F6FA-452B-8F70-68E0D6B9A3E6}" type="sibTrans" cxnId="{4F842506-2B91-48CB-8D26-1EFA08645E06}">
      <dgm:prSet/>
      <dgm:spPr/>
    </dgm:pt>
    <dgm:pt modelId="{BCFB0750-FAA5-42E6-8875-BC1793F8B1C2}">
      <dgm:prSet phldrT="[Tekst]" phldr="0"/>
      <dgm:spPr/>
      <dgm:t>
        <a:bodyPr/>
        <a:lstStyle/>
        <a:p>
          <a:r>
            <a:rPr lang="da-DK"/>
            <a:t>Understøtter og inddrages</a:t>
          </a:r>
          <a:endParaRPr lang="da-DK" dirty="0"/>
        </a:p>
      </dgm:t>
    </dgm:pt>
    <dgm:pt modelId="{6004AC3A-55BC-4B34-819B-467068536C31}" type="parTrans" cxnId="{D3206876-1F48-41A7-B2EE-4B0BD996AA51}">
      <dgm:prSet/>
      <dgm:spPr/>
    </dgm:pt>
    <dgm:pt modelId="{56D346BE-4201-4A00-A5D3-EC839062E432}" type="sibTrans" cxnId="{D3206876-1F48-41A7-B2EE-4B0BD996AA51}">
      <dgm:prSet/>
      <dgm:spPr/>
    </dgm:pt>
    <dgm:pt modelId="{39720D42-60C4-411A-B3FF-F7E6134DC4D0}" type="pres">
      <dgm:prSet presAssocID="{D56FFAC1-9501-49C2-98F6-66DBB3D19034}" presName="Name0" presStyleCnt="0">
        <dgm:presLayoutVars>
          <dgm:dir/>
          <dgm:resizeHandles val="exact"/>
        </dgm:presLayoutVars>
      </dgm:prSet>
      <dgm:spPr/>
    </dgm:pt>
    <dgm:pt modelId="{8042A6C7-2079-4ECB-93F2-E0D5E2B71ED6}" type="pres">
      <dgm:prSet presAssocID="{BECB5090-37F5-40E1-811B-F7FBD24B9D4D}" presName="composite" presStyleCnt="0"/>
      <dgm:spPr/>
    </dgm:pt>
    <dgm:pt modelId="{C0EE0254-AC60-45EB-91FC-0FC14B99E87C}" type="pres">
      <dgm:prSet presAssocID="{BECB5090-37F5-40E1-811B-F7FBD24B9D4D}" presName="rect1" presStyleLbl="trAlignAcc1" presStyleIdx="0" presStyleCnt="4">
        <dgm:presLayoutVars>
          <dgm:bulletEnabled val="1"/>
        </dgm:presLayoutVars>
      </dgm:prSet>
      <dgm:spPr/>
    </dgm:pt>
    <dgm:pt modelId="{32B7F860-3182-4295-94EE-0E2B47562945}" type="pres">
      <dgm:prSet presAssocID="{BECB5090-37F5-40E1-811B-F7FBD24B9D4D}" presName="rect2" presStyleLbl="fgImgPlace1" presStyleIdx="0" presStyleCnt="4"/>
      <dgm:spPr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16666" b="16666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uger med massiv udfyldning"/>
        </a:ext>
      </dgm:extLst>
    </dgm:pt>
    <dgm:pt modelId="{466477EF-74A3-4AB0-B12C-948E40B8C211}" type="pres">
      <dgm:prSet presAssocID="{EF699302-1BF2-46C5-AE5B-111EB7549720}" presName="sibTrans" presStyleCnt="0"/>
      <dgm:spPr/>
    </dgm:pt>
    <dgm:pt modelId="{83AC3038-DDFA-4E3A-BF4B-DC6799D2A6A0}" type="pres">
      <dgm:prSet presAssocID="{F45DE60F-7595-4485-AE53-5BB05CC251F7}" presName="composite" presStyleCnt="0"/>
      <dgm:spPr/>
    </dgm:pt>
    <dgm:pt modelId="{E0E39C33-112E-4929-8D40-45DB12F6A3E3}" type="pres">
      <dgm:prSet presAssocID="{F45DE60F-7595-4485-AE53-5BB05CC251F7}" presName="rect1" presStyleLbl="trAlignAcc1" presStyleIdx="1" presStyleCnt="4">
        <dgm:presLayoutVars>
          <dgm:bulletEnabled val="1"/>
        </dgm:presLayoutVars>
      </dgm:prSet>
      <dgm:spPr/>
    </dgm:pt>
    <dgm:pt modelId="{58B66C8F-F21E-4183-B039-2AF31EEB6B2C}" type="pres">
      <dgm:prSet presAssocID="{F45DE60F-7595-4485-AE53-5BB05CC251F7}" presName="rect2" presStyleLbl="fgImgPlace1" presStyleIdx="1" presStyleCnt="4"/>
      <dgm:spPr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16666" b="16666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dkøbsvogn med massiv udfyldning"/>
        </a:ext>
      </dgm:extLst>
    </dgm:pt>
    <dgm:pt modelId="{A2F445DC-E6C2-4383-B422-C861CFAA718B}" type="pres">
      <dgm:prSet presAssocID="{08E95410-8BA4-4F02-A39B-B325072BECCF}" presName="sibTrans" presStyleCnt="0"/>
      <dgm:spPr/>
    </dgm:pt>
    <dgm:pt modelId="{5E6C09C0-5F48-484B-86FD-D91F16533D15}" type="pres">
      <dgm:prSet presAssocID="{366905B9-210F-4EA6-A07B-DD478BE8069E}" presName="composite" presStyleCnt="0"/>
      <dgm:spPr/>
    </dgm:pt>
    <dgm:pt modelId="{25D3DFDC-0666-434E-B6F5-EE5FF7C5266E}" type="pres">
      <dgm:prSet presAssocID="{366905B9-210F-4EA6-A07B-DD478BE8069E}" presName="rect1" presStyleLbl="trAlignAcc1" presStyleIdx="2" presStyleCnt="4">
        <dgm:presLayoutVars>
          <dgm:bulletEnabled val="1"/>
        </dgm:presLayoutVars>
      </dgm:prSet>
      <dgm:spPr/>
    </dgm:pt>
    <dgm:pt modelId="{28C7D906-25AD-45DA-BAC7-7AB1304017D1}" type="pres">
      <dgm:prSet presAssocID="{366905B9-210F-4EA6-A07B-DD478BE8069E}" presName="rect2" presStyleLbl="fgImgPlace1" presStyleIdx="2" presStyleCnt="4"/>
      <dgm:spPr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16666" b="16666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ør med massiv udfyldning"/>
        </a:ext>
      </dgm:extLst>
    </dgm:pt>
    <dgm:pt modelId="{25685610-F3C9-4419-B992-D3E352368B20}" type="pres">
      <dgm:prSet presAssocID="{BFDF1FE0-1B31-4695-A7B5-FC2EE03794AE}" presName="sibTrans" presStyleCnt="0"/>
      <dgm:spPr/>
    </dgm:pt>
    <dgm:pt modelId="{4D3F34E2-F801-4FF7-86E6-DBBDC345A36D}" type="pres">
      <dgm:prSet presAssocID="{4E92D691-83DE-4425-883F-DA079DD68549}" presName="composite" presStyleCnt="0"/>
      <dgm:spPr/>
    </dgm:pt>
    <dgm:pt modelId="{CD08439D-5E5E-464D-B5B5-D3F4B7871F53}" type="pres">
      <dgm:prSet presAssocID="{4E92D691-83DE-4425-883F-DA079DD68549}" presName="rect1" presStyleLbl="trAlignAcc1" presStyleIdx="3" presStyleCnt="4">
        <dgm:presLayoutVars>
          <dgm:bulletEnabled val="1"/>
        </dgm:presLayoutVars>
      </dgm:prSet>
      <dgm:spPr/>
    </dgm:pt>
    <dgm:pt modelId="{D7178336-6B38-4C40-914D-6A16E42B4D53}" type="pres">
      <dgm:prSet presAssocID="{4E92D691-83DE-4425-883F-DA079DD68549}" presName="rect2" presStyleLbl="fgImgPlace1" presStyleIdx="3" presStyleCnt="4"/>
      <dgm:spPr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16666" b="16666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liti med massiv udfyldning"/>
        </a:ext>
      </dgm:extLst>
    </dgm:pt>
  </dgm:ptLst>
  <dgm:cxnLst>
    <dgm:cxn modelId="{57726405-D931-41D9-9DF6-9B41559521C2}" type="presOf" srcId="{F32B64BB-BA45-44C3-B1A2-2217517E2B6E}" destId="{C0EE0254-AC60-45EB-91FC-0FC14B99E87C}" srcOrd="0" destOrd="2" presId="urn:microsoft.com/office/officeart/2008/layout/PictureStrips"/>
    <dgm:cxn modelId="{4F842506-2B91-48CB-8D26-1EFA08645E06}" srcId="{4E92D691-83DE-4425-883F-DA079DD68549}" destId="{088C6936-7A02-4A7F-9EC5-185D35A879D4}" srcOrd="0" destOrd="0" parTransId="{4D47E956-D563-4A68-9877-6BE8A050A045}" sibTransId="{37592540-F6FA-452B-8F70-68E0D6B9A3E6}"/>
    <dgm:cxn modelId="{9103850C-C8E7-4D0F-B1DA-E011B9C81490}" srcId="{D56FFAC1-9501-49C2-98F6-66DBB3D19034}" destId="{366905B9-210F-4EA6-A07B-DD478BE8069E}" srcOrd="2" destOrd="0" parTransId="{68F6F4A4-5615-4C45-ADCC-34921FBC10EF}" sibTransId="{BFDF1FE0-1B31-4695-A7B5-FC2EE03794AE}"/>
    <dgm:cxn modelId="{037C5B0D-C2EE-4182-B1C7-07720994F17D}" type="presOf" srcId="{BECB5090-37F5-40E1-811B-F7FBD24B9D4D}" destId="{C0EE0254-AC60-45EB-91FC-0FC14B99E87C}" srcOrd="0" destOrd="0" presId="urn:microsoft.com/office/officeart/2008/layout/PictureStrips"/>
    <dgm:cxn modelId="{D2A76717-3E08-45FE-BD37-1B3D29F4732E}" srcId="{D56FFAC1-9501-49C2-98F6-66DBB3D19034}" destId="{4E92D691-83DE-4425-883F-DA079DD68549}" srcOrd="3" destOrd="0" parTransId="{29FA9C6A-BF7D-4602-8BA1-84914EAC42C0}" sibTransId="{F66B389D-FC2B-4442-9AB3-F9E6BA598E42}"/>
    <dgm:cxn modelId="{6B175D20-A546-4641-97DC-63B396EBAD8F}" srcId="{D56FFAC1-9501-49C2-98F6-66DBB3D19034}" destId="{BECB5090-37F5-40E1-811B-F7FBD24B9D4D}" srcOrd="0" destOrd="0" parTransId="{720F254E-1B8D-4424-98C8-B249A57EB2F7}" sibTransId="{EF699302-1BF2-46C5-AE5B-111EB7549720}"/>
    <dgm:cxn modelId="{03840336-DE3F-4E26-8E60-4F1E9D8C7624}" srcId="{BECB5090-37F5-40E1-811B-F7FBD24B9D4D}" destId="{A1F81F84-4C96-48CD-9D2D-3823E4372B6F}" srcOrd="0" destOrd="0" parTransId="{84BEAE85-FEDF-4B1F-B0A0-B55122924E28}" sibTransId="{5017D139-E89E-43C1-A6EC-5D155C58BC65}"/>
    <dgm:cxn modelId="{6297E439-E342-4B6A-8E01-05B5E3E6D961}" srcId="{D56FFAC1-9501-49C2-98F6-66DBB3D19034}" destId="{F45DE60F-7595-4485-AE53-5BB05CC251F7}" srcOrd="1" destOrd="0" parTransId="{D4976216-4E15-4E90-9B7F-F8970C6C96B2}" sibTransId="{08E95410-8BA4-4F02-A39B-B325072BECCF}"/>
    <dgm:cxn modelId="{E7AEC05D-C5DB-4CB1-AC33-28E47D55103C}" type="presOf" srcId="{F45DE60F-7595-4485-AE53-5BB05CC251F7}" destId="{E0E39C33-112E-4929-8D40-45DB12F6A3E3}" srcOrd="0" destOrd="0" presId="urn:microsoft.com/office/officeart/2008/layout/PictureStrips"/>
    <dgm:cxn modelId="{E757EB72-4F6A-406A-A346-A87DAFCA3436}" srcId="{366905B9-210F-4EA6-A07B-DD478BE8069E}" destId="{66032DFA-9544-496B-9F86-725BAF414EE4}" srcOrd="0" destOrd="0" parTransId="{25DEE942-8B8F-48B2-879F-CFBD5A7DC6C1}" sibTransId="{5E230124-1EA4-4429-9AFE-F47C22818D98}"/>
    <dgm:cxn modelId="{D3206876-1F48-41A7-B2EE-4B0BD996AA51}" srcId="{4E92D691-83DE-4425-883F-DA079DD68549}" destId="{BCFB0750-FAA5-42E6-8875-BC1793F8B1C2}" srcOrd="1" destOrd="0" parTransId="{6004AC3A-55BC-4B34-819B-467068536C31}" sibTransId="{56D346BE-4201-4A00-A5D3-EC839062E432}"/>
    <dgm:cxn modelId="{01FA9C57-A963-48EE-879D-B54F5E8C6868}" type="presOf" srcId="{BCFB0750-FAA5-42E6-8875-BC1793F8B1C2}" destId="{CD08439D-5E5E-464D-B5B5-D3F4B7871F53}" srcOrd="0" destOrd="2" presId="urn:microsoft.com/office/officeart/2008/layout/PictureStrips"/>
    <dgm:cxn modelId="{D2BA5C94-85E2-4473-9244-F5264D7F5553}" type="presOf" srcId="{366905B9-210F-4EA6-A07B-DD478BE8069E}" destId="{25D3DFDC-0666-434E-B6F5-EE5FF7C5266E}" srcOrd="0" destOrd="0" presId="urn:microsoft.com/office/officeart/2008/layout/PictureStrips"/>
    <dgm:cxn modelId="{4F3F4195-EADC-4EAB-826C-E08497FFC779}" type="presOf" srcId="{D9CBD280-CBC3-46D8-BB00-86C2A9AF2931}" destId="{E0E39C33-112E-4929-8D40-45DB12F6A3E3}" srcOrd="0" destOrd="1" presId="urn:microsoft.com/office/officeart/2008/layout/PictureStrips"/>
    <dgm:cxn modelId="{6545C4A0-CD12-4306-AE25-EEB9ED88B8C9}" srcId="{BECB5090-37F5-40E1-811B-F7FBD24B9D4D}" destId="{F32B64BB-BA45-44C3-B1A2-2217517E2B6E}" srcOrd="1" destOrd="0" parTransId="{B409910D-4FE9-46E0-97DC-5C78ADCA60D5}" sibTransId="{C81C986F-E2E4-431F-BCCA-F5D6E55CF7A4}"/>
    <dgm:cxn modelId="{05BBB3B9-0EA7-42B8-B9AC-C92B7BB5CA3D}" type="presOf" srcId="{A1F81F84-4C96-48CD-9D2D-3823E4372B6F}" destId="{C0EE0254-AC60-45EB-91FC-0FC14B99E87C}" srcOrd="0" destOrd="1" presId="urn:microsoft.com/office/officeart/2008/layout/PictureStrips"/>
    <dgm:cxn modelId="{EFF9A1D6-B14E-4A10-A7DC-BD76F92E258B}" type="presOf" srcId="{088C6936-7A02-4A7F-9EC5-185D35A879D4}" destId="{CD08439D-5E5E-464D-B5B5-D3F4B7871F53}" srcOrd="0" destOrd="1" presId="urn:microsoft.com/office/officeart/2008/layout/PictureStrips"/>
    <dgm:cxn modelId="{771C69DC-29C1-40A7-9B3C-1473410BD4AF}" type="presOf" srcId="{66032DFA-9544-496B-9F86-725BAF414EE4}" destId="{25D3DFDC-0666-434E-B6F5-EE5FF7C5266E}" srcOrd="0" destOrd="1" presId="urn:microsoft.com/office/officeart/2008/layout/PictureStrips"/>
    <dgm:cxn modelId="{675B33EB-8789-42A9-9F80-542AB0943830}" type="presOf" srcId="{4E92D691-83DE-4425-883F-DA079DD68549}" destId="{CD08439D-5E5E-464D-B5B5-D3F4B7871F53}" srcOrd="0" destOrd="0" presId="urn:microsoft.com/office/officeart/2008/layout/PictureStrips"/>
    <dgm:cxn modelId="{9664CBF3-A475-434F-82F7-EA4F493F19EE}" type="presOf" srcId="{D56FFAC1-9501-49C2-98F6-66DBB3D19034}" destId="{39720D42-60C4-411A-B3FF-F7E6134DC4D0}" srcOrd="0" destOrd="0" presId="urn:microsoft.com/office/officeart/2008/layout/PictureStrips"/>
    <dgm:cxn modelId="{1D7F4DFD-8567-4114-9FF1-8926CAC6BB00}" srcId="{F45DE60F-7595-4485-AE53-5BB05CC251F7}" destId="{D9CBD280-CBC3-46D8-BB00-86C2A9AF2931}" srcOrd="0" destOrd="0" parTransId="{BC189475-3E3E-461A-A483-0D58302D4DD4}" sibTransId="{F195DD56-E88A-4155-A0C6-E88FE8F52734}"/>
    <dgm:cxn modelId="{60EAE840-9069-4106-89A4-3EA41BB9895E}" type="presParOf" srcId="{39720D42-60C4-411A-B3FF-F7E6134DC4D0}" destId="{8042A6C7-2079-4ECB-93F2-E0D5E2B71ED6}" srcOrd="0" destOrd="0" presId="urn:microsoft.com/office/officeart/2008/layout/PictureStrips"/>
    <dgm:cxn modelId="{50CC9C3E-09E6-4EE8-92A1-80B7C077F832}" type="presParOf" srcId="{8042A6C7-2079-4ECB-93F2-E0D5E2B71ED6}" destId="{C0EE0254-AC60-45EB-91FC-0FC14B99E87C}" srcOrd="0" destOrd="0" presId="urn:microsoft.com/office/officeart/2008/layout/PictureStrips"/>
    <dgm:cxn modelId="{2BDEBEB8-DC8B-4D9B-83FC-438151756DDB}" type="presParOf" srcId="{8042A6C7-2079-4ECB-93F2-E0D5E2B71ED6}" destId="{32B7F860-3182-4295-94EE-0E2B47562945}" srcOrd="1" destOrd="0" presId="urn:microsoft.com/office/officeart/2008/layout/PictureStrips"/>
    <dgm:cxn modelId="{3D565792-1F34-49BD-B3A2-2A55B62BEA9B}" type="presParOf" srcId="{39720D42-60C4-411A-B3FF-F7E6134DC4D0}" destId="{466477EF-74A3-4AB0-B12C-948E40B8C211}" srcOrd="1" destOrd="0" presId="urn:microsoft.com/office/officeart/2008/layout/PictureStrips"/>
    <dgm:cxn modelId="{F9B2899C-DF8B-451D-A8E0-EDFBEA3749DE}" type="presParOf" srcId="{39720D42-60C4-411A-B3FF-F7E6134DC4D0}" destId="{83AC3038-DDFA-4E3A-BF4B-DC6799D2A6A0}" srcOrd="2" destOrd="0" presId="urn:microsoft.com/office/officeart/2008/layout/PictureStrips"/>
    <dgm:cxn modelId="{9B116BD7-FC07-405B-A266-9E29B3634C24}" type="presParOf" srcId="{83AC3038-DDFA-4E3A-BF4B-DC6799D2A6A0}" destId="{E0E39C33-112E-4929-8D40-45DB12F6A3E3}" srcOrd="0" destOrd="0" presId="urn:microsoft.com/office/officeart/2008/layout/PictureStrips"/>
    <dgm:cxn modelId="{D5DB2A0E-39CD-4C6D-8F72-2F0C76D61E17}" type="presParOf" srcId="{83AC3038-DDFA-4E3A-BF4B-DC6799D2A6A0}" destId="{58B66C8F-F21E-4183-B039-2AF31EEB6B2C}" srcOrd="1" destOrd="0" presId="urn:microsoft.com/office/officeart/2008/layout/PictureStrips"/>
    <dgm:cxn modelId="{90A13673-DD37-4733-891B-ED293758BD0F}" type="presParOf" srcId="{39720D42-60C4-411A-B3FF-F7E6134DC4D0}" destId="{A2F445DC-E6C2-4383-B422-C861CFAA718B}" srcOrd="3" destOrd="0" presId="urn:microsoft.com/office/officeart/2008/layout/PictureStrips"/>
    <dgm:cxn modelId="{3102BD2A-BE94-4B33-ACCE-74E8C8EC601F}" type="presParOf" srcId="{39720D42-60C4-411A-B3FF-F7E6134DC4D0}" destId="{5E6C09C0-5F48-484B-86FD-D91F16533D15}" srcOrd="4" destOrd="0" presId="urn:microsoft.com/office/officeart/2008/layout/PictureStrips"/>
    <dgm:cxn modelId="{AD9BD7FC-5446-40DC-9B73-7775CEA47A90}" type="presParOf" srcId="{5E6C09C0-5F48-484B-86FD-D91F16533D15}" destId="{25D3DFDC-0666-434E-B6F5-EE5FF7C5266E}" srcOrd="0" destOrd="0" presId="urn:microsoft.com/office/officeart/2008/layout/PictureStrips"/>
    <dgm:cxn modelId="{D1F2E5FD-B805-47E4-ADDD-2EF274174F03}" type="presParOf" srcId="{5E6C09C0-5F48-484B-86FD-D91F16533D15}" destId="{28C7D906-25AD-45DA-BAC7-7AB1304017D1}" srcOrd="1" destOrd="0" presId="urn:microsoft.com/office/officeart/2008/layout/PictureStrips"/>
    <dgm:cxn modelId="{A118F117-7452-4FAD-97D5-FD34AB518AC5}" type="presParOf" srcId="{39720D42-60C4-411A-B3FF-F7E6134DC4D0}" destId="{25685610-F3C9-4419-B992-D3E352368B20}" srcOrd="5" destOrd="0" presId="urn:microsoft.com/office/officeart/2008/layout/PictureStrips"/>
    <dgm:cxn modelId="{085889DF-76A8-4D7A-9B46-15AD3F1ACDA0}" type="presParOf" srcId="{39720D42-60C4-411A-B3FF-F7E6134DC4D0}" destId="{4D3F34E2-F801-4FF7-86E6-DBBDC345A36D}" srcOrd="6" destOrd="0" presId="urn:microsoft.com/office/officeart/2008/layout/PictureStrips"/>
    <dgm:cxn modelId="{2B030C8C-06D8-43EF-B65A-4ACCA43B8D0F}" type="presParOf" srcId="{4D3F34E2-F801-4FF7-86E6-DBBDC345A36D}" destId="{CD08439D-5E5E-464D-B5B5-D3F4B7871F53}" srcOrd="0" destOrd="0" presId="urn:microsoft.com/office/officeart/2008/layout/PictureStrips"/>
    <dgm:cxn modelId="{F1C0640C-BD55-483D-BA3E-99214FF19E1A}" type="presParOf" srcId="{4D3F34E2-F801-4FF7-86E6-DBBDC345A36D}" destId="{D7178336-6B38-4C40-914D-6A16E42B4D53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CBA106-72AF-471C-9CC9-763E9526F4EA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16785422-2439-456D-923D-3431F84A0D9B}">
      <dgm:prSet phldrT="[Tekst]" phldr="0"/>
      <dgm:spPr/>
      <dgm:t>
        <a:bodyPr/>
        <a:lstStyle/>
        <a:p>
          <a:r>
            <a:rPr lang="da-DK" dirty="0"/>
            <a:t>Ansvarlighed</a:t>
          </a:r>
        </a:p>
      </dgm:t>
    </dgm:pt>
    <dgm:pt modelId="{961DBE5A-6020-46CB-8759-E42B6C5E2D8E}" type="parTrans" cxnId="{7672B7D3-E98A-43E1-99E1-481F640441BA}">
      <dgm:prSet/>
      <dgm:spPr/>
      <dgm:t>
        <a:bodyPr/>
        <a:lstStyle/>
        <a:p>
          <a:endParaRPr lang="da-DK"/>
        </a:p>
      </dgm:t>
    </dgm:pt>
    <dgm:pt modelId="{871674DB-B565-42D3-BBAB-0C0A71F60395}" type="sibTrans" cxnId="{7672B7D3-E98A-43E1-99E1-481F640441BA}">
      <dgm:prSet/>
      <dgm:spPr/>
      <dgm:t>
        <a:bodyPr/>
        <a:lstStyle/>
        <a:p>
          <a:endParaRPr lang="da-DK"/>
        </a:p>
      </dgm:t>
    </dgm:pt>
    <dgm:pt modelId="{566E24FA-7233-4DF5-8D7F-5E9480BA1359}">
      <dgm:prSet phldrT="[Tekst]" phldr="0"/>
      <dgm:spPr/>
      <dgm:t>
        <a:bodyPr/>
        <a:lstStyle/>
        <a:p>
          <a:r>
            <a:rPr lang="da-DK" dirty="0"/>
            <a:t>Formålsbegrænsning</a:t>
          </a:r>
        </a:p>
      </dgm:t>
    </dgm:pt>
    <dgm:pt modelId="{138B5F15-FFF4-4486-9AE9-7C409FD9C740}" type="parTrans" cxnId="{FD47DA84-8FE5-4E34-B5E8-CA6246991EE7}">
      <dgm:prSet/>
      <dgm:spPr/>
      <dgm:t>
        <a:bodyPr/>
        <a:lstStyle/>
        <a:p>
          <a:endParaRPr lang="da-DK"/>
        </a:p>
      </dgm:t>
    </dgm:pt>
    <dgm:pt modelId="{4161E4B0-6597-4A08-8CBB-AAE670ADDC9F}" type="sibTrans" cxnId="{FD47DA84-8FE5-4E34-B5E8-CA6246991EE7}">
      <dgm:prSet/>
      <dgm:spPr/>
      <dgm:t>
        <a:bodyPr/>
        <a:lstStyle/>
        <a:p>
          <a:endParaRPr lang="da-DK"/>
        </a:p>
      </dgm:t>
    </dgm:pt>
    <dgm:pt modelId="{E9C0DEF8-7687-469A-930C-589D96570356}">
      <dgm:prSet phldrT="[Tekst]" phldr="0"/>
      <dgm:spPr/>
      <dgm:t>
        <a:bodyPr/>
        <a:lstStyle/>
        <a:p>
          <a:r>
            <a:rPr lang="da-DK" dirty="0"/>
            <a:t>Dataminimering</a:t>
          </a:r>
        </a:p>
      </dgm:t>
    </dgm:pt>
    <dgm:pt modelId="{63550A92-AAA8-4136-A7F1-90CC46148210}" type="parTrans" cxnId="{844E1402-0521-4E4B-85A7-46906C663CBD}">
      <dgm:prSet/>
      <dgm:spPr/>
      <dgm:t>
        <a:bodyPr/>
        <a:lstStyle/>
        <a:p>
          <a:endParaRPr lang="da-DK"/>
        </a:p>
      </dgm:t>
    </dgm:pt>
    <dgm:pt modelId="{79039DA3-BB51-488A-974E-BC8156D5F004}" type="sibTrans" cxnId="{844E1402-0521-4E4B-85A7-46906C663CBD}">
      <dgm:prSet/>
      <dgm:spPr/>
      <dgm:t>
        <a:bodyPr/>
        <a:lstStyle/>
        <a:p>
          <a:endParaRPr lang="da-DK"/>
        </a:p>
      </dgm:t>
    </dgm:pt>
    <dgm:pt modelId="{A9F1F9F6-C038-4139-8584-219CE5700C56}">
      <dgm:prSet phldrT="[Tekst]" phldr="0"/>
      <dgm:spPr/>
      <dgm:t>
        <a:bodyPr/>
        <a:lstStyle/>
        <a:p>
          <a:r>
            <a:rPr lang="da-DK" dirty="0"/>
            <a:t>Lovlighed, rimelighed og gennemsigtighed</a:t>
          </a:r>
        </a:p>
      </dgm:t>
    </dgm:pt>
    <dgm:pt modelId="{064EF990-7506-486E-9E90-084A71068196}" type="parTrans" cxnId="{862094D1-C509-4547-AD9A-44238854E5DD}">
      <dgm:prSet/>
      <dgm:spPr/>
      <dgm:t>
        <a:bodyPr/>
        <a:lstStyle/>
        <a:p>
          <a:endParaRPr lang="da-DK"/>
        </a:p>
      </dgm:t>
    </dgm:pt>
    <dgm:pt modelId="{74B90B31-BEB5-4F74-8E31-57A79CFBC087}" type="sibTrans" cxnId="{862094D1-C509-4547-AD9A-44238854E5DD}">
      <dgm:prSet/>
      <dgm:spPr/>
      <dgm:t>
        <a:bodyPr/>
        <a:lstStyle/>
        <a:p>
          <a:endParaRPr lang="da-DK"/>
        </a:p>
      </dgm:t>
    </dgm:pt>
    <dgm:pt modelId="{CE51533F-76AC-409C-9F8A-682BB8B562E4}">
      <dgm:prSet phldrT="[Tekst]" phldr="0"/>
      <dgm:spPr/>
      <dgm:t>
        <a:bodyPr/>
        <a:lstStyle/>
        <a:p>
          <a:r>
            <a:rPr lang="da-DK" dirty="0"/>
            <a:t>Rigtighed</a:t>
          </a:r>
        </a:p>
      </dgm:t>
    </dgm:pt>
    <dgm:pt modelId="{7E339252-3704-4FA0-AC5E-D2367C3EA7D7}" type="parTrans" cxnId="{3ED7899F-92BB-4BBC-B6B8-CF8D60147A6C}">
      <dgm:prSet/>
      <dgm:spPr/>
      <dgm:t>
        <a:bodyPr/>
        <a:lstStyle/>
        <a:p>
          <a:endParaRPr lang="da-DK"/>
        </a:p>
      </dgm:t>
    </dgm:pt>
    <dgm:pt modelId="{D1E84621-654F-41CA-B1A7-3004BB49246D}" type="sibTrans" cxnId="{3ED7899F-92BB-4BBC-B6B8-CF8D60147A6C}">
      <dgm:prSet/>
      <dgm:spPr/>
      <dgm:t>
        <a:bodyPr/>
        <a:lstStyle/>
        <a:p>
          <a:endParaRPr lang="da-DK"/>
        </a:p>
      </dgm:t>
    </dgm:pt>
    <dgm:pt modelId="{62694A33-5AC6-4E67-93AF-DC3EAD4F3B31}">
      <dgm:prSet phldrT="[Tekst]" phldr="0"/>
      <dgm:spPr/>
      <dgm:t>
        <a:bodyPr/>
        <a:lstStyle/>
        <a:p>
          <a:r>
            <a:rPr lang="da-DK" dirty="0"/>
            <a:t>Integritet og fortrolighed</a:t>
          </a:r>
        </a:p>
      </dgm:t>
    </dgm:pt>
    <dgm:pt modelId="{63AEDCA7-0DBD-43AF-BADE-AD0B9B095F94}" type="parTrans" cxnId="{D7E23CF7-D75A-4BF7-A936-A6623D5F508F}">
      <dgm:prSet/>
      <dgm:spPr/>
      <dgm:t>
        <a:bodyPr/>
        <a:lstStyle/>
        <a:p>
          <a:endParaRPr lang="da-DK"/>
        </a:p>
      </dgm:t>
    </dgm:pt>
    <dgm:pt modelId="{63943B8A-5EF4-4C9A-A28D-407F3A4A8832}" type="sibTrans" cxnId="{D7E23CF7-D75A-4BF7-A936-A6623D5F508F}">
      <dgm:prSet/>
      <dgm:spPr/>
      <dgm:t>
        <a:bodyPr/>
        <a:lstStyle/>
        <a:p>
          <a:endParaRPr lang="da-DK"/>
        </a:p>
      </dgm:t>
    </dgm:pt>
    <dgm:pt modelId="{F927CA68-8208-422A-A75D-3ABB5DD28E5E}">
      <dgm:prSet phldrT="[Tekst]" phldr="0"/>
      <dgm:spPr/>
      <dgm:t>
        <a:bodyPr/>
        <a:lstStyle/>
        <a:p>
          <a:r>
            <a:rPr lang="da-DK" dirty="0"/>
            <a:t>Opbevaringsbegrænsning</a:t>
          </a:r>
        </a:p>
      </dgm:t>
    </dgm:pt>
    <dgm:pt modelId="{CA612AFA-E441-4C07-8F6B-11A26CE45927}" type="parTrans" cxnId="{F08DB16E-CD80-4C3C-84DE-BB491A19C129}">
      <dgm:prSet/>
      <dgm:spPr/>
      <dgm:t>
        <a:bodyPr/>
        <a:lstStyle/>
        <a:p>
          <a:endParaRPr lang="da-DK"/>
        </a:p>
      </dgm:t>
    </dgm:pt>
    <dgm:pt modelId="{B49BB811-AB65-4E79-91E5-89724D95AB2A}" type="sibTrans" cxnId="{F08DB16E-CD80-4C3C-84DE-BB491A19C129}">
      <dgm:prSet/>
      <dgm:spPr/>
      <dgm:t>
        <a:bodyPr/>
        <a:lstStyle/>
        <a:p>
          <a:endParaRPr lang="da-DK"/>
        </a:p>
      </dgm:t>
    </dgm:pt>
    <dgm:pt modelId="{75BECAF4-D513-4000-AEFF-E2BC0DBD56AB}">
      <dgm:prSet phldrT="[Tekst]" phldr="0"/>
      <dgm:spPr/>
      <dgm:t>
        <a:bodyPr/>
        <a:lstStyle/>
        <a:p>
          <a:r>
            <a:rPr lang="da-DK"/>
            <a:t>Sund fornuft</a:t>
          </a:r>
          <a:endParaRPr lang="da-DK" dirty="0"/>
        </a:p>
      </dgm:t>
    </dgm:pt>
    <dgm:pt modelId="{5F7B5CD9-692C-4222-9D8D-A5CE84BA59C2}" type="parTrans" cxnId="{804AF581-3B63-4F21-A919-F451905A263F}">
      <dgm:prSet/>
      <dgm:spPr/>
      <dgm:t>
        <a:bodyPr/>
        <a:lstStyle/>
        <a:p>
          <a:endParaRPr lang="da-DK"/>
        </a:p>
      </dgm:t>
    </dgm:pt>
    <dgm:pt modelId="{0C4B9FA5-9ED9-4E13-B41E-1B6609CB494F}" type="sibTrans" cxnId="{804AF581-3B63-4F21-A919-F451905A263F}">
      <dgm:prSet/>
      <dgm:spPr/>
      <dgm:t>
        <a:bodyPr/>
        <a:lstStyle/>
        <a:p>
          <a:endParaRPr lang="da-DK"/>
        </a:p>
      </dgm:t>
    </dgm:pt>
    <dgm:pt modelId="{A2F179DA-0DC3-4CE6-86D5-62378DC3DCDE}">
      <dgm:prSet phldrT="[Tekst]" phldr="0"/>
      <dgm:spPr/>
      <dgm:t>
        <a:bodyPr/>
        <a:lstStyle/>
        <a:p>
          <a:r>
            <a:rPr lang="da-DK"/>
            <a:t>I overensstemmelse med loven</a:t>
          </a:r>
          <a:endParaRPr lang="da-DK" dirty="0"/>
        </a:p>
      </dgm:t>
    </dgm:pt>
    <dgm:pt modelId="{BECD2A55-BC0E-47BC-9E9E-4DBF29379D2E}" type="parTrans" cxnId="{335B068E-B953-4920-999F-3AE366241888}">
      <dgm:prSet/>
      <dgm:spPr/>
      <dgm:t>
        <a:bodyPr/>
        <a:lstStyle/>
        <a:p>
          <a:endParaRPr lang="da-DK"/>
        </a:p>
      </dgm:t>
    </dgm:pt>
    <dgm:pt modelId="{A15B5EED-A47E-4B7C-8F36-6446260F4DB9}" type="sibTrans" cxnId="{335B068E-B953-4920-999F-3AE366241888}">
      <dgm:prSet/>
      <dgm:spPr/>
      <dgm:t>
        <a:bodyPr/>
        <a:lstStyle/>
        <a:p>
          <a:endParaRPr lang="da-DK"/>
        </a:p>
      </dgm:t>
    </dgm:pt>
    <dgm:pt modelId="{2C0A3EAA-5720-4E7C-A248-F7A3A347F193}">
      <dgm:prSet phldrT="[Tekst]" phldr="0"/>
      <dgm:spPr/>
      <dgm:t>
        <a:bodyPr/>
        <a:lstStyle/>
        <a:p>
          <a:r>
            <a:rPr lang="da-DK"/>
            <a:t>Der må kun opbevares information, som har et formål</a:t>
          </a:r>
          <a:endParaRPr lang="da-DK" dirty="0"/>
        </a:p>
      </dgm:t>
    </dgm:pt>
    <dgm:pt modelId="{A856C6D8-A082-49BE-9001-D46BBF288ED0}" type="parTrans" cxnId="{D4BCD7BE-7426-49D9-9E38-3E50065733DF}">
      <dgm:prSet/>
      <dgm:spPr/>
      <dgm:t>
        <a:bodyPr/>
        <a:lstStyle/>
        <a:p>
          <a:endParaRPr lang="da-DK"/>
        </a:p>
      </dgm:t>
    </dgm:pt>
    <dgm:pt modelId="{BCA1DC30-1625-4D2B-B7CE-4FF968B9B785}" type="sibTrans" cxnId="{D4BCD7BE-7426-49D9-9E38-3E50065733DF}">
      <dgm:prSet/>
      <dgm:spPr/>
      <dgm:t>
        <a:bodyPr/>
        <a:lstStyle/>
        <a:p>
          <a:endParaRPr lang="da-DK"/>
        </a:p>
      </dgm:t>
    </dgm:pt>
    <dgm:pt modelId="{1B063254-83F1-4DCF-82BF-0F02E8C653F2}">
      <dgm:prSet phldrT="[Tekst]" phldr="0"/>
      <dgm:spPr/>
      <dgm:t>
        <a:bodyPr/>
        <a:lstStyle/>
        <a:p>
          <a:r>
            <a:rPr lang="da-DK"/>
            <a:t>Formålet skal oplyses den registrerede.</a:t>
          </a:r>
          <a:endParaRPr lang="da-DK" dirty="0"/>
        </a:p>
      </dgm:t>
    </dgm:pt>
    <dgm:pt modelId="{1A46B189-5C19-4D85-8497-71AC39206D35}" type="parTrans" cxnId="{E36ED7C2-6668-4D51-925A-58BED3AC95C6}">
      <dgm:prSet/>
      <dgm:spPr/>
      <dgm:t>
        <a:bodyPr/>
        <a:lstStyle/>
        <a:p>
          <a:endParaRPr lang="da-DK"/>
        </a:p>
      </dgm:t>
    </dgm:pt>
    <dgm:pt modelId="{5126D908-5C53-41CC-BF31-87718A63F68A}" type="sibTrans" cxnId="{E36ED7C2-6668-4D51-925A-58BED3AC95C6}">
      <dgm:prSet/>
      <dgm:spPr/>
      <dgm:t>
        <a:bodyPr/>
        <a:lstStyle/>
        <a:p>
          <a:endParaRPr lang="da-DK"/>
        </a:p>
      </dgm:t>
    </dgm:pt>
    <dgm:pt modelId="{2A623B01-C48F-49D2-B5B3-86E2505BF245}">
      <dgm:prSet phldrT="[Tekst]" phldr="0"/>
      <dgm:spPr/>
      <dgm:t>
        <a:bodyPr/>
        <a:lstStyle/>
        <a:p>
          <a:r>
            <a:rPr lang="da-DK"/>
            <a:t>Ved indsamling skal det vurderes, hvilke data er nødvendige for at opfylde formålet.</a:t>
          </a:r>
          <a:endParaRPr lang="da-DK" dirty="0"/>
        </a:p>
      </dgm:t>
    </dgm:pt>
    <dgm:pt modelId="{C6D967F1-3FDF-416D-8D17-E7283D408A94}" type="parTrans" cxnId="{685FCC2D-603D-4C0F-9855-C29CDEC3B77C}">
      <dgm:prSet/>
      <dgm:spPr/>
    </dgm:pt>
    <dgm:pt modelId="{DCE0B969-6721-4568-BBFB-938C19A50FEA}" type="sibTrans" cxnId="{685FCC2D-603D-4C0F-9855-C29CDEC3B77C}">
      <dgm:prSet/>
      <dgm:spPr/>
    </dgm:pt>
    <dgm:pt modelId="{D6183260-868E-4659-8489-3B88BB04C667}">
      <dgm:prSet phldrT="[Tekst]" phldr="0"/>
      <dgm:spPr/>
      <dgm:t>
        <a:bodyPr/>
        <a:lstStyle/>
        <a:p>
          <a:r>
            <a:rPr lang="da-DK"/>
            <a:t>Databehandling kan være lovlig, men urimelig.</a:t>
          </a:r>
          <a:endParaRPr lang="da-DK" dirty="0"/>
        </a:p>
      </dgm:t>
    </dgm:pt>
    <dgm:pt modelId="{5663745C-26C8-432E-8D2F-92F693266853}" type="parTrans" cxnId="{2F5397C2-6192-4A5A-88D2-668E76EE1201}">
      <dgm:prSet/>
      <dgm:spPr/>
    </dgm:pt>
    <dgm:pt modelId="{BC356288-B28B-4E40-9E03-3F8FAC3BCDFB}" type="sibTrans" cxnId="{2F5397C2-6192-4A5A-88D2-668E76EE1201}">
      <dgm:prSet/>
      <dgm:spPr/>
    </dgm:pt>
    <dgm:pt modelId="{07EEED04-5931-4C6E-B590-EAB718CBFF5B}">
      <dgm:prSet phldrT="[Tekst]" phldr="0"/>
      <dgm:spPr/>
      <dgm:t>
        <a:bodyPr/>
        <a:lstStyle/>
        <a:p>
          <a:r>
            <a:rPr lang="da-DK"/>
            <a:t>Den dataansvarlige er forpligtet til at sikre dette.</a:t>
          </a:r>
          <a:endParaRPr lang="da-DK" dirty="0"/>
        </a:p>
      </dgm:t>
    </dgm:pt>
    <dgm:pt modelId="{B51BDB61-3D04-4B27-8A65-E354826F0ACF}" type="parTrans" cxnId="{A3BA3EE4-CA88-49C4-9C4A-1546DB41282C}">
      <dgm:prSet/>
      <dgm:spPr/>
    </dgm:pt>
    <dgm:pt modelId="{DBFBE673-4857-4D60-A107-789F0F81A066}" type="sibTrans" cxnId="{A3BA3EE4-CA88-49C4-9C4A-1546DB41282C}">
      <dgm:prSet/>
      <dgm:spPr/>
    </dgm:pt>
    <dgm:pt modelId="{D8C6D892-070A-4914-9E5B-1068411CD346}">
      <dgm:prSet phldrT="[Tekst]" phldr="0"/>
      <dgm:spPr/>
      <dgm:t>
        <a:bodyPr/>
        <a:lstStyle/>
        <a:p>
          <a:r>
            <a:rPr lang="da-DK"/>
            <a:t>Et sikkerhedsmæssigt krav til det it-system, som behandler data.</a:t>
          </a:r>
          <a:endParaRPr lang="da-DK" dirty="0"/>
        </a:p>
      </dgm:t>
    </dgm:pt>
    <dgm:pt modelId="{180E0569-04F6-4E3E-BF40-29CFE3A82223}" type="parTrans" cxnId="{15F9B501-8EA4-4713-9ED3-56F2EAF3A6AD}">
      <dgm:prSet/>
      <dgm:spPr/>
    </dgm:pt>
    <dgm:pt modelId="{442B811E-534C-47EB-BBCD-2D4384443DB3}" type="sibTrans" cxnId="{15F9B501-8EA4-4713-9ED3-56F2EAF3A6AD}">
      <dgm:prSet/>
      <dgm:spPr/>
    </dgm:pt>
    <dgm:pt modelId="{484E42E3-C21C-4BF7-8A12-2F4C6E9BC00D}">
      <dgm:prSet phldrT="[Tekst]" phldr="0"/>
      <dgm:spPr/>
      <dgm:t>
        <a:bodyPr/>
        <a:lstStyle/>
        <a:p>
          <a:r>
            <a:rPr lang="da-DK"/>
            <a:t>Der er en grænse for, hvor længe data må opbevares.</a:t>
          </a:r>
          <a:endParaRPr lang="da-DK" dirty="0"/>
        </a:p>
      </dgm:t>
    </dgm:pt>
    <dgm:pt modelId="{FB733A85-0DEF-49D0-A74F-077918697ED4}" type="parTrans" cxnId="{28687E4F-B77A-4C48-B875-7243ED927F15}">
      <dgm:prSet/>
      <dgm:spPr/>
    </dgm:pt>
    <dgm:pt modelId="{6712C5CC-1053-494E-8A62-CECE07CFE239}" type="sibTrans" cxnId="{28687E4F-B77A-4C48-B875-7243ED927F15}">
      <dgm:prSet/>
      <dgm:spPr/>
    </dgm:pt>
    <dgm:pt modelId="{7A4EF8C2-14A2-44E8-AF54-2F0F9A9075DA}" type="pres">
      <dgm:prSet presAssocID="{CDCBA106-72AF-471C-9CC9-763E9526F4EA}" presName="diagram" presStyleCnt="0">
        <dgm:presLayoutVars>
          <dgm:dir/>
          <dgm:resizeHandles val="exact"/>
        </dgm:presLayoutVars>
      </dgm:prSet>
      <dgm:spPr/>
    </dgm:pt>
    <dgm:pt modelId="{EF1B3C30-78F7-4EFC-AF44-D0661F3BDADB}" type="pres">
      <dgm:prSet presAssocID="{16785422-2439-456D-923D-3431F84A0D9B}" presName="node" presStyleLbl="node1" presStyleIdx="0" presStyleCnt="7">
        <dgm:presLayoutVars>
          <dgm:bulletEnabled val="1"/>
        </dgm:presLayoutVars>
      </dgm:prSet>
      <dgm:spPr/>
    </dgm:pt>
    <dgm:pt modelId="{11D3172A-72D5-40E3-9B57-6027853750C8}" type="pres">
      <dgm:prSet presAssocID="{871674DB-B565-42D3-BBAB-0C0A71F60395}" presName="sibTrans" presStyleCnt="0"/>
      <dgm:spPr/>
    </dgm:pt>
    <dgm:pt modelId="{8703E269-C6B8-44E9-8062-D527357D4C51}" type="pres">
      <dgm:prSet presAssocID="{566E24FA-7233-4DF5-8D7F-5E9480BA1359}" presName="node" presStyleLbl="node1" presStyleIdx="1" presStyleCnt="7">
        <dgm:presLayoutVars>
          <dgm:bulletEnabled val="1"/>
        </dgm:presLayoutVars>
      </dgm:prSet>
      <dgm:spPr/>
    </dgm:pt>
    <dgm:pt modelId="{B86C2619-73AB-4067-94B8-6744D53B3C17}" type="pres">
      <dgm:prSet presAssocID="{4161E4B0-6597-4A08-8CBB-AAE670ADDC9F}" presName="sibTrans" presStyleCnt="0"/>
      <dgm:spPr/>
    </dgm:pt>
    <dgm:pt modelId="{35949881-01A4-4D76-AC05-A07029E7329C}" type="pres">
      <dgm:prSet presAssocID="{E9C0DEF8-7687-469A-930C-589D96570356}" presName="node" presStyleLbl="node1" presStyleIdx="2" presStyleCnt="7">
        <dgm:presLayoutVars>
          <dgm:bulletEnabled val="1"/>
        </dgm:presLayoutVars>
      </dgm:prSet>
      <dgm:spPr/>
    </dgm:pt>
    <dgm:pt modelId="{BACB0200-BA81-4E16-98E5-94681D4E4199}" type="pres">
      <dgm:prSet presAssocID="{79039DA3-BB51-488A-974E-BC8156D5F004}" presName="sibTrans" presStyleCnt="0"/>
      <dgm:spPr/>
    </dgm:pt>
    <dgm:pt modelId="{8CB5B25A-5120-4D32-A053-F136471AAAF3}" type="pres">
      <dgm:prSet presAssocID="{A9F1F9F6-C038-4139-8584-219CE5700C56}" presName="node" presStyleLbl="node1" presStyleIdx="3" presStyleCnt="7">
        <dgm:presLayoutVars>
          <dgm:bulletEnabled val="1"/>
        </dgm:presLayoutVars>
      </dgm:prSet>
      <dgm:spPr/>
    </dgm:pt>
    <dgm:pt modelId="{37BD340D-4AB0-4277-8FC9-198F843180BC}" type="pres">
      <dgm:prSet presAssocID="{74B90B31-BEB5-4F74-8E31-57A79CFBC087}" presName="sibTrans" presStyleCnt="0"/>
      <dgm:spPr/>
    </dgm:pt>
    <dgm:pt modelId="{DF4F3BDC-9A16-46CC-A406-80DAA3D108E7}" type="pres">
      <dgm:prSet presAssocID="{CE51533F-76AC-409C-9F8A-682BB8B562E4}" presName="node" presStyleLbl="node1" presStyleIdx="4" presStyleCnt="7">
        <dgm:presLayoutVars>
          <dgm:bulletEnabled val="1"/>
        </dgm:presLayoutVars>
      </dgm:prSet>
      <dgm:spPr/>
    </dgm:pt>
    <dgm:pt modelId="{EDADDF77-7760-4690-9577-0EE6BB2774C5}" type="pres">
      <dgm:prSet presAssocID="{D1E84621-654F-41CA-B1A7-3004BB49246D}" presName="sibTrans" presStyleCnt="0"/>
      <dgm:spPr/>
    </dgm:pt>
    <dgm:pt modelId="{C884638E-E7BA-4A6B-823C-AF5B43D3C4D9}" type="pres">
      <dgm:prSet presAssocID="{62694A33-5AC6-4E67-93AF-DC3EAD4F3B31}" presName="node" presStyleLbl="node1" presStyleIdx="5" presStyleCnt="7">
        <dgm:presLayoutVars>
          <dgm:bulletEnabled val="1"/>
        </dgm:presLayoutVars>
      </dgm:prSet>
      <dgm:spPr/>
    </dgm:pt>
    <dgm:pt modelId="{478E5928-83AF-4371-BFD5-E8D8400CCA65}" type="pres">
      <dgm:prSet presAssocID="{63943B8A-5EF4-4C9A-A28D-407F3A4A8832}" presName="sibTrans" presStyleCnt="0"/>
      <dgm:spPr/>
    </dgm:pt>
    <dgm:pt modelId="{5105030F-4E50-4D5B-992E-15600D75ECCF}" type="pres">
      <dgm:prSet presAssocID="{F927CA68-8208-422A-A75D-3ABB5DD28E5E}" presName="node" presStyleLbl="node1" presStyleIdx="6" presStyleCnt="7">
        <dgm:presLayoutVars>
          <dgm:bulletEnabled val="1"/>
        </dgm:presLayoutVars>
      </dgm:prSet>
      <dgm:spPr/>
    </dgm:pt>
  </dgm:ptLst>
  <dgm:cxnLst>
    <dgm:cxn modelId="{15F9B501-8EA4-4713-9ED3-56F2EAF3A6AD}" srcId="{62694A33-5AC6-4E67-93AF-DC3EAD4F3B31}" destId="{D8C6D892-070A-4914-9E5B-1068411CD346}" srcOrd="0" destOrd="0" parTransId="{180E0569-04F6-4E3E-BF40-29CFE3A82223}" sibTransId="{442B811E-534C-47EB-BBCD-2D4384443DB3}"/>
    <dgm:cxn modelId="{844E1402-0521-4E4B-85A7-46906C663CBD}" srcId="{CDCBA106-72AF-471C-9CC9-763E9526F4EA}" destId="{E9C0DEF8-7687-469A-930C-589D96570356}" srcOrd="2" destOrd="0" parTransId="{63550A92-AAA8-4136-A7F1-90CC46148210}" sibTransId="{79039DA3-BB51-488A-974E-BC8156D5F004}"/>
    <dgm:cxn modelId="{8987F523-371F-43E6-B2FA-090BD81B2A86}" type="presOf" srcId="{D8C6D892-070A-4914-9E5B-1068411CD346}" destId="{C884638E-E7BA-4A6B-823C-AF5B43D3C4D9}" srcOrd="0" destOrd="1" presId="urn:microsoft.com/office/officeart/2005/8/layout/default"/>
    <dgm:cxn modelId="{4FD7572C-E879-4105-97D7-553F01751371}" type="presOf" srcId="{D6183260-868E-4659-8489-3B88BB04C667}" destId="{8CB5B25A-5120-4D32-A053-F136471AAAF3}" srcOrd="0" destOrd="1" presId="urn:microsoft.com/office/officeart/2005/8/layout/default"/>
    <dgm:cxn modelId="{685FCC2D-603D-4C0F-9855-C29CDEC3B77C}" srcId="{E9C0DEF8-7687-469A-930C-589D96570356}" destId="{2A623B01-C48F-49D2-B5B3-86E2505BF245}" srcOrd="0" destOrd="0" parTransId="{C6D967F1-3FDF-416D-8D17-E7283D408A94}" sibTransId="{DCE0B969-6721-4568-BBFB-938C19A50FEA}"/>
    <dgm:cxn modelId="{9E2CA137-4DC0-47B2-BF52-0E2C2D3FCF21}" type="presOf" srcId="{07EEED04-5931-4C6E-B590-EAB718CBFF5B}" destId="{DF4F3BDC-9A16-46CC-A406-80DAA3D108E7}" srcOrd="0" destOrd="1" presId="urn:microsoft.com/office/officeart/2005/8/layout/default"/>
    <dgm:cxn modelId="{42C6283B-10FF-403B-A8FD-CCBA286F2181}" type="presOf" srcId="{CDCBA106-72AF-471C-9CC9-763E9526F4EA}" destId="{7A4EF8C2-14A2-44E8-AF54-2F0F9A9075DA}" srcOrd="0" destOrd="0" presId="urn:microsoft.com/office/officeart/2005/8/layout/default"/>
    <dgm:cxn modelId="{59093E3F-8CF5-434E-9103-5BF0E51E652E}" type="presOf" srcId="{A9F1F9F6-C038-4139-8584-219CE5700C56}" destId="{8CB5B25A-5120-4D32-A053-F136471AAAF3}" srcOrd="0" destOrd="0" presId="urn:microsoft.com/office/officeart/2005/8/layout/default"/>
    <dgm:cxn modelId="{0E027A42-CF98-4E18-BC7C-7193C036AA4A}" type="presOf" srcId="{E9C0DEF8-7687-469A-930C-589D96570356}" destId="{35949881-01A4-4D76-AC05-A07029E7329C}" srcOrd="0" destOrd="0" presId="urn:microsoft.com/office/officeart/2005/8/layout/default"/>
    <dgm:cxn modelId="{650A0466-E6F0-487E-A0F2-4948FA5FFF5C}" type="presOf" srcId="{16785422-2439-456D-923D-3431F84A0D9B}" destId="{EF1B3C30-78F7-4EFC-AF44-D0661F3BDADB}" srcOrd="0" destOrd="0" presId="urn:microsoft.com/office/officeart/2005/8/layout/default"/>
    <dgm:cxn modelId="{CAF9226D-318A-4888-8181-5D2A8F159FDA}" type="presOf" srcId="{A2F179DA-0DC3-4CE6-86D5-62378DC3DCDE}" destId="{EF1B3C30-78F7-4EFC-AF44-D0661F3BDADB}" srcOrd="0" destOrd="2" presId="urn:microsoft.com/office/officeart/2005/8/layout/default"/>
    <dgm:cxn modelId="{F08DB16E-CD80-4C3C-84DE-BB491A19C129}" srcId="{CDCBA106-72AF-471C-9CC9-763E9526F4EA}" destId="{F927CA68-8208-422A-A75D-3ABB5DD28E5E}" srcOrd="6" destOrd="0" parTransId="{CA612AFA-E441-4C07-8F6B-11A26CE45927}" sibTransId="{B49BB811-AB65-4E79-91E5-89724D95AB2A}"/>
    <dgm:cxn modelId="{28687E4F-B77A-4C48-B875-7243ED927F15}" srcId="{F927CA68-8208-422A-A75D-3ABB5DD28E5E}" destId="{484E42E3-C21C-4BF7-8A12-2F4C6E9BC00D}" srcOrd="0" destOrd="0" parTransId="{FB733A85-0DEF-49D0-A74F-077918697ED4}" sibTransId="{6712C5CC-1053-494E-8A62-CECE07CFE239}"/>
    <dgm:cxn modelId="{804AF581-3B63-4F21-A919-F451905A263F}" srcId="{16785422-2439-456D-923D-3431F84A0D9B}" destId="{75BECAF4-D513-4000-AEFF-E2BC0DBD56AB}" srcOrd="0" destOrd="0" parTransId="{5F7B5CD9-692C-4222-9D8D-A5CE84BA59C2}" sibTransId="{0C4B9FA5-9ED9-4E13-B41E-1B6609CB494F}"/>
    <dgm:cxn modelId="{FD47DA84-8FE5-4E34-B5E8-CA6246991EE7}" srcId="{CDCBA106-72AF-471C-9CC9-763E9526F4EA}" destId="{566E24FA-7233-4DF5-8D7F-5E9480BA1359}" srcOrd="1" destOrd="0" parTransId="{138B5F15-FFF4-4486-9AE9-7C409FD9C740}" sibTransId="{4161E4B0-6597-4A08-8CBB-AAE670ADDC9F}"/>
    <dgm:cxn modelId="{BBCF4A8D-6AB2-4577-B177-654A275EF1E9}" type="presOf" srcId="{566E24FA-7233-4DF5-8D7F-5E9480BA1359}" destId="{8703E269-C6B8-44E9-8062-D527357D4C51}" srcOrd="0" destOrd="0" presId="urn:microsoft.com/office/officeart/2005/8/layout/default"/>
    <dgm:cxn modelId="{335B068E-B953-4920-999F-3AE366241888}" srcId="{16785422-2439-456D-923D-3431F84A0D9B}" destId="{A2F179DA-0DC3-4CE6-86D5-62378DC3DCDE}" srcOrd="1" destOrd="0" parTransId="{BECD2A55-BC0E-47BC-9E9E-4DBF29379D2E}" sibTransId="{A15B5EED-A47E-4B7C-8F36-6446260F4DB9}"/>
    <dgm:cxn modelId="{BECC699F-B29E-4EAE-8232-153CE0DA25C5}" type="presOf" srcId="{2C0A3EAA-5720-4E7C-A248-F7A3A347F193}" destId="{8703E269-C6B8-44E9-8062-D527357D4C51}" srcOrd="0" destOrd="1" presId="urn:microsoft.com/office/officeart/2005/8/layout/default"/>
    <dgm:cxn modelId="{3ED7899F-92BB-4BBC-B6B8-CF8D60147A6C}" srcId="{CDCBA106-72AF-471C-9CC9-763E9526F4EA}" destId="{CE51533F-76AC-409C-9F8A-682BB8B562E4}" srcOrd="4" destOrd="0" parTransId="{7E339252-3704-4FA0-AC5E-D2367C3EA7D7}" sibTransId="{D1E84621-654F-41CA-B1A7-3004BB49246D}"/>
    <dgm:cxn modelId="{6077FCA0-DC67-4B71-A452-ABBBC7A03FB4}" type="presOf" srcId="{62694A33-5AC6-4E67-93AF-DC3EAD4F3B31}" destId="{C884638E-E7BA-4A6B-823C-AF5B43D3C4D9}" srcOrd="0" destOrd="0" presId="urn:microsoft.com/office/officeart/2005/8/layout/default"/>
    <dgm:cxn modelId="{C3699EA1-6AFE-43A4-99F3-097939DAF99A}" type="presOf" srcId="{2A623B01-C48F-49D2-B5B3-86E2505BF245}" destId="{35949881-01A4-4D76-AC05-A07029E7329C}" srcOrd="0" destOrd="1" presId="urn:microsoft.com/office/officeart/2005/8/layout/default"/>
    <dgm:cxn modelId="{D4BCD7BE-7426-49D9-9E38-3E50065733DF}" srcId="{566E24FA-7233-4DF5-8D7F-5E9480BA1359}" destId="{2C0A3EAA-5720-4E7C-A248-F7A3A347F193}" srcOrd="0" destOrd="0" parTransId="{A856C6D8-A082-49BE-9001-D46BBF288ED0}" sibTransId="{BCA1DC30-1625-4D2B-B7CE-4FF968B9B785}"/>
    <dgm:cxn modelId="{C2FD0AC2-9B15-402A-80F8-DACEC2CF2CBF}" type="presOf" srcId="{F927CA68-8208-422A-A75D-3ABB5DD28E5E}" destId="{5105030F-4E50-4D5B-992E-15600D75ECCF}" srcOrd="0" destOrd="0" presId="urn:microsoft.com/office/officeart/2005/8/layout/default"/>
    <dgm:cxn modelId="{2F5397C2-6192-4A5A-88D2-668E76EE1201}" srcId="{A9F1F9F6-C038-4139-8584-219CE5700C56}" destId="{D6183260-868E-4659-8489-3B88BB04C667}" srcOrd="0" destOrd="0" parTransId="{5663745C-26C8-432E-8D2F-92F693266853}" sibTransId="{BC356288-B28B-4E40-9E03-3F8FAC3BCDFB}"/>
    <dgm:cxn modelId="{E36ED7C2-6668-4D51-925A-58BED3AC95C6}" srcId="{566E24FA-7233-4DF5-8D7F-5E9480BA1359}" destId="{1B063254-83F1-4DCF-82BF-0F02E8C653F2}" srcOrd="1" destOrd="0" parTransId="{1A46B189-5C19-4D85-8497-71AC39206D35}" sibTransId="{5126D908-5C53-41CC-BF31-87718A63F68A}"/>
    <dgm:cxn modelId="{B969BECD-11D4-4BBD-ABEC-FDA65EED27E0}" type="presOf" srcId="{CE51533F-76AC-409C-9F8A-682BB8B562E4}" destId="{DF4F3BDC-9A16-46CC-A406-80DAA3D108E7}" srcOrd="0" destOrd="0" presId="urn:microsoft.com/office/officeart/2005/8/layout/default"/>
    <dgm:cxn modelId="{862094D1-C509-4547-AD9A-44238854E5DD}" srcId="{CDCBA106-72AF-471C-9CC9-763E9526F4EA}" destId="{A9F1F9F6-C038-4139-8584-219CE5700C56}" srcOrd="3" destOrd="0" parTransId="{064EF990-7506-486E-9E90-084A71068196}" sibTransId="{74B90B31-BEB5-4F74-8E31-57A79CFBC087}"/>
    <dgm:cxn modelId="{7672B7D3-E98A-43E1-99E1-481F640441BA}" srcId="{CDCBA106-72AF-471C-9CC9-763E9526F4EA}" destId="{16785422-2439-456D-923D-3431F84A0D9B}" srcOrd="0" destOrd="0" parTransId="{961DBE5A-6020-46CB-8759-E42B6C5E2D8E}" sibTransId="{871674DB-B565-42D3-BBAB-0C0A71F60395}"/>
    <dgm:cxn modelId="{5BC85AD8-2469-43A2-AB34-16A6706D0F46}" type="presOf" srcId="{75BECAF4-D513-4000-AEFF-E2BC0DBD56AB}" destId="{EF1B3C30-78F7-4EFC-AF44-D0661F3BDADB}" srcOrd="0" destOrd="1" presId="urn:microsoft.com/office/officeart/2005/8/layout/default"/>
    <dgm:cxn modelId="{A3BA3EE4-CA88-49C4-9C4A-1546DB41282C}" srcId="{CE51533F-76AC-409C-9F8A-682BB8B562E4}" destId="{07EEED04-5931-4C6E-B590-EAB718CBFF5B}" srcOrd="0" destOrd="0" parTransId="{B51BDB61-3D04-4B27-8A65-E354826F0ACF}" sibTransId="{DBFBE673-4857-4D60-A107-789F0F81A066}"/>
    <dgm:cxn modelId="{2BD1DEED-9631-44A2-8DD4-3B212103A7BF}" type="presOf" srcId="{484E42E3-C21C-4BF7-8A12-2F4C6E9BC00D}" destId="{5105030F-4E50-4D5B-992E-15600D75ECCF}" srcOrd="0" destOrd="1" presId="urn:microsoft.com/office/officeart/2005/8/layout/default"/>
    <dgm:cxn modelId="{82C42FF5-18DA-4280-B70C-77583675752C}" type="presOf" srcId="{1B063254-83F1-4DCF-82BF-0F02E8C653F2}" destId="{8703E269-C6B8-44E9-8062-D527357D4C51}" srcOrd="0" destOrd="2" presId="urn:microsoft.com/office/officeart/2005/8/layout/default"/>
    <dgm:cxn modelId="{D7E23CF7-D75A-4BF7-A936-A6623D5F508F}" srcId="{CDCBA106-72AF-471C-9CC9-763E9526F4EA}" destId="{62694A33-5AC6-4E67-93AF-DC3EAD4F3B31}" srcOrd="5" destOrd="0" parTransId="{63AEDCA7-0DBD-43AF-BADE-AD0B9B095F94}" sibTransId="{63943B8A-5EF4-4C9A-A28D-407F3A4A8832}"/>
    <dgm:cxn modelId="{B52E0711-EB00-47F5-A578-B1FF2E7B49D8}" type="presParOf" srcId="{7A4EF8C2-14A2-44E8-AF54-2F0F9A9075DA}" destId="{EF1B3C30-78F7-4EFC-AF44-D0661F3BDADB}" srcOrd="0" destOrd="0" presId="urn:microsoft.com/office/officeart/2005/8/layout/default"/>
    <dgm:cxn modelId="{C0295410-DC1E-4144-A1D6-B968E73DD4DE}" type="presParOf" srcId="{7A4EF8C2-14A2-44E8-AF54-2F0F9A9075DA}" destId="{11D3172A-72D5-40E3-9B57-6027853750C8}" srcOrd="1" destOrd="0" presId="urn:microsoft.com/office/officeart/2005/8/layout/default"/>
    <dgm:cxn modelId="{007F8328-2D89-470B-AB18-0067F5446765}" type="presParOf" srcId="{7A4EF8C2-14A2-44E8-AF54-2F0F9A9075DA}" destId="{8703E269-C6B8-44E9-8062-D527357D4C51}" srcOrd="2" destOrd="0" presId="urn:microsoft.com/office/officeart/2005/8/layout/default"/>
    <dgm:cxn modelId="{5DC91B25-F382-415F-A414-5F20D9279219}" type="presParOf" srcId="{7A4EF8C2-14A2-44E8-AF54-2F0F9A9075DA}" destId="{B86C2619-73AB-4067-94B8-6744D53B3C17}" srcOrd="3" destOrd="0" presId="urn:microsoft.com/office/officeart/2005/8/layout/default"/>
    <dgm:cxn modelId="{3FB9B4DE-69B2-4F62-8DDC-B6B088209C5B}" type="presParOf" srcId="{7A4EF8C2-14A2-44E8-AF54-2F0F9A9075DA}" destId="{35949881-01A4-4D76-AC05-A07029E7329C}" srcOrd="4" destOrd="0" presId="urn:microsoft.com/office/officeart/2005/8/layout/default"/>
    <dgm:cxn modelId="{684CC512-E5A4-4475-9BF6-9A5F1DF00D6E}" type="presParOf" srcId="{7A4EF8C2-14A2-44E8-AF54-2F0F9A9075DA}" destId="{BACB0200-BA81-4E16-98E5-94681D4E4199}" srcOrd="5" destOrd="0" presId="urn:microsoft.com/office/officeart/2005/8/layout/default"/>
    <dgm:cxn modelId="{CC4008CF-D3AA-4470-8961-3E41550C328B}" type="presParOf" srcId="{7A4EF8C2-14A2-44E8-AF54-2F0F9A9075DA}" destId="{8CB5B25A-5120-4D32-A053-F136471AAAF3}" srcOrd="6" destOrd="0" presId="urn:microsoft.com/office/officeart/2005/8/layout/default"/>
    <dgm:cxn modelId="{750C47C5-D301-4C06-A57E-ADF7E029BDA7}" type="presParOf" srcId="{7A4EF8C2-14A2-44E8-AF54-2F0F9A9075DA}" destId="{37BD340D-4AB0-4277-8FC9-198F843180BC}" srcOrd="7" destOrd="0" presId="urn:microsoft.com/office/officeart/2005/8/layout/default"/>
    <dgm:cxn modelId="{73130AE1-5DD3-430B-8A5D-6D46C2212418}" type="presParOf" srcId="{7A4EF8C2-14A2-44E8-AF54-2F0F9A9075DA}" destId="{DF4F3BDC-9A16-46CC-A406-80DAA3D108E7}" srcOrd="8" destOrd="0" presId="urn:microsoft.com/office/officeart/2005/8/layout/default"/>
    <dgm:cxn modelId="{F7190719-C5BD-4A32-909C-4526F26ADEEB}" type="presParOf" srcId="{7A4EF8C2-14A2-44E8-AF54-2F0F9A9075DA}" destId="{EDADDF77-7760-4690-9577-0EE6BB2774C5}" srcOrd="9" destOrd="0" presId="urn:microsoft.com/office/officeart/2005/8/layout/default"/>
    <dgm:cxn modelId="{59B290F7-16B1-4BA3-BDB4-DF0229DAE9F5}" type="presParOf" srcId="{7A4EF8C2-14A2-44E8-AF54-2F0F9A9075DA}" destId="{C884638E-E7BA-4A6B-823C-AF5B43D3C4D9}" srcOrd="10" destOrd="0" presId="urn:microsoft.com/office/officeart/2005/8/layout/default"/>
    <dgm:cxn modelId="{FFAD7B5B-C3EE-4924-942B-32602FC4F427}" type="presParOf" srcId="{7A4EF8C2-14A2-44E8-AF54-2F0F9A9075DA}" destId="{478E5928-83AF-4371-BFD5-E8D8400CCA65}" srcOrd="11" destOrd="0" presId="urn:microsoft.com/office/officeart/2005/8/layout/default"/>
    <dgm:cxn modelId="{F5209AEA-0677-4BA6-A9FF-5F24EDE8B6A0}" type="presParOf" srcId="{7A4EF8C2-14A2-44E8-AF54-2F0F9A9075DA}" destId="{5105030F-4E50-4D5B-992E-15600D75ECCF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7D40280-6A01-4468-8281-1316F780F5A8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88354CEE-720B-4EC5-9146-50C77AAD2FAB}">
      <dgm:prSet phldrT="[Tekst]" phldr="0"/>
      <dgm:spPr/>
      <dgm:t>
        <a:bodyPr/>
        <a:lstStyle/>
        <a:p>
          <a:r>
            <a:rPr lang="da-DK" dirty="0"/>
            <a:t>Ret til oplysning</a:t>
          </a:r>
        </a:p>
      </dgm:t>
    </dgm:pt>
    <dgm:pt modelId="{89D6DBD9-700D-4471-8A75-A7F628CD80AA}" type="parTrans" cxnId="{8375CE59-909D-4244-AC7B-5B702176FF82}">
      <dgm:prSet/>
      <dgm:spPr/>
      <dgm:t>
        <a:bodyPr/>
        <a:lstStyle/>
        <a:p>
          <a:endParaRPr lang="da-DK"/>
        </a:p>
      </dgm:t>
    </dgm:pt>
    <dgm:pt modelId="{8AC1E538-A7EF-40D8-AD55-1A16DED2333A}" type="sibTrans" cxnId="{8375CE59-909D-4244-AC7B-5B702176FF82}">
      <dgm:prSet/>
      <dgm:spPr/>
      <dgm:t>
        <a:bodyPr/>
        <a:lstStyle/>
        <a:p>
          <a:endParaRPr lang="da-DK"/>
        </a:p>
      </dgm:t>
    </dgm:pt>
    <dgm:pt modelId="{9DAAE1D9-E1C9-4B2D-8B20-4C09048CA090}">
      <dgm:prSet phldrT="[Tekst]" phldr="0"/>
      <dgm:spPr/>
      <dgm:t>
        <a:bodyPr/>
        <a:lstStyle/>
        <a:p>
          <a:r>
            <a:rPr lang="da-DK" dirty="0"/>
            <a:t>Ret til indsigt</a:t>
          </a:r>
        </a:p>
      </dgm:t>
    </dgm:pt>
    <dgm:pt modelId="{9F4AD9AD-E820-4E87-BAF3-5B6C7CEDC971}" type="parTrans" cxnId="{615939E7-244F-4948-9DC4-22416F12E642}">
      <dgm:prSet/>
      <dgm:spPr/>
      <dgm:t>
        <a:bodyPr/>
        <a:lstStyle/>
        <a:p>
          <a:endParaRPr lang="da-DK"/>
        </a:p>
      </dgm:t>
    </dgm:pt>
    <dgm:pt modelId="{F0703510-2AB0-40D6-BEA7-E68BFE2A23EA}" type="sibTrans" cxnId="{615939E7-244F-4948-9DC4-22416F12E642}">
      <dgm:prSet/>
      <dgm:spPr/>
      <dgm:t>
        <a:bodyPr/>
        <a:lstStyle/>
        <a:p>
          <a:endParaRPr lang="da-DK"/>
        </a:p>
      </dgm:t>
    </dgm:pt>
    <dgm:pt modelId="{A2D482B5-DFCB-424F-8B5D-D37B831ABC97}">
      <dgm:prSet phldrT="[Tekst]" phldr="0"/>
      <dgm:spPr/>
      <dgm:t>
        <a:bodyPr/>
        <a:lstStyle/>
        <a:p>
          <a:r>
            <a:rPr lang="da-DK" dirty="0"/>
            <a:t>Ret til berigtigelse</a:t>
          </a:r>
        </a:p>
      </dgm:t>
    </dgm:pt>
    <dgm:pt modelId="{E3FDA6DE-4336-4E64-8E7F-1D332E2B67F1}" type="parTrans" cxnId="{3325C216-ECC2-426E-BE37-8EC9E5176742}">
      <dgm:prSet/>
      <dgm:spPr/>
      <dgm:t>
        <a:bodyPr/>
        <a:lstStyle/>
        <a:p>
          <a:endParaRPr lang="da-DK"/>
        </a:p>
      </dgm:t>
    </dgm:pt>
    <dgm:pt modelId="{7DE19E2B-5B41-4E68-B32F-0F26AB9C65B2}" type="sibTrans" cxnId="{3325C216-ECC2-426E-BE37-8EC9E5176742}">
      <dgm:prSet/>
      <dgm:spPr/>
      <dgm:t>
        <a:bodyPr/>
        <a:lstStyle/>
        <a:p>
          <a:endParaRPr lang="da-DK"/>
        </a:p>
      </dgm:t>
    </dgm:pt>
    <dgm:pt modelId="{F47CC96F-CFDA-42F9-9F76-41322701F31A}">
      <dgm:prSet phldrT="[Tekst]" phldr="0"/>
      <dgm:spPr/>
      <dgm:t>
        <a:bodyPr/>
        <a:lstStyle/>
        <a:p>
          <a:r>
            <a:rPr lang="da-DK" dirty="0"/>
            <a:t>Ret til sletning</a:t>
          </a:r>
        </a:p>
      </dgm:t>
    </dgm:pt>
    <dgm:pt modelId="{E63B7686-547F-4730-8FC5-1F363C1EDBE8}" type="parTrans" cxnId="{E998E68E-F810-4BF0-A0ED-20BCB1C963F1}">
      <dgm:prSet/>
      <dgm:spPr/>
      <dgm:t>
        <a:bodyPr/>
        <a:lstStyle/>
        <a:p>
          <a:endParaRPr lang="da-DK"/>
        </a:p>
      </dgm:t>
    </dgm:pt>
    <dgm:pt modelId="{45851F78-9EEF-4983-A247-0AB0A267562B}" type="sibTrans" cxnId="{E998E68E-F810-4BF0-A0ED-20BCB1C963F1}">
      <dgm:prSet/>
      <dgm:spPr/>
      <dgm:t>
        <a:bodyPr/>
        <a:lstStyle/>
        <a:p>
          <a:endParaRPr lang="da-DK"/>
        </a:p>
      </dgm:t>
    </dgm:pt>
    <dgm:pt modelId="{8B9604F0-E6F2-4853-80FB-E1A4D301E7E5}">
      <dgm:prSet phldrT="[Tekst]" phldr="0"/>
      <dgm:spPr/>
      <dgm:t>
        <a:bodyPr/>
        <a:lstStyle/>
        <a:p>
          <a:pPr marL="0">
            <a:buFontTx/>
            <a:buNone/>
          </a:pPr>
          <a:r>
            <a:rPr lang="da-DK" dirty="0"/>
            <a:t>Når databehandleren behandler persondata, har den registrerede ret til at blive oplyst om det.</a:t>
          </a:r>
        </a:p>
      </dgm:t>
    </dgm:pt>
    <dgm:pt modelId="{9AA648D3-CA03-4A6D-9FF1-8AC482DD59A2}" type="parTrans" cxnId="{FA320F12-ED76-47A6-8519-25B4C8044689}">
      <dgm:prSet/>
      <dgm:spPr/>
      <dgm:t>
        <a:bodyPr/>
        <a:lstStyle/>
        <a:p>
          <a:endParaRPr lang="da-DK"/>
        </a:p>
      </dgm:t>
    </dgm:pt>
    <dgm:pt modelId="{0C5BA4F9-D7E2-4A45-ADA8-5EA99158392B}" type="sibTrans" cxnId="{FA320F12-ED76-47A6-8519-25B4C8044689}">
      <dgm:prSet/>
      <dgm:spPr/>
      <dgm:t>
        <a:bodyPr/>
        <a:lstStyle/>
        <a:p>
          <a:endParaRPr lang="da-DK"/>
        </a:p>
      </dgm:t>
    </dgm:pt>
    <dgm:pt modelId="{4A12F466-C1BA-473A-B22B-6CE80568E86E}">
      <dgm:prSet phldrT="[Tekst]" phldr="0" custT="1"/>
      <dgm:spPr/>
      <dgm:t>
        <a:bodyPr/>
        <a:lstStyle/>
        <a:p>
          <a:pPr marL="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da-DK" sz="2000" kern="1200" dirty="0">
              <a:solidFill>
                <a:srgbClr val="595451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Den registrerede har ret til at se de personoplysninger, der behandles af vedkommende.</a:t>
          </a:r>
        </a:p>
      </dgm:t>
    </dgm:pt>
    <dgm:pt modelId="{303B1844-E1F9-4E02-974B-FB26078E932E}" type="parTrans" cxnId="{39944283-BDBE-419C-B37A-BEC9D1679C20}">
      <dgm:prSet/>
      <dgm:spPr/>
      <dgm:t>
        <a:bodyPr/>
        <a:lstStyle/>
        <a:p>
          <a:endParaRPr lang="da-DK"/>
        </a:p>
      </dgm:t>
    </dgm:pt>
    <dgm:pt modelId="{CBAFB497-FB90-41D9-8785-865E79616B1A}" type="sibTrans" cxnId="{39944283-BDBE-419C-B37A-BEC9D1679C20}">
      <dgm:prSet/>
      <dgm:spPr/>
      <dgm:t>
        <a:bodyPr/>
        <a:lstStyle/>
        <a:p>
          <a:endParaRPr lang="da-DK"/>
        </a:p>
      </dgm:t>
    </dgm:pt>
    <dgm:pt modelId="{EB2A71E6-142C-48FA-A505-726B44F8D13F}">
      <dgm:prSet phldrT="[Tekst]" phldr="0" custT="1"/>
      <dgm:spPr/>
      <dgm:t>
        <a:bodyPr/>
        <a:lstStyle/>
        <a:p>
          <a:pPr marL="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da-DK" sz="2000" kern="1200" dirty="0">
              <a:solidFill>
                <a:srgbClr val="595451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Hvis personoplysninger er forkerte, har den registrerede ret til at få rettet disse.</a:t>
          </a:r>
        </a:p>
      </dgm:t>
    </dgm:pt>
    <dgm:pt modelId="{B8836917-0130-4A64-AC6F-C675EB90D889}" type="parTrans" cxnId="{9310F59C-7AD3-4F82-AC7B-858A8ACC273B}">
      <dgm:prSet/>
      <dgm:spPr/>
      <dgm:t>
        <a:bodyPr/>
        <a:lstStyle/>
        <a:p>
          <a:endParaRPr lang="da-DK"/>
        </a:p>
      </dgm:t>
    </dgm:pt>
    <dgm:pt modelId="{1D36BEE6-60BB-4FF8-B15B-2D5EF0C60BD7}" type="sibTrans" cxnId="{9310F59C-7AD3-4F82-AC7B-858A8ACC273B}">
      <dgm:prSet/>
      <dgm:spPr/>
      <dgm:t>
        <a:bodyPr/>
        <a:lstStyle/>
        <a:p>
          <a:endParaRPr lang="da-DK"/>
        </a:p>
      </dgm:t>
    </dgm:pt>
    <dgm:pt modelId="{6AC9067F-E93B-4423-9A82-D0E00A1D5F43}">
      <dgm:prSet phldrT="[Tekst]" phldr="0" custT="1"/>
      <dgm:spPr/>
      <dgm:t>
        <a:bodyPr/>
        <a:lstStyle/>
        <a:p>
          <a:pPr marL="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da-DK" sz="2000" kern="1200" dirty="0">
              <a:solidFill>
                <a:srgbClr val="595451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Den registrerede har ret til at ‘blive glemt’, når formålet ikke længere er aktuelt, eller hvis samtykket er trukket tilbage.</a:t>
          </a:r>
        </a:p>
      </dgm:t>
    </dgm:pt>
    <dgm:pt modelId="{BA104A0D-E332-438A-8ED3-7C8BE576ECD1}" type="parTrans" cxnId="{F60DC7F2-BBD3-4152-888C-F408794DF703}">
      <dgm:prSet/>
      <dgm:spPr/>
      <dgm:t>
        <a:bodyPr/>
        <a:lstStyle/>
        <a:p>
          <a:endParaRPr lang="da-DK"/>
        </a:p>
      </dgm:t>
    </dgm:pt>
    <dgm:pt modelId="{CBDD3C68-96D1-429F-9AB2-ECD5F94D3CB5}" type="sibTrans" cxnId="{F60DC7F2-BBD3-4152-888C-F408794DF703}">
      <dgm:prSet/>
      <dgm:spPr/>
      <dgm:t>
        <a:bodyPr/>
        <a:lstStyle/>
        <a:p>
          <a:endParaRPr lang="da-DK"/>
        </a:p>
      </dgm:t>
    </dgm:pt>
    <dgm:pt modelId="{FC4F8ED7-1210-49CC-8D00-0BEE179A2A4A}" type="pres">
      <dgm:prSet presAssocID="{D7D40280-6A01-4468-8281-1316F780F5A8}" presName="Name0" presStyleCnt="0">
        <dgm:presLayoutVars>
          <dgm:dir/>
          <dgm:animLvl val="lvl"/>
          <dgm:resizeHandles val="exact"/>
        </dgm:presLayoutVars>
      </dgm:prSet>
      <dgm:spPr/>
    </dgm:pt>
    <dgm:pt modelId="{1096C5AD-80E0-4B0E-AD68-4595675A56C0}" type="pres">
      <dgm:prSet presAssocID="{88354CEE-720B-4EC5-9146-50C77AAD2FAB}" presName="composite" presStyleCnt="0"/>
      <dgm:spPr/>
    </dgm:pt>
    <dgm:pt modelId="{238EDADB-8DF6-42AE-832B-9F06756924F3}" type="pres">
      <dgm:prSet presAssocID="{88354CEE-720B-4EC5-9146-50C77AAD2FAB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636A69CE-8C63-486F-9810-915CC98C0918}" type="pres">
      <dgm:prSet presAssocID="{88354CEE-720B-4EC5-9146-50C77AAD2FAB}" presName="desTx" presStyleLbl="alignAccFollowNode1" presStyleIdx="0" presStyleCnt="4">
        <dgm:presLayoutVars>
          <dgm:bulletEnabled val="1"/>
        </dgm:presLayoutVars>
      </dgm:prSet>
      <dgm:spPr/>
    </dgm:pt>
    <dgm:pt modelId="{0331EC9E-3B68-4B29-8B1F-D6942761BB85}" type="pres">
      <dgm:prSet presAssocID="{8AC1E538-A7EF-40D8-AD55-1A16DED2333A}" presName="space" presStyleCnt="0"/>
      <dgm:spPr/>
    </dgm:pt>
    <dgm:pt modelId="{EC4FBAE4-F833-4046-9904-75051D0CEA72}" type="pres">
      <dgm:prSet presAssocID="{9DAAE1D9-E1C9-4B2D-8B20-4C09048CA090}" presName="composite" presStyleCnt="0"/>
      <dgm:spPr/>
    </dgm:pt>
    <dgm:pt modelId="{ADC6FAAC-F036-486C-A0B9-CA1B8E172C7B}" type="pres">
      <dgm:prSet presAssocID="{9DAAE1D9-E1C9-4B2D-8B20-4C09048CA090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6333668B-7216-4AAD-B6B8-C9AA69C2D4F7}" type="pres">
      <dgm:prSet presAssocID="{9DAAE1D9-E1C9-4B2D-8B20-4C09048CA090}" presName="desTx" presStyleLbl="alignAccFollowNode1" presStyleIdx="1" presStyleCnt="4">
        <dgm:presLayoutVars>
          <dgm:bulletEnabled val="1"/>
        </dgm:presLayoutVars>
      </dgm:prSet>
      <dgm:spPr/>
    </dgm:pt>
    <dgm:pt modelId="{FBDAF066-1F18-4699-A244-23BC65F34C57}" type="pres">
      <dgm:prSet presAssocID="{F0703510-2AB0-40D6-BEA7-E68BFE2A23EA}" presName="space" presStyleCnt="0"/>
      <dgm:spPr/>
    </dgm:pt>
    <dgm:pt modelId="{4863D902-E08B-43BE-AAEF-1D4C4696363C}" type="pres">
      <dgm:prSet presAssocID="{A2D482B5-DFCB-424F-8B5D-D37B831ABC97}" presName="composite" presStyleCnt="0"/>
      <dgm:spPr/>
    </dgm:pt>
    <dgm:pt modelId="{AE1995E9-FC52-4D28-A3C0-753E17CA7F81}" type="pres">
      <dgm:prSet presAssocID="{A2D482B5-DFCB-424F-8B5D-D37B831ABC97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C4252D03-8251-47C5-B412-5E56B3AD25CF}" type="pres">
      <dgm:prSet presAssocID="{A2D482B5-DFCB-424F-8B5D-D37B831ABC97}" presName="desTx" presStyleLbl="alignAccFollowNode1" presStyleIdx="2" presStyleCnt="4">
        <dgm:presLayoutVars>
          <dgm:bulletEnabled val="1"/>
        </dgm:presLayoutVars>
      </dgm:prSet>
      <dgm:spPr/>
    </dgm:pt>
    <dgm:pt modelId="{DBE3F78B-EE2F-43BB-BD04-5DD3AF3798C6}" type="pres">
      <dgm:prSet presAssocID="{7DE19E2B-5B41-4E68-B32F-0F26AB9C65B2}" presName="space" presStyleCnt="0"/>
      <dgm:spPr/>
    </dgm:pt>
    <dgm:pt modelId="{8F647B46-4707-472E-8DB5-3033C83E1307}" type="pres">
      <dgm:prSet presAssocID="{F47CC96F-CFDA-42F9-9F76-41322701F31A}" presName="composite" presStyleCnt="0"/>
      <dgm:spPr/>
    </dgm:pt>
    <dgm:pt modelId="{3031DF2A-BD7A-4249-9304-046820346EF3}" type="pres">
      <dgm:prSet presAssocID="{F47CC96F-CFDA-42F9-9F76-41322701F31A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C583E13F-B1ED-4556-997E-91AB1C6A5ABD}" type="pres">
      <dgm:prSet presAssocID="{F47CC96F-CFDA-42F9-9F76-41322701F31A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35ADB70E-FCB9-43B0-85DA-D5322B80C047}" type="presOf" srcId="{EB2A71E6-142C-48FA-A505-726B44F8D13F}" destId="{C4252D03-8251-47C5-B412-5E56B3AD25CF}" srcOrd="0" destOrd="0" presId="urn:microsoft.com/office/officeart/2005/8/layout/hList1"/>
    <dgm:cxn modelId="{FA320F12-ED76-47A6-8519-25B4C8044689}" srcId="{88354CEE-720B-4EC5-9146-50C77AAD2FAB}" destId="{8B9604F0-E6F2-4853-80FB-E1A4D301E7E5}" srcOrd="0" destOrd="0" parTransId="{9AA648D3-CA03-4A6D-9FF1-8AC482DD59A2}" sibTransId="{0C5BA4F9-D7E2-4A45-ADA8-5EA99158392B}"/>
    <dgm:cxn modelId="{3325C216-ECC2-426E-BE37-8EC9E5176742}" srcId="{D7D40280-6A01-4468-8281-1316F780F5A8}" destId="{A2D482B5-DFCB-424F-8B5D-D37B831ABC97}" srcOrd="2" destOrd="0" parTransId="{E3FDA6DE-4336-4E64-8E7F-1D332E2B67F1}" sibTransId="{7DE19E2B-5B41-4E68-B32F-0F26AB9C65B2}"/>
    <dgm:cxn modelId="{DE9AFF41-A24A-43C9-AEC5-ED9AC2DF3069}" type="presOf" srcId="{8B9604F0-E6F2-4853-80FB-E1A4D301E7E5}" destId="{636A69CE-8C63-486F-9810-915CC98C0918}" srcOrd="0" destOrd="0" presId="urn:microsoft.com/office/officeart/2005/8/layout/hList1"/>
    <dgm:cxn modelId="{967EB354-D9EA-4DA9-B5CA-F9BA25AA8ABB}" type="presOf" srcId="{F47CC96F-CFDA-42F9-9F76-41322701F31A}" destId="{3031DF2A-BD7A-4249-9304-046820346EF3}" srcOrd="0" destOrd="0" presId="urn:microsoft.com/office/officeart/2005/8/layout/hList1"/>
    <dgm:cxn modelId="{8375CE59-909D-4244-AC7B-5B702176FF82}" srcId="{D7D40280-6A01-4468-8281-1316F780F5A8}" destId="{88354CEE-720B-4EC5-9146-50C77AAD2FAB}" srcOrd="0" destOrd="0" parTransId="{89D6DBD9-700D-4471-8A75-A7F628CD80AA}" sibTransId="{8AC1E538-A7EF-40D8-AD55-1A16DED2333A}"/>
    <dgm:cxn modelId="{1B505082-3757-4F02-B0A0-7BFE35D907D2}" type="presOf" srcId="{88354CEE-720B-4EC5-9146-50C77AAD2FAB}" destId="{238EDADB-8DF6-42AE-832B-9F06756924F3}" srcOrd="0" destOrd="0" presId="urn:microsoft.com/office/officeart/2005/8/layout/hList1"/>
    <dgm:cxn modelId="{39944283-BDBE-419C-B37A-BEC9D1679C20}" srcId="{9DAAE1D9-E1C9-4B2D-8B20-4C09048CA090}" destId="{4A12F466-C1BA-473A-B22B-6CE80568E86E}" srcOrd="0" destOrd="0" parTransId="{303B1844-E1F9-4E02-974B-FB26078E932E}" sibTransId="{CBAFB497-FB90-41D9-8785-865E79616B1A}"/>
    <dgm:cxn modelId="{E998E68E-F810-4BF0-A0ED-20BCB1C963F1}" srcId="{D7D40280-6A01-4468-8281-1316F780F5A8}" destId="{F47CC96F-CFDA-42F9-9F76-41322701F31A}" srcOrd="3" destOrd="0" parTransId="{E63B7686-547F-4730-8FC5-1F363C1EDBE8}" sibTransId="{45851F78-9EEF-4983-A247-0AB0A267562B}"/>
    <dgm:cxn modelId="{9310F59C-7AD3-4F82-AC7B-858A8ACC273B}" srcId="{A2D482B5-DFCB-424F-8B5D-D37B831ABC97}" destId="{EB2A71E6-142C-48FA-A505-726B44F8D13F}" srcOrd="0" destOrd="0" parTransId="{B8836917-0130-4A64-AC6F-C675EB90D889}" sibTransId="{1D36BEE6-60BB-4FF8-B15B-2D5EF0C60BD7}"/>
    <dgm:cxn modelId="{63FF52AD-4221-4294-A80C-E947968D4643}" type="presOf" srcId="{A2D482B5-DFCB-424F-8B5D-D37B831ABC97}" destId="{AE1995E9-FC52-4D28-A3C0-753E17CA7F81}" srcOrd="0" destOrd="0" presId="urn:microsoft.com/office/officeart/2005/8/layout/hList1"/>
    <dgm:cxn modelId="{884B09D0-10F1-4EB7-AA2E-19543B5729C6}" type="presOf" srcId="{D7D40280-6A01-4468-8281-1316F780F5A8}" destId="{FC4F8ED7-1210-49CC-8D00-0BEE179A2A4A}" srcOrd="0" destOrd="0" presId="urn:microsoft.com/office/officeart/2005/8/layout/hList1"/>
    <dgm:cxn modelId="{B634C9D2-CEE7-4DB6-A85D-3ACC8144CB74}" type="presOf" srcId="{4A12F466-C1BA-473A-B22B-6CE80568E86E}" destId="{6333668B-7216-4AAD-B6B8-C9AA69C2D4F7}" srcOrd="0" destOrd="0" presId="urn:microsoft.com/office/officeart/2005/8/layout/hList1"/>
    <dgm:cxn modelId="{AEF513D3-7081-499D-81CB-C12A2FD6EE49}" type="presOf" srcId="{6AC9067F-E93B-4423-9A82-D0E00A1D5F43}" destId="{C583E13F-B1ED-4556-997E-91AB1C6A5ABD}" srcOrd="0" destOrd="0" presId="urn:microsoft.com/office/officeart/2005/8/layout/hList1"/>
    <dgm:cxn modelId="{F43304E0-5F85-4EDC-B718-0A96F4137AE1}" type="presOf" srcId="{9DAAE1D9-E1C9-4B2D-8B20-4C09048CA090}" destId="{ADC6FAAC-F036-486C-A0B9-CA1B8E172C7B}" srcOrd="0" destOrd="0" presId="urn:microsoft.com/office/officeart/2005/8/layout/hList1"/>
    <dgm:cxn modelId="{615939E7-244F-4948-9DC4-22416F12E642}" srcId="{D7D40280-6A01-4468-8281-1316F780F5A8}" destId="{9DAAE1D9-E1C9-4B2D-8B20-4C09048CA090}" srcOrd="1" destOrd="0" parTransId="{9F4AD9AD-E820-4E87-BAF3-5B6C7CEDC971}" sibTransId="{F0703510-2AB0-40D6-BEA7-E68BFE2A23EA}"/>
    <dgm:cxn modelId="{F60DC7F2-BBD3-4152-888C-F408794DF703}" srcId="{F47CC96F-CFDA-42F9-9F76-41322701F31A}" destId="{6AC9067F-E93B-4423-9A82-D0E00A1D5F43}" srcOrd="0" destOrd="0" parTransId="{BA104A0D-E332-438A-8ED3-7C8BE576ECD1}" sibTransId="{CBDD3C68-96D1-429F-9AB2-ECD5F94D3CB5}"/>
    <dgm:cxn modelId="{87CC49CA-52F3-4C9C-AE67-355EBE824AC9}" type="presParOf" srcId="{FC4F8ED7-1210-49CC-8D00-0BEE179A2A4A}" destId="{1096C5AD-80E0-4B0E-AD68-4595675A56C0}" srcOrd="0" destOrd="0" presId="urn:microsoft.com/office/officeart/2005/8/layout/hList1"/>
    <dgm:cxn modelId="{8664562A-4354-4A71-8D0B-2F6A966B1CBD}" type="presParOf" srcId="{1096C5AD-80E0-4B0E-AD68-4595675A56C0}" destId="{238EDADB-8DF6-42AE-832B-9F06756924F3}" srcOrd="0" destOrd="0" presId="urn:microsoft.com/office/officeart/2005/8/layout/hList1"/>
    <dgm:cxn modelId="{74622C1F-B23C-4B1E-80A6-A1BA60D76617}" type="presParOf" srcId="{1096C5AD-80E0-4B0E-AD68-4595675A56C0}" destId="{636A69CE-8C63-486F-9810-915CC98C0918}" srcOrd="1" destOrd="0" presId="urn:microsoft.com/office/officeart/2005/8/layout/hList1"/>
    <dgm:cxn modelId="{14E4E322-40DC-4924-A0A2-8ADA15BA3700}" type="presParOf" srcId="{FC4F8ED7-1210-49CC-8D00-0BEE179A2A4A}" destId="{0331EC9E-3B68-4B29-8B1F-D6942761BB85}" srcOrd="1" destOrd="0" presId="urn:microsoft.com/office/officeart/2005/8/layout/hList1"/>
    <dgm:cxn modelId="{3F7B7153-BD52-48E5-84CC-02553FABD184}" type="presParOf" srcId="{FC4F8ED7-1210-49CC-8D00-0BEE179A2A4A}" destId="{EC4FBAE4-F833-4046-9904-75051D0CEA72}" srcOrd="2" destOrd="0" presId="urn:microsoft.com/office/officeart/2005/8/layout/hList1"/>
    <dgm:cxn modelId="{E75B4591-4A01-4D46-9682-5646E423AE16}" type="presParOf" srcId="{EC4FBAE4-F833-4046-9904-75051D0CEA72}" destId="{ADC6FAAC-F036-486C-A0B9-CA1B8E172C7B}" srcOrd="0" destOrd="0" presId="urn:microsoft.com/office/officeart/2005/8/layout/hList1"/>
    <dgm:cxn modelId="{3A61B506-D0EF-4529-933F-10AC8AE0E6E7}" type="presParOf" srcId="{EC4FBAE4-F833-4046-9904-75051D0CEA72}" destId="{6333668B-7216-4AAD-B6B8-C9AA69C2D4F7}" srcOrd="1" destOrd="0" presId="urn:microsoft.com/office/officeart/2005/8/layout/hList1"/>
    <dgm:cxn modelId="{7F79A7EC-5A3C-4E9E-9EE9-310E0E95F693}" type="presParOf" srcId="{FC4F8ED7-1210-49CC-8D00-0BEE179A2A4A}" destId="{FBDAF066-1F18-4699-A244-23BC65F34C57}" srcOrd="3" destOrd="0" presId="urn:microsoft.com/office/officeart/2005/8/layout/hList1"/>
    <dgm:cxn modelId="{BBF5F296-6062-4F73-8467-206C1660CF08}" type="presParOf" srcId="{FC4F8ED7-1210-49CC-8D00-0BEE179A2A4A}" destId="{4863D902-E08B-43BE-AAEF-1D4C4696363C}" srcOrd="4" destOrd="0" presId="urn:microsoft.com/office/officeart/2005/8/layout/hList1"/>
    <dgm:cxn modelId="{85E38AB2-3E8C-4192-A699-4EE7FEA5524B}" type="presParOf" srcId="{4863D902-E08B-43BE-AAEF-1D4C4696363C}" destId="{AE1995E9-FC52-4D28-A3C0-753E17CA7F81}" srcOrd="0" destOrd="0" presId="urn:microsoft.com/office/officeart/2005/8/layout/hList1"/>
    <dgm:cxn modelId="{B6BBDC6D-FB2A-4500-8010-38EDD5ED781A}" type="presParOf" srcId="{4863D902-E08B-43BE-AAEF-1D4C4696363C}" destId="{C4252D03-8251-47C5-B412-5E56B3AD25CF}" srcOrd="1" destOrd="0" presId="urn:microsoft.com/office/officeart/2005/8/layout/hList1"/>
    <dgm:cxn modelId="{6DC525A7-DE74-4A18-877A-98EE3EC73B38}" type="presParOf" srcId="{FC4F8ED7-1210-49CC-8D00-0BEE179A2A4A}" destId="{DBE3F78B-EE2F-43BB-BD04-5DD3AF3798C6}" srcOrd="5" destOrd="0" presId="urn:microsoft.com/office/officeart/2005/8/layout/hList1"/>
    <dgm:cxn modelId="{3FD0EBE5-09F8-4185-8922-5B536790C467}" type="presParOf" srcId="{FC4F8ED7-1210-49CC-8D00-0BEE179A2A4A}" destId="{8F647B46-4707-472E-8DB5-3033C83E1307}" srcOrd="6" destOrd="0" presId="urn:microsoft.com/office/officeart/2005/8/layout/hList1"/>
    <dgm:cxn modelId="{A61ABBDE-D880-4F36-A2CB-11856CD9E0BC}" type="presParOf" srcId="{8F647B46-4707-472E-8DB5-3033C83E1307}" destId="{3031DF2A-BD7A-4249-9304-046820346EF3}" srcOrd="0" destOrd="0" presId="urn:microsoft.com/office/officeart/2005/8/layout/hList1"/>
    <dgm:cxn modelId="{B693227A-727A-4450-A1AF-3B154C07460F}" type="presParOf" srcId="{8F647B46-4707-472E-8DB5-3033C83E1307}" destId="{C583E13F-B1ED-4556-997E-91AB1C6A5AB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CD38363-8258-40BD-B986-07E3FBCA94CD}" type="doc">
      <dgm:prSet loTypeId="urn:microsoft.com/office/officeart/2005/8/layout/bProcess3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41C0B60E-73F9-40EA-8AF5-015E67CC1D1E}">
      <dgm:prSet phldrT="[Tekst]"/>
      <dgm:spPr/>
      <dgm:t>
        <a:bodyPr/>
        <a:lstStyle/>
        <a:p>
          <a:pPr>
            <a:buNone/>
          </a:pPr>
          <a:r>
            <a:rPr lang="da-DK" b="1" i="0" dirty="0"/>
            <a:t>1. Indsamling</a:t>
          </a:r>
          <a:endParaRPr lang="da-DK" dirty="0"/>
        </a:p>
      </dgm:t>
    </dgm:pt>
    <dgm:pt modelId="{EE310E40-68B3-4148-9D20-0574CEB50A13}" type="parTrans" cxnId="{FB58E868-A22B-44D0-B050-EEF230CD4FF8}">
      <dgm:prSet/>
      <dgm:spPr/>
      <dgm:t>
        <a:bodyPr/>
        <a:lstStyle/>
        <a:p>
          <a:endParaRPr lang="da-DK"/>
        </a:p>
      </dgm:t>
    </dgm:pt>
    <dgm:pt modelId="{9438F90B-6DA8-490D-A584-3E66946D01D2}" type="sibTrans" cxnId="{FB58E868-A22B-44D0-B050-EEF230CD4FF8}">
      <dgm:prSet/>
      <dgm:spPr/>
      <dgm:t>
        <a:bodyPr/>
        <a:lstStyle/>
        <a:p>
          <a:endParaRPr lang="da-DK"/>
        </a:p>
      </dgm:t>
    </dgm:pt>
    <dgm:pt modelId="{CD2694E9-4BCF-467D-8195-33AABD5E6F0C}">
      <dgm:prSet/>
      <dgm:spPr/>
      <dgm:t>
        <a:bodyPr/>
        <a:lstStyle/>
        <a:p>
          <a:pPr>
            <a:buNone/>
          </a:pPr>
          <a:r>
            <a:rPr lang="da-DK" b="0" i="1" dirty="0"/>
            <a:t>Data indsamles fra den registrerede</a:t>
          </a:r>
        </a:p>
      </dgm:t>
    </dgm:pt>
    <dgm:pt modelId="{3AED3A49-746B-417B-AE1F-A761DD60E5FD}" type="parTrans" cxnId="{3E8FFB01-C30E-400D-97D2-91842DFDD0C5}">
      <dgm:prSet/>
      <dgm:spPr/>
      <dgm:t>
        <a:bodyPr/>
        <a:lstStyle/>
        <a:p>
          <a:endParaRPr lang="da-DK"/>
        </a:p>
      </dgm:t>
    </dgm:pt>
    <dgm:pt modelId="{C5BB9BE7-56A0-47F9-A6C3-5B66004E899A}" type="sibTrans" cxnId="{3E8FFB01-C30E-400D-97D2-91842DFDD0C5}">
      <dgm:prSet/>
      <dgm:spPr/>
      <dgm:t>
        <a:bodyPr/>
        <a:lstStyle/>
        <a:p>
          <a:endParaRPr lang="da-DK"/>
        </a:p>
      </dgm:t>
    </dgm:pt>
    <dgm:pt modelId="{8A7AD895-B35B-453F-B3A8-D22B464982DD}">
      <dgm:prSet/>
      <dgm:spPr/>
      <dgm:t>
        <a:bodyPr/>
        <a:lstStyle/>
        <a:p>
          <a:pPr>
            <a:buNone/>
          </a:pPr>
          <a:r>
            <a:rPr lang="da-DK" b="1" i="0" dirty="0"/>
            <a:t>GDPR-fokus:</a:t>
          </a:r>
          <a:endParaRPr lang="da-DK" b="0" i="0" dirty="0"/>
        </a:p>
      </dgm:t>
    </dgm:pt>
    <dgm:pt modelId="{EBF71068-5EDC-45BC-A64B-0E60C70F5726}" type="parTrans" cxnId="{73D63FC7-45FF-40BD-9C7B-0164D466D54B}">
      <dgm:prSet/>
      <dgm:spPr/>
      <dgm:t>
        <a:bodyPr/>
        <a:lstStyle/>
        <a:p>
          <a:endParaRPr lang="da-DK"/>
        </a:p>
      </dgm:t>
    </dgm:pt>
    <dgm:pt modelId="{75D19FEB-68BA-46C9-BC50-FB7E046ABBAE}" type="sibTrans" cxnId="{73D63FC7-45FF-40BD-9C7B-0164D466D54B}">
      <dgm:prSet/>
      <dgm:spPr/>
      <dgm:t>
        <a:bodyPr/>
        <a:lstStyle/>
        <a:p>
          <a:endParaRPr lang="da-DK"/>
        </a:p>
      </dgm:t>
    </dgm:pt>
    <dgm:pt modelId="{5E6A0E18-250E-49AD-ABBA-1AE5B35B86F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Lovligt behandlingsgrundlag (samtykke, kontrakt, lovkrav)</a:t>
          </a:r>
        </a:p>
      </dgm:t>
    </dgm:pt>
    <dgm:pt modelId="{850410D3-899B-4CC6-BF82-0E21832DAFC8}" type="parTrans" cxnId="{6CF1ECDD-D6D7-4AC5-A2FE-FE5C53F352E5}">
      <dgm:prSet/>
      <dgm:spPr/>
      <dgm:t>
        <a:bodyPr/>
        <a:lstStyle/>
        <a:p>
          <a:endParaRPr lang="da-DK"/>
        </a:p>
      </dgm:t>
    </dgm:pt>
    <dgm:pt modelId="{FE90AAE5-5D78-4A52-96A8-1FD5568DE85E}" type="sibTrans" cxnId="{6CF1ECDD-D6D7-4AC5-A2FE-FE5C53F352E5}">
      <dgm:prSet/>
      <dgm:spPr/>
      <dgm:t>
        <a:bodyPr/>
        <a:lstStyle/>
        <a:p>
          <a:endParaRPr lang="da-DK"/>
        </a:p>
      </dgm:t>
    </dgm:pt>
    <dgm:pt modelId="{1D9AF13C-81C7-4B69-8D9A-DAB502AD83A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Dataminimering (kun nødvendige data)</a:t>
          </a:r>
        </a:p>
      </dgm:t>
    </dgm:pt>
    <dgm:pt modelId="{2E7F2426-4309-4078-8ACF-1EA389BB6533}" type="parTrans" cxnId="{F6FC7B7C-7E7F-478B-B5B5-D39C655E53A9}">
      <dgm:prSet/>
      <dgm:spPr/>
      <dgm:t>
        <a:bodyPr/>
        <a:lstStyle/>
        <a:p>
          <a:endParaRPr lang="da-DK"/>
        </a:p>
      </dgm:t>
    </dgm:pt>
    <dgm:pt modelId="{B9C789E9-0E1F-4724-B5F1-837E56F3EC66}" type="sibTrans" cxnId="{F6FC7B7C-7E7F-478B-B5B5-D39C655E53A9}">
      <dgm:prSet/>
      <dgm:spPr/>
      <dgm:t>
        <a:bodyPr/>
        <a:lstStyle/>
        <a:p>
          <a:endParaRPr lang="da-DK"/>
        </a:p>
      </dgm:t>
    </dgm:pt>
    <dgm:pt modelId="{CB6120BD-6594-478E-A0B3-826C8A48FC4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Gennemsigtighed (information gives til brugeren)</a:t>
          </a:r>
        </a:p>
      </dgm:t>
    </dgm:pt>
    <dgm:pt modelId="{7CA6D521-CBCE-4666-837F-73BD3D6B2933}" type="parTrans" cxnId="{7EA56CED-9E66-4D8B-9B45-191BDB894F09}">
      <dgm:prSet/>
      <dgm:spPr/>
      <dgm:t>
        <a:bodyPr/>
        <a:lstStyle/>
        <a:p>
          <a:endParaRPr lang="da-DK"/>
        </a:p>
      </dgm:t>
    </dgm:pt>
    <dgm:pt modelId="{7E33E5B6-1DD8-4504-8BF1-EC1DFB5C0052}" type="sibTrans" cxnId="{7EA56CED-9E66-4D8B-9B45-191BDB894F09}">
      <dgm:prSet/>
      <dgm:spPr/>
      <dgm:t>
        <a:bodyPr/>
        <a:lstStyle/>
        <a:p>
          <a:endParaRPr lang="da-DK"/>
        </a:p>
      </dgm:t>
    </dgm:pt>
    <dgm:pt modelId="{87492B1B-7D1E-4DC5-BE5F-C24C55297E49}">
      <dgm:prSet/>
      <dgm:spPr/>
      <dgm:t>
        <a:bodyPr/>
        <a:lstStyle/>
        <a:p>
          <a:pPr>
            <a:buNone/>
          </a:pPr>
          <a:r>
            <a:rPr lang="da-DK" b="1" i="0" dirty="0"/>
            <a:t>2. Opbevaring</a:t>
          </a:r>
          <a:endParaRPr lang="da-DK" b="0" i="0" dirty="0"/>
        </a:p>
      </dgm:t>
    </dgm:pt>
    <dgm:pt modelId="{7AFBB547-32E1-42FD-8C14-A208BEFD2303}" type="parTrans" cxnId="{936A569F-797B-4A22-B5FC-27D123C09043}">
      <dgm:prSet/>
      <dgm:spPr/>
      <dgm:t>
        <a:bodyPr/>
        <a:lstStyle/>
        <a:p>
          <a:endParaRPr lang="da-DK"/>
        </a:p>
      </dgm:t>
    </dgm:pt>
    <dgm:pt modelId="{95F342BE-F7F8-420A-BCDA-80A83582F4A6}" type="sibTrans" cxnId="{936A569F-797B-4A22-B5FC-27D123C09043}">
      <dgm:prSet/>
      <dgm:spPr/>
      <dgm:t>
        <a:bodyPr/>
        <a:lstStyle/>
        <a:p>
          <a:endParaRPr lang="da-DK"/>
        </a:p>
      </dgm:t>
    </dgm:pt>
    <dgm:pt modelId="{2B46AF9F-0C63-42F9-91F7-938D54405DBF}">
      <dgm:prSet/>
      <dgm:spPr/>
      <dgm:t>
        <a:bodyPr/>
        <a:lstStyle/>
        <a:p>
          <a:pPr>
            <a:buNone/>
          </a:pPr>
          <a:r>
            <a:rPr lang="nb-NO" b="0" i="1" dirty="0"/>
            <a:t>Data lagres i systemer/databaser</a:t>
          </a:r>
        </a:p>
      </dgm:t>
    </dgm:pt>
    <dgm:pt modelId="{8119CA32-4F79-4845-A870-4AA557C90961}" type="parTrans" cxnId="{7422DEE3-AE65-42BD-AEF0-3946CC8812A1}">
      <dgm:prSet/>
      <dgm:spPr/>
      <dgm:t>
        <a:bodyPr/>
        <a:lstStyle/>
        <a:p>
          <a:endParaRPr lang="da-DK"/>
        </a:p>
      </dgm:t>
    </dgm:pt>
    <dgm:pt modelId="{58109F53-B006-4585-83C2-CB2A739CF59F}" type="sibTrans" cxnId="{7422DEE3-AE65-42BD-AEF0-3946CC8812A1}">
      <dgm:prSet/>
      <dgm:spPr/>
      <dgm:t>
        <a:bodyPr/>
        <a:lstStyle/>
        <a:p>
          <a:endParaRPr lang="da-DK"/>
        </a:p>
      </dgm:t>
    </dgm:pt>
    <dgm:pt modelId="{F6F700B6-AFA0-4D9F-A7EC-69B94465978D}">
      <dgm:prSet/>
      <dgm:spPr/>
      <dgm:t>
        <a:bodyPr/>
        <a:lstStyle/>
        <a:p>
          <a:pPr>
            <a:buNone/>
          </a:pPr>
          <a:r>
            <a:rPr lang="da-DK" b="1" i="0" dirty="0"/>
            <a:t>GDPR-fokus:</a:t>
          </a:r>
          <a:endParaRPr lang="da-DK" b="0" i="0" dirty="0"/>
        </a:p>
      </dgm:t>
    </dgm:pt>
    <dgm:pt modelId="{4A7F4B60-3EF6-48E2-8AE6-4E0663F91CDB}" type="parTrans" cxnId="{74A94E59-C286-44F0-AF88-F682DE85A26C}">
      <dgm:prSet/>
      <dgm:spPr/>
      <dgm:t>
        <a:bodyPr/>
        <a:lstStyle/>
        <a:p>
          <a:endParaRPr lang="da-DK"/>
        </a:p>
      </dgm:t>
    </dgm:pt>
    <dgm:pt modelId="{9E0C7A42-3873-4E21-AE55-37E2E6F0A29B}" type="sibTrans" cxnId="{74A94E59-C286-44F0-AF88-F682DE85A26C}">
      <dgm:prSet/>
      <dgm:spPr/>
      <dgm:t>
        <a:bodyPr/>
        <a:lstStyle/>
        <a:p>
          <a:endParaRPr lang="da-DK"/>
        </a:p>
      </dgm:t>
    </dgm:pt>
    <dgm:pt modelId="{FD511024-96E1-4A39-9F8B-46C3BCEB85B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Sikker opbevaring (kryptering, adgangskontrol)</a:t>
          </a:r>
        </a:p>
      </dgm:t>
    </dgm:pt>
    <dgm:pt modelId="{14ABF95C-39B6-48B2-9D14-1151E14264D4}" type="parTrans" cxnId="{C614107D-CA5C-4D3C-B7DB-BE8B9969F97A}">
      <dgm:prSet/>
      <dgm:spPr/>
      <dgm:t>
        <a:bodyPr/>
        <a:lstStyle/>
        <a:p>
          <a:endParaRPr lang="da-DK"/>
        </a:p>
      </dgm:t>
    </dgm:pt>
    <dgm:pt modelId="{4DAC22A7-4D9E-427A-AF53-913AEBC6FFB9}" type="sibTrans" cxnId="{C614107D-CA5C-4D3C-B7DB-BE8B9969F97A}">
      <dgm:prSet/>
      <dgm:spPr/>
      <dgm:t>
        <a:bodyPr/>
        <a:lstStyle/>
        <a:p>
          <a:endParaRPr lang="da-DK"/>
        </a:p>
      </dgm:t>
    </dgm:pt>
    <dgm:pt modelId="{6D1D1B90-C41A-4F84-B219-13FF2AD700E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Fortrolighed (kun relevante personer har adgang)</a:t>
          </a:r>
        </a:p>
      </dgm:t>
    </dgm:pt>
    <dgm:pt modelId="{FF3AB1AE-9664-487D-8CBA-F58A2A469D04}" type="parTrans" cxnId="{F28D376A-0366-441A-BAB4-3C984F07F198}">
      <dgm:prSet/>
      <dgm:spPr/>
      <dgm:t>
        <a:bodyPr/>
        <a:lstStyle/>
        <a:p>
          <a:endParaRPr lang="da-DK"/>
        </a:p>
      </dgm:t>
    </dgm:pt>
    <dgm:pt modelId="{756356B4-666E-46F8-9F93-1D76EFD9DA82}" type="sibTrans" cxnId="{F28D376A-0366-441A-BAB4-3C984F07F198}">
      <dgm:prSet/>
      <dgm:spPr/>
      <dgm:t>
        <a:bodyPr/>
        <a:lstStyle/>
        <a:p>
          <a:endParaRPr lang="da-DK"/>
        </a:p>
      </dgm:t>
    </dgm:pt>
    <dgm:pt modelId="{837C30C0-C5BC-4240-9A9F-D68200330F3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Integritet (data må ikke ændres utilsigtet)</a:t>
          </a:r>
        </a:p>
      </dgm:t>
    </dgm:pt>
    <dgm:pt modelId="{BF71A282-B17A-41E3-A79A-9C1D2536FAFF}" type="parTrans" cxnId="{A7634C4D-3453-497E-B79D-40C3A1E788B3}">
      <dgm:prSet/>
      <dgm:spPr/>
      <dgm:t>
        <a:bodyPr/>
        <a:lstStyle/>
        <a:p>
          <a:endParaRPr lang="da-DK"/>
        </a:p>
      </dgm:t>
    </dgm:pt>
    <dgm:pt modelId="{CDB3D761-9B00-4612-A5EE-FD5E24DC2F06}" type="sibTrans" cxnId="{A7634C4D-3453-497E-B79D-40C3A1E788B3}">
      <dgm:prSet/>
      <dgm:spPr/>
      <dgm:t>
        <a:bodyPr/>
        <a:lstStyle/>
        <a:p>
          <a:endParaRPr lang="da-DK"/>
        </a:p>
      </dgm:t>
    </dgm:pt>
    <dgm:pt modelId="{3F20606E-1DF0-41C9-A02E-1479F6BDC427}">
      <dgm:prSet/>
      <dgm:spPr/>
      <dgm:t>
        <a:bodyPr/>
        <a:lstStyle/>
        <a:p>
          <a:pPr>
            <a:buNone/>
          </a:pPr>
          <a:r>
            <a:rPr lang="da-DK" b="1" i="0" dirty="0"/>
            <a:t>3. Anvendelse</a:t>
          </a:r>
          <a:endParaRPr lang="da-DK" b="0" i="0" dirty="0"/>
        </a:p>
      </dgm:t>
    </dgm:pt>
    <dgm:pt modelId="{599D9393-C79D-4543-A3F9-E3F2C752200F}" type="parTrans" cxnId="{2D85C684-CCDF-4C7B-B7C0-1ECCFDA1AE8F}">
      <dgm:prSet/>
      <dgm:spPr/>
      <dgm:t>
        <a:bodyPr/>
        <a:lstStyle/>
        <a:p>
          <a:endParaRPr lang="da-DK"/>
        </a:p>
      </dgm:t>
    </dgm:pt>
    <dgm:pt modelId="{822FE96F-3BEC-47CB-8D4D-D13534FED562}" type="sibTrans" cxnId="{2D85C684-CCDF-4C7B-B7C0-1ECCFDA1AE8F}">
      <dgm:prSet/>
      <dgm:spPr/>
      <dgm:t>
        <a:bodyPr/>
        <a:lstStyle/>
        <a:p>
          <a:endParaRPr lang="da-DK"/>
        </a:p>
      </dgm:t>
    </dgm:pt>
    <dgm:pt modelId="{B87AAE53-4AE6-4F85-94FC-F4DD50861993}">
      <dgm:prSet/>
      <dgm:spPr/>
      <dgm:t>
        <a:bodyPr/>
        <a:lstStyle/>
        <a:p>
          <a:pPr>
            <a:buNone/>
          </a:pPr>
          <a:r>
            <a:rPr lang="da-DK" b="0" i="1" dirty="0"/>
            <a:t>Data bruges aktivt i systemet</a:t>
          </a:r>
        </a:p>
      </dgm:t>
    </dgm:pt>
    <dgm:pt modelId="{A018653C-2F8C-43FE-B8E0-0CA1042F6658}" type="parTrans" cxnId="{44C531DA-7ACA-439D-8BA5-F653607232B4}">
      <dgm:prSet/>
      <dgm:spPr/>
      <dgm:t>
        <a:bodyPr/>
        <a:lstStyle/>
        <a:p>
          <a:endParaRPr lang="da-DK"/>
        </a:p>
      </dgm:t>
    </dgm:pt>
    <dgm:pt modelId="{56CEDF8B-9018-46B7-B77D-A6604B069B3D}" type="sibTrans" cxnId="{44C531DA-7ACA-439D-8BA5-F653607232B4}">
      <dgm:prSet/>
      <dgm:spPr/>
      <dgm:t>
        <a:bodyPr/>
        <a:lstStyle/>
        <a:p>
          <a:endParaRPr lang="da-DK"/>
        </a:p>
      </dgm:t>
    </dgm:pt>
    <dgm:pt modelId="{C9A2D5C2-A15D-4EAB-8208-443DBE323D00}">
      <dgm:prSet/>
      <dgm:spPr/>
      <dgm:t>
        <a:bodyPr/>
        <a:lstStyle/>
        <a:p>
          <a:pPr>
            <a:buNone/>
          </a:pPr>
          <a:r>
            <a:rPr lang="da-DK" b="1" i="0" dirty="0"/>
            <a:t>Eksempler:</a:t>
          </a:r>
          <a:endParaRPr lang="da-DK" b="0" i="0" dirty="0"/>
        </a:p>
      </dgm:t>
    </dgm:pt>
    <dgm:pt modelId="{93F8619C-A550-409A-8E95-DD822AE64B17}" type="parTrans" cxnId="{DFAC6A78-4F7A-46F7-9C5B-8F4C121C817B}">
      <dgm:prSet/>
      <dgm:spPr/>
      <dgm:t>
        <a:bodyPr/>
        <a:lstStyle/>
        <a:p>
          <a:endParaRPr lang="da-DK"/>
        </a:p>
      </dgm:t>
    </dgm:pt>
    <dgm:pt modelId="{10841316-D881-4F53-A53F-8391AADDEB8F}" type="sibTrans" cxnId="{DFAC6A78-4F7A-46F7-9C5B-8F4C121C817B}">
      <dgm:prSet/>
      <dgm:spPr/>
      <dgm:t>
        <a:bodyPr/>
        <a:lstStyle/>
        <a:p>
          <a:endParaRPr lang="da-DK"/>
        </a:p>
      </dgm:t>
    </dgm:pt>
    <dgm:pt modelId="{4A920C50-7A9D-4302-B1F9-11E49F0C137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Behandling af kundedata</a:t>
          </a:r>
        </a:p>
      </dgm:t>
    </dgm:pt>
    <dgm:pt modelId="{212A3FAB-67A5-4271-8ADC-19D2D12C4B2E}" type="parTrans" cxnId="{99922349-DCB7-4F7A-922E-B1145B073EE9}">
      <dgm:prSet/>
      <dgm:spPr/>
      <dgm:t>
        <a:bodyPr/>
        <a:lstStyle/>
        <a:p>
          <a:endParaRPr lang="da-DK"/>
        </a:p>
      </dgm:t>
    </dgm:pt>
    <dgm:pt modelId="{0CC401E8-DAFB-49E8-8F0F-00D00949E045}" type="sibTrans" cxnId="{99922349-DCB7-4F7A-922E-B1145B073EE9}">
      <dgm:prSet/>
      <dgm:spPr/>
      <dgm:t>
        <a:bodyPr/>
        <a:lstStyle/>
        <a:p>
          <a:endParaRPr lang="da-DK"/>
        </a:p>
      </dgm:t>
    </dgm:pt>
    <dgm:pt modelId="{6A660B24-C3CF-439C-9BD4-AFF989957EA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Udsendelse af mails/SMS</a:t>
          </a:r>
        </a:p>
      </dgm:t>
    </dgm:pt>
    <dgm:pt modelId="{2121C3E9-FBF4-4DA1-8A6A-E1E1E22CFDE8}" type="parTrans" cxnId="{48485885-5B44-4F6A-ADA7-394BEEE2C8CE}">
      <dgm:prSet/>
      <dgm:spPr/>
      <dgm:t>
        <a:bodyPr/>
        <a:lstStyle/>
        <a:p>
          <a:endParaRPr lang="da-DK"/>
        </a:p>
      </dgm:t>
    </dgm:pt>
    <dgm:pt modelId="{09D07B60-6C63-457D-8D16-5FE0F7CB19BA}" type="sibTrans" cxnId="{48485885-5B44-4F6A-ADA7-394BEEE2C8CE}">
      <dgm:prSet/>
      <dgm:spPr/>
      <dgm:t>
        <a:bodyPr/>
        <a:lstStyle/>
        <a:p>
          <a:endParaRPr lang="da-DK"/>
        </a:p>
      </dgm:t>
    </dgm:pt>
    <dgm:pt modelId="{7FF69735-96D7-4156-A02C-2BD044B72B97}">
      <dgm:prSet/>
      <dgm:spPr/>
      <dgm:t>
        <a:bodyPr/>
        <a:lstStyle/>
        <a:p>
          <a:pPr>
            <a:buNone/>
          </a:pPr>
          <a:r>
            <a:rPr lang="da-DK" b="1" i="0" dirty="0"/>
            <a:t>GDPR-fokus:</a:t>
          </a:r>
          <a:endParaRPr lang="da-DK" b="0" i="0" dirty="0"/>
        </a:p>
      </dgm:t>
    </dgm:pt>
    <dgm:pt modelId="{3D31ADB7-9DEE-49FA-BA4C-CCC66959C04A}" type="parTrans" cxnId="{93178684-DCF2-42CB-8E50-9F71542990AA}">
      <dgm:prSet/>
      <dgm:spPr/>
      <dgm:t>
        <a:bodyPr/>
        <a:lstStyle/>
        <a:p>
          <a:endParaRPr lang="da-DK"/>
        </a:p>
      </dgm:t>
    </dgm:pt>
    <dgm:pt modelId="{77B0F6DF-25A6-4D9D-BD89-0C0203303CB1}" type="sibTrans" cxnId="{93178684-DCF2-42CB-8E50-9F71542990AA}">
      <dgm:prSet/>
      <dgm:spPr/>
      <dgm:t>
        <a:bodyPr/>
        <a:lstStyle/>
        <a:p>
          <a:endParaRPr lang="da-DK"/>
        </a:p>
      </dgm:t>
    </dgm:pt>
    <dgm:pt modelId="{D5D3C8DE-05F3-4A3B-9FC2-A706D339CB6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 err="1"/>
            <a:t>Formålsbegænsning</a:t>
          </a:r>
          <a:endParaRPr lang="da-DK" b="0" i="0" dirty="0"/>
        </a:p>
      </dgm:t>
    </dgm:pt>
    <dgm:pt modelId="{2C0030F2-936A-45BF-9FB8-D6B21769A47A}" type="parTrans" cxnId="{88668BB3-9B3D-4A72-8340-C4FCA8833FD6}">
      <dgm:prSet/>
      <dgm:spPr/>
      <dgm:t>
        <a:bodyPr/>
        <a:lstStyle/>
        <a:p>
          <a:endParaRPr lang="da-DK"/>
        </a:p>
      </dgm:t>
    </dgm:pt>
    <dgm:pt modelId="{58256555-A417-451B-99D4-79B02C77FEF3}" type="sibTrans" cxnId="{88668BB3-9B3D-4A72-8340-C4FCA8833FD6}">
      <dgm:prSet/>
      <dgm:spPr/>
      <dgm:t>
        <a:bodyPr/>
        <a:lstStyle/>
        <a:p>
          <a:endParaRPr lang="da-DK"/>
        </a:p>
      </dgm:t>
    </dgm:pt>
    <dgm:pt modelId="{EE044094-C866-426C-B62E-06E14ABACFCE}">
      <dgm:prSet/>
      <dgm:spPr/>
      <dgm:t>
        <a:bodyPr/>
        <a:lstStyle/>
        <a:p>
          <a:pPr>
            <a:buNone/>
          </a:pPr>
          <a:r>
            <a:rPr lang="da-DK" b="1" i="0" dirty="0"/>
            <a:t>4. Deling</a:t>
          </a:r>
          <a:endParaRPr lang="da-DK" b="0" i="0" dirty="0"/>
        </a:p>
      </dgm:t>
    </dgm:pt>
    <dgm:pt modelId="{146F33F6-CFD3-44A6-8B30-10C8B50298B6}" type="parTrans" cxnId="{FB8FDC34-E2C4-4B2E-8B0C-1243E507D23B}">
      <dgm:prSet/>
      <dgm:spPr/>
      <dgm:t>
        <a:bodyPr/>
        <a:lstStyle/>
        <a:p>
          <a:endParaRPr lang="da-DK"/>
        </a:p>
      </dgm:t>
    </dgm:pt>
    <dgm:pt modelId="{4B65C032-85FD-49A5-A8BB-FE927659916B}" type="sibTrans" cxnId="{FB8FDC34-E2C4-4B2E-8B0C-1243E507D23B}">
      <dgm:prSet/>
      <dgm:spPr/>
      <dgm:t>
        <a:bodyPr/>
        <a:lstStyle/>
        <a:p>
          <a:endParaRPr lang="da-DK"/>
        </a:p>
      </dgm:t>
    </dgm:pt>
    <dgm:pt modelId="{6C00A1A4-E578-4234-B1B6-9303A6D87BA2}">
      <dgm:prSet/>
      <dgm:spPr/>
      <dgm:t>
        <a:bodyPr/>
        <a:lstStyle/>
        <a:p>
          <a:pPr>
            <a:buNone/>
          </a:pPr>
          <a:r>
            <a:rPr lang="da-DK" b="0" i="1" dirty="0"/>
            <a:t>Data videregives til andre parter</a:t>
          </a:r>
        </a:p>
      </dgm:t>
    </dgm:pt>
    <dgm:pt modelId="{FC5DF6C7-6F42-4692-B709-F5FF00438424}" type="parTrans" cxnId="{DF681358-F708-4C9E-86AA-B5A8BE0C5424}">
      <dgm:prSet/>
      <dgm:spPr/>
      <dgm:t>
        <a:bodyPr/>
        <a:lstStyle/>
        <a:p>
          <a:endParaRPr lang="da-DK"/>
        </a:p>
      </dgm:t>
    </dgm:pt>
    <dgm:pt modelId="{9B119DDA-6949-4163-8251-6C95D0859CCB}" type="sibTrans" cxnId="{DF681358-F708-4C9E-86AA-B5A8BE0C5424}">
      <dgm:prSet/>
      <dgm:spPr/>
      <dgm:t>
        <a:bodyPr/>
        <a:lstStyle/>
        <a:p>
          <a:endParaRPr lang="da-DK"/>
        </a:p>
      </dgm:t>
    </dgm:pt>
    <dgm:pt modelId="{313CBE2E-72FA-43AD-B6AE-CD7E6765B95F}">
      <dgm:prSet/>
      <dgm:spPr/>
      <dgm:t>
        <a:bodyPr/>
        <a:lstStyle/>
        <a:p>
          <a:pPr>
            <a:buNone/>
          </a:pPr>
          <a:r>
            <a:rPr lang="da-DK" b="1" i="0" dirty="0"/>
            <a:t>Eksempler:</a:t>
          </a:r>
          <a:endParaRPr lang="da-DK" b="0" i="0" dirty="0"/>
        </a:p>
      </dgm:t>
    </dgm:pt>
    <dgm:pt modelId="{D4B17423-1CE7-48D9-92C1-5732859CA240}" type="parTrans" cxnId="{BA96F6ED-0D32-43E4-95B8-6EF93BD54E17}">
      <dgm:prSet/>
      <dgm:spPr/>
      <dgm:t>
        <a:bodyPr/>
        <a:lstStyle/>
        <a:p>
          <a:endParaRPr lang="da-DK"/>
        </a:p>
      </dgm:t>
    </dgm:pt>
    <dgm:pt modelId="{0D491E95-D9F9-4C17-82C7-C4F5AAE19377}" type="sibTrans" cxnId="{BA96F6ED-0D32-43E4-95B8-6EF93BD54E17}">
      <dgm:prSet/>
      <dgm:spPr/>
      <dgm:t>
        <a:bodyPr/>
        <a:lstStyle/>
        <a:p>
          <a:endParaRPr lang="da-DK"/>
        </a:p>
      </dgm:t>
    </dgm:pt>
    <dgm:pt modelId="{D73C5238-6090-41F7-963B-F38682F5F70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 err="1"/>
            <a:t>Databehandlere</a:t>
          </a:r>
          <a:r>
            <a:rPr lang="da-DK" b="0" i="0" dirty="0"/>
            <a:t> (fx </a:t>
          </a:r>
          <a:r>
            <a:rPr lang="da-DK" b="0" i="0" dirty="0" err="1"/>
            <a:t>hosting</a:t>
          </a:r>
          <a:r>
            <a:rPr lang="da-DK" b="0" i="0" dirty="0"/>
            <a:t>, SMS-services)</a:t>
          </a:r>
        </a:p>
      </dgm:t>
    </dgm:pt>
    <dgm:pt modelId="{E6E5BD14-D5B9-48F0-8F49-D3A848D0F6FE}" type="parTrans" cxnId="{67C9E232-521E-46BE-8E66-76C3588341DF}">
      <dgm:prSet/>
      <dgm:spPr/>
      <dgm:t>
        <a:bodyPr/>
        <a:lstStyle/>
        <a:p>
          <a:endParaRPr lang="da-DK"/>
        </a:p>
      </dgm:t>
    </dgm:pt>
    <dgm:pt modelId="{8E0997DF-CD4B-4E32-906A-543A421344F5}" type="sibTrans" cxnId="{67C9E232-521E-46BE-8E66-76C3588341DF}">
      <dgm:prSet/>
      <dgm:spPr/>
      <dgm:t>
        <a:bodyPr/>
        <a:lstStyle/>
        <a:p>
          <a:endParaRPr lang="da-DK"/>
        </a:p>
      </dgm:t>
    </dgm:pt>
    <dgm:pt modelId="{E1156343-92A5-4836-AA76-CCB9F6784E9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Offentlige myndigheder</a:t>
          </a:r>
        </a:p>
      </dgm:t>
    </dgm:pt>
    <dgm:pt modelId="{EE5C2AE1-498C-4356-9989-6F5C0895737A}" type="parTrans" cxnId="{DCF36023-D886-44F1-8291-403EBBAAEE8F}">
      <dgm:prSet/>
      <dgm:spPr/>
      <dgm:t>
        <a:bodyPr/>
        <a:lstStyle/>
        <a:p>
          <a:endParaRPr lang="da-DK"/>
        </a:p>
      </dgm:t>
    </dgm:pt>
    <dgm:pt modelId="{6D8BAC9C-D173-4A1A-BB0D-E33E8C6142A8}" type="sibTrans" cxnId="{DCF36023-D886-44F1-8291-403EBBAAEE8F}">
      <dgm:prSet/>
      <dgm:spPr/>
      <dgm:t>
        <a:bodyPr/>
        <a:lstStyle/>
        <a:p>
          <a:endParaRPr lang="da-DK"/>
        </a:p>
      </dgm:t>
    </dgm:pt>
    <dgm:pt modelId="{A711A686-D63D-4F96-B5BC-A872455D2848}">
      <dgm:prSet/>
      <dgm:spPr/>
      <dgm:t>
        <a:bodyPr/>
        <a:lstStyle/>
        <a:p>
          <a:pPr>
            <a:buNone/>
          </a:pPr>
          <a:r>
            <a:rPr lang="da-DK" b="1" i="0" dirty="0"/>
            <a:t>GDPR-fokus:</a:t>
          </a:r>
          <a:endParaRPr lang="da-DK" b="0" i="0" dirty="0"/>
        </a:p>
      </dgm:t>
    </dgm:pt>
    <dgm:pt modelId="{B2E6D872-7C47-471D-A6D5-3F724ACB0D29}" type="parTrans" cxnId="{AF3570B1-F07E-42D3-A1DC-168F8CD1EDD9}">
      <dgm:prSet/>
      <dgm:spPr/>
      <dgm:t>
        <a:bodyPr/>
        <a:lstStyle/>
        <a:p>
          <a:endParaRPr lang="da-DK"/>
        </a:p>
      </dgm:t>
    </dgm:pt>
    <dgm:pt modelId="{9351FA32-D5A6-4DC9-842F-EED850ED497D}" type="sibTrans" cxnId="{AF3570B1-F07E-42D3-A1DC-168F8CD1EDD9}">
      <dgm:prSet/>
      <dgm:spPr/>
      <dgm:t>
        <a:bodyPr/>
        <a:lstStyle/>
        <a:p>
          <a:endParaRPr lang="da-DK"/>
        </a:p>
      </dgm:t>
    </dgm:pt>
    <dgm:pt modelId="{2CBF7FC5-9DD9-44B6-A4B4-992605A0812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Databehandleraftaler</a:t>
          </a:r>
        </a:p>
      </dgm:t>
    </dgm:pt>
    <dgm:pt modelId="{781200AC-1F1F-43C6-8029-A50B22A4A56C}" type="parTrans" cxnId="{1F39AC91-909F-477B-B3F0-91CE324E5532}">
      <dgm:prSet/>
      <dgm:spPr/>
      <dgm:t>
        <a:bodyPr/>
        <a:lstStyle/>
        <a:p>
          <a:endParaRPr lang="da-DK"/>
        </a:p>
      </dgm:t>
    </dgm:pt>
    <dgm:pt modelId="{F859C2CF-B024-4D5E-A05A-D257FAF2C383}" type="sibTrans" cxnId="{1F39AC91-909F-477B-B3F0-91CE324E5532}">
      <dgm:prSet/>
      <dgm:spPr/>
      <dgm:t>
        <a:bodyPr/>
        <a:lstStyle/>
        <a:p>
          <a:endParaRPr lang="da-DK"/>
        </a:p>
      </dgm:t>
    </dgm:pt>
    <dgm:pt modelId="{EB233F1D-8B39-46A8-93F1-6E2015F608C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Lovligt grundlag for videregivelse</a:t>
          </a:r>
        </a:p>
      </dgm:t>
    </dgm:pt>
    <dgm:pt modelId="{4E2D6095-1172-4AFA-9ADE-7C02F3CF0EAB}" type="parTrans" cxnId="{7657D7FE-1478-41D9-B6AE-87F2311F6ECD}">
      <dgm:prSet/>
      <dgm:spPr/>
      <dgm:t>
        <a:bodyPr/>
        <a:lstStyle/>
        <a:p>
          <a:endParaRPr lang="da-DK"/>
        </a:p>
      </dgm:t>
    </dgm:pt>
    <dgm:pt modelId="{AEF5677F-8535-4F77-89F3-5EAF88A849EB}" type="sibTrans" cxnId="{7657D7FE-1478-41D9-B6AE-87F2311F6ECD}">
      <dgm:prSet/>
      <dgm:spPr/>
      <dgm:t>
        <a:bodyPr/>
        <a:lstStyle/>
        <a:p>
          <a:endParaRPr lang="da-DK"/>
        </a:p>
      </dgm:t>
    </dgm:pt>
    <dgm:pt modelId="{4A51A2F1-3C5D-4253-94EE-3C63B49E9D65}">
      <dgm:prSet/>
      <dgm:spPr/>
      <dgm:t>
        <a:bodyPr/>
        <a:lstStyle/>
        <a:p>
          <a:pPr>
            <a:buNone/>
          </a:pPr>
          <a:r>
            <a:rPr lang="da-DK" b="1" i="0" dirty="0"/>
            <a:t>5. Opbevaringsstyring</a:t>
          </a:r>
          <a:endParaRPr lang="da-DK" b="0" i="0" dirty="0"/>
        </a:p>
      </dgm:t>
    </dgm:pt>
    <dgm:pt modelId="{53E42503-2819-4AD2-84AC-9B174B0687E4}" type="parTrans" cxnId="{54AE70B6-D967-4FEF-BB3C-CCE72302DAEB}">
      <dgm:prSet/>
      <dgm:spPr/>
      <dgm:t>
        <a:bodyPr/>
        <a:lstStyle/>
        <a:p>
          <a:endParaRPr lang="da-DK"/>
        </a:p>
      </dgm:t>
    </dgm:pt>
    <dgm:pt modelId="{055F6D4F-B27D-413F-BB54-BD815FAFFC47}" type="sibTrans" cxnId="{54AE70B6-D967-4FEF-BB3C-CCE72302DAEB}">
      <dgm:prSet/>
      <dgm:spPr/>
      <dgm:t>
        <a:bodyPr/>
        <a:lstStyle/>
        <a:p>
          <a:endParaRPr lang="da-DK"/>
        </a:p>
      </dgm:t>
    </dgm:pt>
    <dgm:pt modelId="{F1970374-E852-4ABB-B401-B4C9F56A66A7}">
      <dgm:prSet/>
      <dgm:spPr/>
      <dgm:t>
        <a:bodyPr/>
        <a:lstStyle/>
        <a:p>
          <a:pPr>
            <a:buNone/>
          </a:pPr>
          <a:r>
            <a:rPr lang="da-DK" b="0" i="1" dirty="0"/>
            <a:t>Bestemmelse af hvor længe data må gemmes</a:t>
          </a:r>
        </a:p>
      </dgm:t>
    </dgm:pt>
    <dgm:pt modelId="{C7E7CB30-0AEA-4277-8922-045F1CF3F45A}" type="parTrans" cxnId="{D4A6252E-4485-4E0F-9103-BC556E4FEB96}">
      <dgm:prSet/>
      <dgm:spPr/>
      <dgm:t>
        <a:bodyPr/>
        <a:lstStyle/>
        <a:p>
          <a:endParaRPr lang="da-DK"/>
        </a:p>
      </dgm:t>
    </dgm:pt>
    <dgm:pt modelId="{38EE2C74-C167-4A17-ABAF-BB4F71134ACC}" type="sibTrans" cxnId="{D4A6252E-4485-4E0F-9103-BC556E4FEB96}">
      <dgm:prSet/>
      <dgm:spPr/>
      <dgm:t>
        <a:bodyPr/>
        <a:lstStyle/>
        <a:p>
          <a:endParaRPr lang="da-DK"/>
        </a:p>
      </dgm:t>
    </dgm:pt>
    <dgm:pt modelId="{85E74EBC-BD5F-41A8-98F7-C9703A5C06D0}">
      <dgm:prSet/>
      <dgm:spPr/>
      <dgm:t>
        <a:bodyPr/>
        <a:lstStyle/>
        <a:p>
          <a:pPr>
            <a:buNone/>
          </a:pPr>
          <a:r>
            <a:rPr lang="da-DK" b="1" i="0" dirty="0"/>
            <a:t>GDPR-fokus:</a:t>
          </a:r>
          <a:endParaRPr lang="da-DK" b="0" i="0" dirty="0"/>
        </a:p>
      </dgm:t>
    </dgm:pt>
    <dgm:pt modelId="{26C691C6-2D9B-4268-800E-EEF9B7AC7CB3}" type="parTrans" cxnId="{BD82749D-A499-4198-83AB-12148C4B0519}">
      <dgm:prSet/>
      <dgm:spPr/>
      <dgm:t>
        <a:bodyPr/>
        <a:lstStyle/>
        <a:p>
          <a:endParaRPr lang="da-DK"/>
        </a:p>
      </dgm:t>
    </dgm:pt>
    <dgm:pt modelId="{E8E65F1E-20BA-408B-8AA9-B50CF472A223}" type="sibTrans" cxnId="{BD82749D-A499-4198-83AB-12148C4B0519}">
      <dgm:prSet/>
      <dgm:spPr/>
      <dgm:t>
        <a:bodyPr/>
        <a:lstStyle/>
        <a:p>
          <a:endParaRPr lang="da-DK"/>
        </a:p>
      </dgm:t>
    </dgm:pt>
    <dgm:pt modelId="{BEE3394D-5F28-4558-97C6-E7009C41457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Opbevaringsbegrænsning</a:t>
          </a:r>
        </a:p>
      </dgm:t>
    </dgm:pt>
    <dgm:pt modelId="{452B6D92-55FB-4EA8-A35B-9886FD9DECEF}" type="parTrans" cxnId="{9706383E-C585-4910-BF20-7F1ABBCCA538}">
      <dgm:prSet/>
      <dgm:spPr/>
      <dgm:t>
        <a:bodyPr/>
        <a:lstStyle/>
        <a:p>
          <a:endParaRPr lang="da-DK"/>
        </a:p>
      </dgm:t>
    </dgm:pt>
    <dgm:pt modelId="{70B3B815-761D-47F8-83A8-156D624216FD}" type="sibTrans" cxnId="{9706383E-C585-4910-BF20-7F1ABBCCA538}">
      <dgm:prSet/>
      <dgm:spPr/>
      <dgm:t>
        <a:bodyPr/>
        <a:lstStyle/>
        <a:p>
          <a:endParaRPr lang="da-DK"/>
        </a:p>
      </dgm:t>
    </dgm:pt>
    <dgm:pt modelId="{4E7D268A-8127-4A3C-8B45-5B0916D9194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Dokumenterede slettepolitikker</a:t>
          </a:r>
        </a:p>
      </dgm:t>
    </dgm:pt>
    <dgm:pt modelId="{5862AD87-1C59-414D-99A3-DB7F60B4BC4C}" type="parTrans" cxnId="{DAF9E662-9B95-4F5A-B2C5-6B9C85AC89BB}">
      <dgm:prSet/>
      <dgm:spPr/>
      <dgm:t>
        <a:bodyPr/>
        <a:lstStyle/>
        <a:p>
          <a:endParaRPr lang="da-DK"/>
        </a:p>
      </dgm:t>
    </dgm:pt>
    <dgm:pt modelId="{0A1691F5-BD0C-4C12-97B0-3DC7C31E9F84}" type="sibTrans" cxnId="{DAF9E662-9B95-4F5A-B2C5-6B9C85AC89BB}">
      <dgm:prSet/>
      <dgm:spPr/>
      <dgm:t>
        <a:bodyPr/>
        <a:lstStyle/>
        <a:p>
          <a:endParaRPr lang="da-DK"/>
        </a:p>
      </dgm:t>
    </dgm:pt>
    <dgm:pt modelId="{ABBEDA0A-C1CC-4DCA-9B3C-304859DD241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Review af data (er de stadig nødvendige?)</a:t>
          </a:r>
        </a:p>
      </dgm:t>
    </dgm:pt>
    <dgm:pt modelId="{BC3D366A-6039-4087-B560-85F2D734D705}" type="parTrans" cxnId="{1BBBFC45-8FC6-4866-9907-AF2F094D18E3}">
      <dgm:prSet/>
      <dgm:spPr/>
      <dgm:t>
        <a:bodyPr/>
        <a:lstStyle/>
        <a:p>
          <a:endParaRPr lang="da-DK"/>
        </a:p>
      </dgm:t>
    </dgm:pt>
    <dgm:pt modelId="{FC0A64C1-6DD7-4D56-8B4B-79B0B13BB651}" type="sibTrans" cxnId="{1BBBFC45-8FC6-4866-9907-AF2F094D18E3}">
      <dgm:prSet/>
      <dgm:spPr/>
      <dgm:t>
        <a:bodyPr/>
        <a:lstStyle/>
        <a:p>
          <a:endParaRPr lang="da-DK"/>
        </a:p>
      </dgm:t>
    </dgm:pt>
    <dgm:pt modelId="{90DAD189-7500-412D-9D11-3E22A2361559}">
      <dgm:prSet/>
      <dgm:spPr/>
      <dgm:t>
        <a:bodyPr/>
        <a:lstStyle/>
        <a:p>
          <a:pPr>
            <a:buNone/>
          </a:pPr>
          <a:r>
            <a:rPr lang="da-DK" b="1" i="0" dirty="0"/>
            <a:t>6. Sletning / Anonymisering</a:t>
          </a:r>
          <a:endParaRPr lang="da-DK" b="0" i="0" dirty="0"/>
        </a:p>
      </dgm:t>
    </dgm:pt>
    <dgm:pt modelId="{F927A8A7-10BD-4FCC-A059-F05E8C8045DF}" type="parTrans" cxnId="{26751EE4-7243-4D8D-894C-ABC151F74C74}">
      <dgm:prSet/>
      <dgm:spPr/>
      <dgm:t>
        <a:bodyPr/>
        <a:lstStyle/>
        <a:p>
          <a:endParaRPr lang="da-DK"/>
        </a:p>
      </dgm:t>
    </dgm:pt>
    <dgm:pt modelId="{0F311FAC-7AF7-47C6-95D5-353F11426881}" type="sibTrans" cxnId="{26751EE4-7243-4D8D-894C-ABC151F74C74}">
      <dgm:prSet/>
      <dgm:spPr/>
      <dgm:t>
        <a:bodyPr/>
        <a:lstStyle/>
        <a:p>
          <a:endParaRPr lang="da-DK"/>
        </a:p>
      </dgm:t>
    </dgm:pt>
    <dgm:pt modelId="{889DF813-3981-4325-A32C-131E4A97EAE7}">
      <dgm:prSet/>
      <dgm:spPr/>
      <dgm:t>
        <a:bodyPr/>
        <a:lstStyle/>
        <a:p>
          <a:pPr>
            <a:buNone/>
          </a:pPr>
          <a:r>
            <a:rPr lang="da-DK" b="0" i="1" dirty="0"/>
            <a:t>Data slettes eller anonymiseres</a:t>
          </a:r>
        </a:p>
      </dgm:t>
    </dgm:pt>
    <dgm:pt modelId="{1F212A48-C418-4EE7-B1D9-917678FA4E79}" type="parTrans" cxnId="{A09F394A-1A5F-49E3-BE20-9344F5050C12}">
      <dgm:prSet/>
      <dgm:spPr/>
      <dgm:t>
        <a:bodyPr/>
        <a:lstStyle/>
        <a:p>
          <a:endParaRPr lang="da-DK"/>
        </a:p>
      </dgm:t>
    </dgm:pt>
    <dgm:pt modelId="{38149DEE-91C8-481E-A2DA-65E93404B8E8}" type="sibTrans" cxnId="{A09F394A-1A5F-49E3-BE20-9344F5050C12}">
      <dgm:prSet/>
      <dgm:spPr/>
      <dgm:t>
        <a:bodyPr/>
        <a:lstStyle/>
        <a:p>
          <a:endParaRPr lang="da-DK"/>
        </a:p>
      </dgm:t>
    </dgm:pt>
    <dgm:pt modelId="{36EBAA2F-5D36-4D55-9C04-A4B6E39DB34E}">
      <dgm:prSet/>
      <dgm:spPr/>
      <dgm:t>
        <a:bodyPr/>
        <a:lstStyle/>
        <a:p>
          <a:pPr>
            <a:buNone/>
          </a:pPr>
          <a:r>
            <a:rPr lang="da-DK" b="1" i="0" dirty="0"/>
            <a:t>GDPR-fokus:</a:t>
          </a:r>
          <a:endParaRPr lang="da-DK" b="0" i="0" dirty="0"/>
        </a:p>
      </dgm:t>
    </dgm:pt>
    <dgm:pt modelId="{2335739F-9BFC-44C8-A82E-053BDD48CF88}" type="parTrans" cxnId="{91FEB511-7FFE-4854-8A82-0A4B2EAE348C}">
      <dgm:prSet/>
      <dgm:spPr/>
      <dgm:t>
        <a:bodyPr/>
        <a:lstStyle/>
        <a:p>
          <a:endParaRPr lang="da-DK"/>
        </a:p>
      </dgm:t>
    </dgm:pt>
    <dgm:pt modelId="{31D70F7B-F21C-428B-A8DA-B7B9CCFC5488}" type="sibTrans" cxnId="{91FEB511-7FFE-4854-8A82-0A4B2EAE348C}">
      <dgm:prSet/>
      <dgm:spPr/>
      <dgm:t>
        <a:bodyPr/>
        <a:lstStyle/>
        <a:p>
          <a:endParaRPr lang="da-DK"/>
        </a:p>
      </dgm:t>
    </dgm:pt>
    <dgm:pt modelId="{6027CEBC-D772-4034-9BA4-397D3E5B864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Retten til at blive glemt</a:t>
          </a:r>
        </a:p>
      </dgm:t>
    </dgm:pt>
    <dgm:pt modelId="{1025EBCF-0A95-4971-BD2D-38A5568A24B1}" type="parTrans" cxnId="{031AAC44-5AA1-4311-8387-224E7BE9E847}">
      <dgm:prSet/>
      <dgm:spPr/>
      <dgm:t>
        <a:bodyPr/>
        <a:lstStyle/>
        <a:p>
          <a:endParaRPr lang="da-DK"/>
        </a:p>
      </dgm:t>
    </dgm:pt>
    <dgm:pt modelId="{9B7B2587-36F6-4A6A-A1A6-89B33EBC0CCA}" type="sibTrans" cxnId="{031AAC44-5AA1-4311-8387-224E7BE9E847}">
      <dgm:prSet/>
      <dgm:spPr/>
      <dgm:t>
        <a:bodyPr/>
        <a:lstStyle/>
        <a:p>
          <a:endParaRPr lang="da-DK"/>
        </a:p>
      </dgm:t>
    </dgm:pt>
    <dgm:pt modelId="{39829891-9982-4B7B-B3DE-0947A4AA725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Automatisk sletning efter tidsfrister</a:t>
          </a:r>
        </a:p>
      </dgm:t>
    </dgm:pt>
    <dgm:pt modelId="{DE7279B6-1B07-4AD5-BFD2-86A3C7E36E11}" type="parTrans" cxnId="{30F5E2FA-32CA-4CFE-A7A8-6CBBBD0F8892}">
      <dgm:prSet/>
      <dgm:spPr/>
      <dgm:t>
        <a:bodyPr/>
        <a:lstStyle/>
        <a:p>
          <a:endParaRPr lang="da-DK"/>
        </a:p>
      </dgm:t>
    </dgm:pt>
    <dgm:pt modelId="{AFBDD4A5-175A-4397-9F4B-C0974182129E}" type="sibTrans" cxnId="{30F5E2FA-32CA-4CFE-A7A8-6CBBBD0F8892}">
      <dgm:prSet/>
      <dgm:spPr/>
      <dgm:t>
        <a:bodyPr/>
        <a:lstStyle/>
        <a:p>
          <a:endParaRPr lang="da-DK"/>
        </a:p>
      </dgm:t>
    </dgm:pt>
    <dgm:pt modelId="{0F669CC3-147C-43A7-B3B3-749CD149144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Teknisk implementering (</a:t>
          </a:r>
          <a:r>
            <a:rPr lang="da-DK" b="0" i="0" dirty="0" err="1"/>
            <a:t>hard</a:t>
          </a:r>
          <a:r>
            <a:rPr lang="da-DK" b="0" i="0" dirty="0"/>
            <a:t> delete / anonymisering)</a:t>
          </a:r>
        </a:p>
      </dgm:t>
    </dgm:pt>
    <dgm:pt modelId="{C8A1B005-DE53-4366-8788-847AC5BBC56C}" type="parTrans" cxnId="{61FDB0FB-7AA2-424B-9DFC-1A4A844CEEC3}">
      <dgm:prSet/>
      <dgm:spPr/>
      <dgm:t>
        <a:bodyPr/>
        <a:lstStyle/>
        <a:p>
          <a:endParaRPr lang="da-DK"/>
        </a:p>
      </dgm:t>
    </dgm:pt>
    <dgm:pt modelId="{6A96D6EC-4644-4017-BDB7-BAD4DA37EA50}" type="sibTrans" cxnId="{61FDB0FB-7AA2-424B-9DFC-1A4A844CEEC3}">
      <dgm:prSet/>
      <dgm:spPr/>
      <dgm:t>
        <a:bodyPr/>
        <a:lstStyle/>
        <a:p>
          <a:endParaRPr lang="da-DK"/>
        </a:p>
      </dgm:t>
    </dgm:pt>
    <dgm:pt modelId="{001B9FF9-2067-44E0-A1A4-3E5209903F8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Rimelighed</a:t>
          </a:r>
        </a:p>
      </dgm:t>
    </dgm:pt>
    <dgm:pt modelId="{98614901-A4ED-4677-9929-069F4EA047F4}" type="parTrans" cxnId="{1A6AA80E-EC17-4B5B-9F32-6FC5088F003D}">
      <dgm:prSet/>
      <dgm:spPr/>
      <dgm:t>
        <a:bodyPr/>
        <a:lstStyle/>
        <a:p>
          <a:endParaRPr lang="da-DK"/>
        </a:p>
      </dgm:t>
    </dgm:pt>
    <dgm:pt modelId="{4B34B2C9-442A-4498-A7EE-1157BE0BEC4F}" type="sibTrans" cxnId="{1A6AA80E-EC17-4B5B-9F32-6FC5088F003D}">
      <dgm:prSet/>
      <dgm:spPr/>
      <dgm:t>
        <a:bodyPr/>
        <a:lstStyle/>
        <a:p>
          <a:endParaRPr lang="da-DK"/>
        </a:p>
      </dgm:t>
    </dgm:pt>
    <dgm:pt modelId="{92CC1056-21C4-419E-8D6E-60EA5B324625}" type="pres">
      <dgm:prSet presAssocID="{2CD38363-8258-40BD-B986-07E3FBCA94CD}" presName="Name0" presStyleCnt="0">
        <dgm:presLayoutVars>
          <dgm:dir/>
          <dgm:resizeHandles val="exact"/>
        </dgm:presLayoutVars>
      </dgm:prSet>
      <dgm:spPr/>
    </dgm:pt>
    <dgm:pt modelId="{F4189286-A3D5-4E4A-842F-68E7CF46D094}" type="pres">
      <dgm:prSet presAssocID="{41C0B60E-73F9-40EA-8AF5-015E67CC1D1E}" presName="node" presStyleLbl="node1" presStyleIdx="0" presStyleCnt="6">
        <dgm:presLayoutVars>
          <dgm:bulletEnabled val="1"/>
        </dgm:presLayoutVars>
      </dgm:prSet>
      <dgm:spPr/>
    </dgm:pt>
    <dgm:pt modelId="{81D14B0E-4767-4E17-8C82-5BDBAFA65E19}" type="pres">
      <dgm:prSet presAssocID="{9438F90B-6DA8-490D-A584-3E66946D01D2}" presName="sibTrans" presStyleLbl="sibTrans1D1" presStyleIdx="0" presStyleCnt="5"/>
      <dgm:spPr/>
    </dgm:pt>
    <dgm:pt modelId="{D0E7A87B-D293-4378-B452-089205A3963E}" type="pres">
      <dgm:prSet presAssocID="{9438F90B-6DA8-490D-A584-3E66946D01D2}" presName="connectorText" presStyleLbl="sibTrans1D1" presStyleIdx="0" presStyleCnt="5"/>
      <dgm:spPr/>
    </dgm:pt>
    <dgm:pt modelId="{9851B28A-5761-4356-901B-AF28657FB912}" type="pres">
      <dgm:prSet presAssocID="{87492B1B-7D1E-4DC5-BE5F-C24C55297E49}" presName="node" presStyleLbl="node1" presStyleIdx="1" presStyleCnt="6">
        <dgm:presLayoutVars>
          <dgm:bulletEnabled val="1"/>
        </dgm:presLayoutVars>
      </dgm:prSet>
      <dgm:spPr/>
    </dgm:pt>
    <dgm:pt modelId="{B2C73CA2-30CE-41B1-A001-DFBFFF43A2B7}" type="pres">
      <dgm:prSet presAssocID="{95F342BE-F7F8-420A-BCDA-80A83582F4A6}" presName="sibTrans" presStyleLbl="sibTrans1D1" presStyleIdx="1" presStyleCnt="5"/>
      <dgm:spPr/>
    </dgm:pt>
    <dgm:pt modelId="{10129893-4813-462B-BB1B-55CBC78A1611}" type="pres">
      <dgm:prSet presAssocID="{95F342BE-F7F8-420A-BCDA-80A83582F4A6}" presName="connectorText" presStyleLbl="sibTrans1D1" presStyleIdx="1" presStyleCnt="5"/>
      <dgm:spPr/>
    </dgm:pt>
    <dgm:pt modelId="{87DFD14E-BFE7-4505-96CD-17744761D879}" type="pres">
      <dgm:prSet presAssocID="{3F20606E-1DF0-41C9-A02E-1479F6BDC427}" presName="node" presStyleLbl="node1" presStyleIdx="2" presStyleCnt="6">
        <dgm:presLayoutVars>
          <dgm:bulletEnabled val="1"/>
        </dgm:presLayoutVars>
      </dgm:prSet>
      <dgm:spPr/>
    </dgm:pt>
    <dgm:pt modelId="{FF019987-8354-4B50-AB5A-95AAA3495AAB}" type="pres">
      <dgm:prSet presAssocID="{822FE96F-3BEC-47CB-8D4D-D13534FED562}" presName="sibTrans" presStyleLbl="sibTrans1D1" presStyleIdx="2" presStyleCnt="5"/>
      <dgm:spPr/>
    </dgm:pt>
    <dgm:pt modelId="{AF0193A5-FF09-4DF0-AC98-69E46C5EF491}" type="pres">
      <dgm:prSet presAssocID="{822FE96F-3BEC-47CB-8D4D-D13534FED562}" presName="connectorText" presStyleLbl="sibTrans1D1" presStyleIdx="2" presStyleCnt="5"/>
      <dgm:spPr/>
    </dgm:pt>
    <dgm:pt modelId="{30CCB12A-9AAA-4A26-85EA-CE4EAF84E7A6}" type="pres">
      <dgm:prSet presAssocID="{EE044094-C866-426C-B62E-06E14ABACFCE}" presName="node" presStyleLbl="node1" presStyleIdx="3" presStyleCnt="6">
        <dgm:presLayoutVars>
          <dgm:bulletEnabled val="1"/>
        </dgm:presLayoutVars>
      </dgm:prSet>
      <dgm:spPr/>
    </dgm:pt>
    <dgm:pt modelId="{30D1156B-B215-4BDB-B39C-541BDFB9D30B}" type="pres">
      <dgm:prSet presAssocID="{4B65C032-85FD-49A5-A8BB-FE927659916B}" presName="sibTrans" presStyleLbl="sibTrans1D1" presStyleIdx="3" presStyleCnt="5"/>
      <dgm:spPr/>
    </dgm:pt>
    <dgm:pt modelId="{AACD4AB3-8EB8-49C1-BCEA-F1FA821B7A05}" type="pres">
      <dgm:prSet presAssocID="{4B65C032-85FD-49A5-A8BB-FE927659916B}" presName="connectorText" presStyleLbl="sibTrans1D1" presStyleIdx="3" presStyleCnt="5"/>
      <dgm:spPr/>
    </dgm:pt>
    <dgm:pt modelId="{AC89B2D7-5469-41B5-B10C-24BE54237274}" type="pres">
      <dgm:prSet presAssocID="{4A51A2F1-3C5D-4253-94EE-3C63B49E9D65}" presName="node" presStyleLbl="node1" presStyleIdx="4" presStyleCnt="6">
        <dgm:presLayoutVars>
          <dgm:bulletEnabled val="1"/>
        </dgm:presLayoutVars>
      </dgm:prSet>
      <dgm:spPr/>
    </dgm:pt>
    <dgm:pt modelId="{0A4E6F55-73C0-4F71-A595-7ACB57FC9FE5}" type="pres">
      <dgm:prSet presAssocID="{055F6D4F-B27D-413F-BB54-BD815FAFFC47}" presName="sibTrans" presStyleLbl="sibTrans1D1" presStyleIdx="4" presStyleCnt="5"/>
      <dgm:spPr/>
    </dgm:pt>
    <dgm:pt modelId="{11F181DF-19A9-4242-A873-5889DD864B70}" type="pres">
      <dgm:prSet presAssocID="{055F6D4F-B27D-413F-BB54-BD815FAFFC47}" presName="connectorText" presStyleLbl="sibTrans1D1" presStyleIdx="4" presStyleCnt="5"/>
      <dgm:spPr/>
    </dgm:pt>
    <dgm:pt modelId="{200A6BE8-E471-489E-BE9D-84DFC537052F}" type="pres">
      <dgm:prSet presAssocID="{90DAD189-7500-412D-9D11-3E22A2361559}" presName="node" presStyleLbl="node1" presStyleIdx="5" presStyleCnt="6">
        <dgm:presLayoutVars>
          <dgm:bulletEnabled val="1"/>
        </dgm:presLayoutVars>
      </dgm:prSet>
      <dgm:spPr/>
    </dgm:pt>
  </dgm:ptLst>
  <dgm:cxnLst>
    <dgm:cxn modelId="{DD59D000-033B-4609-9660-166A7654AC20}" type="presOf" srcId="{6C00A1A4-E578-4234-B1B6-9303A6D87BA2}" destId="{30CCB12A-9AAA-4A26-85EA-CE4EAF84E7A6}" srcOrd="0" destOrd="1" presId="urn:microsoft.com/office/officeart/2005/8/layout/bProcess3"/>
    <dgm:cxn modelId="{3E8FFB01-C30E-400D-97D2-91842DFDD0C5}" srcId="{41C0B60E-73F9-40EA-8AF5-015E67CC1D1E}" destId="{CD2694E9-4BCF-467D-8195-33AABD5E6F0C}" srcOrd="0" destOrd="0" parTransId="{3AED3A49-746B-417B-AE1F-A761DD60E5FD}" sibTransId="{C5BB9BE7-56A0-47F9-A6C3-5B66004E899A}"/>
    <dgm:cxn modelId="{1A6AA80E-EC17-4B5B-9F32-6FC5088F003D}" srcId="{3F20606E-1DF0-41C9-A02E-1479F6BDC427}" destId="{001B9FF9-2067-44E0-A1A4-3E5209903F8F}" srcOrd="6" destOrd="0" parTransId="{98614901-A4ED-4677-9929-069F4EA047F4}" sibTransId="{4B34B2C9-442A-4498-A7EE-1157BE0BEC4F}"/>
    <dgm:cxn modelId="{91FEB511-7FFE-4854-8A82-0A4B2EAE348C}" srcId="{90DAD189-7500-412D-9D11-3E22A2361559}" destId="{36EBAA2F-5D36-4D55-9C04-A4B6E39DB34E}" srcOrd="1" destOrd="0" parTransId="{2335739F-9BFC-44C8-A82E-053BDD48CF88}" sibTransId="{31D70F7B-F21C-428B-A8DA-B7B9CCFC5488}"/>
    <dgm:cxn modelId="{BB8C4E13-EC92-47C4-9B02-0699884DDF55}" type="presOf" srcId="{A711A686-D63D-4F96-B5BC-A872455D2848}" destId="{30CCB12A-9AAA-4A26-85EA-CE4EAF84E7A6}" srcOrd="0" destOrd="5" presId="urn:microsoft.com/office/officeart/2005/8/layout/bProcess3"/>
    <dgm:cxn modelId="{2397CE16-0F08-4F71-B51C-7674F53E371C}" type="presOf" srcId="{6027CEBC-D772-4034-9BA4-397D3E5B864A}" destId="{200A6BE8-E471-489E-BE9D-84DFC537052F}" srcOrd="0" destOrd="3" presId="urn:microsoft.com/office/officeart/2005/8/layout/bProcess3"/>
    <dgm:cxn modelId="{71409A19-3780-493E-8D24-5EFFC960CBF7}" type="presOf" srcId="{D5D3C8DE-05F3-4A3B-9FC2-A706D339CB66}" destId="{87DFD14E-BFE7-4505-96CD-17744761D879}" srcOrd="0" destOrd="6" presId="urn:microsoft.com/office/officeart/2005/8/layout/bProcess3"/>
    <dgm:cxn modelId="{10950D23-F44D-4E7B-95E7-DB137E073762}" type="presOf" srcId="{39829891-9982-4B7B-B3DE-0947A4AA7253}" destId="{200A6BE8-E471-489E-BE9D-84DFC537052F}" srcOrd="0" destOrd="4" presId="urn:microsoft.com/office/officeart/2005/8/layout/bProcess3"/>
    <dgm:cxn modelId="{DCF36023-D886-44F1-8291-403EBBAAEE8F}" srcId="{EE044094-C866-426C-B62E-06E14ABACFCE}" destId="{E1156343-92A5-4836-AA76-CCB9F6784E96}" srcOrd="3" destOrd="0" parTransId="{EE5C2AE1-498C-4356-9989-6F5C0895737A}" sibTransId="{6D8BAC9C-D173-4A1A-BB0D-E33E8C6142A8}"/>
    <dgm:cxn modelId="{72B38923-1957-4673-BA2C-D39BBC51298C}" type="presOf" srcId="{BEE3394D-5F28-4558-97C6-E7009C414574}" destId="{AC89B2D7-5469-41B5-B10C-24BE54237274}" srcOrd="0" destOrd="3" presId="urn:microsoft.com/office/officeart/2005/8/layout/bProcess3"/>
    <dgm:cxn modelId="{79216527-6E05-4CDA-92C0-381C52F79C64}" type="presOf" srcId="{4A920C50-7A9D-4302-B1F9-11E49F0C1378}" destId="{87DFD14E-BFE7-4505-96CD-17744761D879}" srcOrd="0" destOrd="3" presId="urn:microsoft.com/office/officeart/2005/8/layout/bProcess3"/>
    <dgm:cxn modelId="{237D392B-A655-49A3-ADDE-125DF9407F74}" type="presOf" srcId="{4A51A2F1-3C5D-4253-94EE-3C63B49E9D65}" destId="{AC89B2D7-5469-41B5-B10C-24BE54237274}" srcOrd="0" destOrd="0" presId="urn:microsoft.com/office/officeart/2005/8/layout/bProcess3"/>
    <dgm:cxn modelId="{D4A6252E-4485-4E0F-9103-BC556E4FEB96}" srcId="{4A51A2F1-3C5D-4253-94EE-3C63B49E9D65}" destId="{F1970374-E852-4ABB-B401-B4C9F56A66A7}" srcOrd="0" destOrd="0" parTransId="{C7E7CB30-0AEA-4277-8922-045F1CF3F45A}" sibTransId="{38EE2C74-C167-4A17-ABAF-BB4F71134ACC}"/>
    <dgm:cxn modelId="{F70D972F-D442-4B52-B32B-D018AF607D73}" type="presOf" srcId="{822FE96F-3BEC-47CB-8D4D-D13534FED562}" destId="{FF019987-8354-4B50-AB5A-95AAA3495AAB}" srcOrd="0" destOrd="0" presId="urn:microsoft.com/office/officeart/2005/8/layout/bProcess3"/>
    <dgm:cxn modelId="{67C9E232-521E-46BE-8E66-76C3588341DF}" srcId="{EE044094-C866-426C-B62E-06E14ABACFCE}" destId="{D73C5238-6090-41F7-963B-F38682F5F705}" srcOrd="2" destOrd="0" parTransId="{E6E5BD14-D5B9-48F0-8F49-D3A848D0F6FE}" sibTransId="{8E0997DF-CD4B-4E32-906A-543A421344F5}"/>
    <dgm:cxn modelId="{FD339B33-531E-4B06-BFEE-D26DD50C07B4}" type="presOf" srcId="{2CBF7FC5-9DD9-44B6-A4B4-992605A08122}" destId="{30CCB12A-9AAA-4A26-85EA-CE4EAF84E7A6}" srcOrd="0" destOrd="6" presId="urn:microsoft.com/office/officeart/2005/8/layout/bProcess3"/>
    <dgm:cxn modelId="{C95B5C34-8514-41F4-95D8-932005F65768}" type="presOf" srcId="{ABBEDA0A-C1CC-4DCA-9B3C-304859DD2412}" destId="{AC89B2D7-5469-41B5-B10C-24BE54237274}" srcOrd="0" destOrd="5" presId="urn:microsoft.com/office/officeart/2005/8/layout/bProcess3"/>
    <dgm:cxn modelId="{B0FB6334-4BCD-4713-8FF1-BF7978BEB556}" type="presOf" srcId="{95F342BE-F7F8-420A-BCDA-80A83582F4A6}" destId="{B2C73CA2-30CE-41B1-A001-DFBFFF43A2B7}" srcOrd="0" destOrd="0" presId="urn:microsoft.com/office/officeart/2005/8/layout/bProcess3"/>
    <dgm:cxn modelId="{FB8FDC34-E2C4-4B2E-8B0C-1243E507D23B}" srcId="{2CD38363-8258-40BD-B986-07E3FBCA94CD}" destId="{EE044094-C866-426C-B62E-06E14ABACFCE}" srcOrd="3" destOrd="0" parTransId="{146F33F6-CFD3-44A6-8B30-10C8B50298B6}" sibTransId="{4B65C032-85FD-49A5-A8BB-FE927659916B}"/>
    <dgm:cxn modelId="{9706383E-C585-4910-BF20-7F1ABBCCA538}" srcId="{4A51A2F1-3C5D-4253-94EE-3C63B49E9D65}" destId="{BEE3394D-5F28-4558-97C6-E7009C414574}" srcOrd="2" destOrd="0" parTransId="{452B6D92-55FB-4EA8-A35B-9886FD9DECEF}" sibTransId="{70B3B815-761D-47F8-83A8-156D624216FD}"/>
    <dgm:cxn modelId="{8519D241-63A4-47EC-94B2-5D8A63778E9A}" type="presOf" srcId="{6A660B24-C3CF-439C-9BD4-AFF989957EA8}" destId="{87DFD14E-BFE7-4505-96CD-17744761D879}" srcOrd="0" destOrd="4" presId="urn:microsoft.com/office/officeart/2005/8/layout/bProcess3"/>
    <dgm:cxn modelId="{47813C62-E191-4F56-9E62-AE30FE23D33E}" type="presOf" srcId="{D73C5238-6090-41F7-963B-F38682F5F705}" destId="{30CCB12A-9AAA-4A26-85EA-CE4EAF84E7A6}" srcOrd="0" destOrd="3" presId="urn:microsoft.com/office/officeart/2005/8/layout/bProcess3"/>
    <dgm:cxn modelId="{DAF9E662-9B95-4F5A-B2C5-6B9C85AC89BB}" srcId="{4A51A2F1-3C5D-4253-94EE-3C63B49E9D65}" destId="{4E7D268A-8127-4A3C-8B45-5B0916D91948}" srcOrd="3" destOrd="0" parTransId="{5862AD87-1C59-414D-99A3-DB7F60B4BC4C}" sibTransId="{0A1691F5-BD0C-4C12-97B0-3DC7C31E9F84}"/>
    <dgm:cxn modelId="{031AAC44-5AA1-4311-8387-224E7BE9E847}" srcId="{90DAD189-7500-412D-9D11-3E22A2361559}" destId="{6027CEBC-D772-4034-9BA4-397D3E5B864A}" srcOrd="2" destOrd="0" parTransId="{1025EBCF-0A95-4971-BD2D-38A5568A24B1}" sibTransId="{9B7B2587-36F6-4A6A-A1A6-89B33EBC0CCA}"/>
    <dgm:cxn modelId="{1BBBFC45-8FC6-4866-9907-AF2F094D18E3}" srcId="{4A51A2F1-3C5D-4253-94EE-3C63B49E9D65}" destId="{ABBEDA0A-C1CC-4DCA-9B3C-304859DD2412}" srcOrd="4" destOrd="0" parTransId="{BC3D366A-6039-4087-B560-85F2D734D705}" sibTransId="{FC0A64C1-6DD7-4D56-8B4B-79B0B13BB651}"/>
    <dgm:cxn modelId="{FB58E868-A22B-44D0-B050-EEF230CD4FF8}" srcId="{2CD38363-8258-40BD-B986-07E3FBCA94CD}" destId="{41C0B60E-73F9-40EA-8AF5-015E67CC1D1E}" srcOrd="0" destOrd="0" parTransId="{EE310E40-68B3-4148-9D20-0574CEB50A13}" sibTransId="{9438F90B-6DA8-490D-A584-3E66946D01D2}"/>
    <dgm:cxn modelId="{06350E69-F3EB-490D-B1DF-4B5FF92D7675}" type="presOf" srcId="{85E74EBC-BD5F-41A8-98F7-C9703A5C06D0}" destId="{AC89B2D7-5469-41B5-B10C-24BE54237274}" srcOrd="0" destOrd="2" presId="urn:microsoft.com/office/officeart/2005/8/layout/bProcess3"/>
    <dgm:cxn modelId="{99922349-DCB7-4F7A-922E-B1145B073EE9}" srcId="{3F20606E-1DF0-41C9-A02E-1479F6BDC427}" destId="{4A920C50-7A9D-4302-B1F9-11E49F0C1378}" srcOrd="2" destOrd="0" parTransId="{212A3FAB-67A5-4271-8ADC-19D2D12C4B2E}" sibTransId="{0CC401E8-DAFB-49E8-8F0F-00D00949E045}"/>
    <dgm:cxn modelId="{C9B92F49-9C86-4B75-B140-F29121203300}" type="presOf" srcId="{90DAD189-7500-412D-9D11-3E22A2361559}" destId="{200A6BE8-E471-489E-BE9D-84DFC537052F}" srcOrd="0" destOrd="0" presId="urn:microsoft.com/office/officeart/2005/8/layout/bProcess3"/>
    <dgm:cxn modelId="{B873DE49-6ACA-43D6-9277-535725E7CB41}" type="presOf" srcId="{837C30C0-C5BC-4240-9A9F-D68200330F31}" destId="{9851B28A-5761-4356-901B-AF28657FB912}" srcOrd="0" destOrd="5" presId="urn:microsoft.com/office/officeart/2005/8/layout/bProcess3"/>
    <dgm:cxn modelId="{F28D376A-0366-441A-BAB4-3C984F07F198}" srcId="{87492B1B-7D1E-4DC5-BE5F-C24C55297E49}" destId="{6D1D1B90-C41A-4F84-B219-13FF2AD700E2}" srcOrd="3" destOrd="0" parTransId="{FF3AB1AE-9664-487D-8CBA-F58A2A469D04}" sibTransId="{756356B4-666E-46F8-9F93-1D76EFD9DA82}"/>
    <dgm:cxn modelId="{A09F394A-1A5F-49E3-BE20-9344F5050C12}" srcId="{90DAD189-7500-412D-9D11-3E22A2361559}" destId="{889DF813-3981-4325-A32C-131E4A97EAE7}" srcOrd="0" destOrd="0" parTransId="{1F212A48-C418-4EE7-B1D9-917678FA4E79}" sibTransId="{38149DEE-91C8-481E-A2DA-65E93404B8E8}"/>
    <dgm:cxn modelId="{288F7B4B-5791-4CCE-A534-BF1BC1B17578}" type="presOf" srcId="{F6F700B6-AFA0-4D9F-A7EC-69B94465978D}" destId="{9851B28A-5761-4356-901B-AF28657FB912}" srcOrd="0" destOrd="2" presId="urn:microsoft.com/office/officeart/2005/8/layout/bProcess3"/>
    <dgm:cxn modelId="{A7634C4D-3453-497E-B79D-40C3A1E788B3}" srcId="{87492B1B-7D1E-4DC5-BE5F-C24C55297E49}" destId="{837C30C0-C5BC-4240-9A9F-D68200330F31}" srcOrd="4" destOrd="0" parTransId="{BF71A282-B17A-41E3-A79A-9C1D2536FAFF}" sibTransId="{CDB3D761-9B00-4612-A5EE-FD5E24DC2F06}"/>
    <dgm:cxn modelId="{11692352-6693-4CA2-81FD-D2DA11D4E93C}" type="presOf" srcId="{36EBAA2F-5D36-4D55-9C04-A4B6E39DB34E}" destId="{200A6BE8-E471-489E-BE9D-84DFC537052F}" srcOrd="0" destOrd="2" presId="urn:microsoft.com/office/officeart/2005/8/layout/bProcess3"/>
    <dgm:cxn modelId="{9D9D9555-F9AC-43BF-BF7C-36F206D306D4}" type="presOf" srcId="{CB6120BD-6594-478E-A0B3-826C8A48FC43}" destId="{F4189286-A3D5-4E4A-842F-68E7CF46D094}" srcOrd="0" destOrd="5" presId="urn:microsoft.com/office/officeart/2005/8/layout/bProcess3"/>
    <dgm:cxn modelId="{9C2A7E77-A13D-4D5B-A321-17D4603EC0B7}" type="presOf" srcId="{E1156343-92A5-4836-AA76-CCB9F6784E96}" destId="{30CCB12A-9AAA-4A26-85EA-CE4EAF84E7A6}" srcOrd="0" destOrd="4" presId="urn:microsoft.com/office/officeart/2005/8/layout/bProcess3"/>
    <dgm:cxn modelId="{DF681358-F708-4C9E-86AA-B5A8BE0C5424}" srcId="{EE044094-C866-426C-B62E-06E14ABACFCE}" destId="{6C00A1A4-E578-4234-B1B6-9303A6D87BA2}" srcOrd="0" destOrd="0" parTransId="{FC5DF6C7-6F42-4692-B709-F5FF00438424}" sibTransId="{9B119DDA-6949-4163-8251-6C95D0859CCB}"/>
    <dgm:cxn modelId="{DFAC6A78-4F7A-46F7-9C5B-8F4C121C817B}" srcId="{3F20606E-1DF0-41C9-A02E-1479F6BDC427}" destId="{C9A2D5C2-A15D-4EAB-8208-443DBE323D00}" srcOrd="1" destOrd="0" parTransId="{93F8619C-A550-409A-8E95-DD822AE64B17}" sibTransId="{10841316-D881-4F53-A53F-8391AADDEB8F}"/>
    <dgm:cxn modelId="{74A94E59-C286-44F0-AF88-F682DE85A26C}" srcId="{87492B1B-7D1E-4DC5-BE5F-C24C55297E49}" destId="{F6F700B6-AFA0-4D9F-A7EC-69B94465978D}" srcOrd="1" destOrd="0" parTransId="{4A7F4B60-3EF6-48E2-8AE6-4E0663F91CDB}" sibTransId="{9E0C7A42-3873-4E21-AE55-37E2E6F0A29B}"/>
    <dgm:cxn modelId="{F6FC7B7C-7E7F-478B-B5B5-D39C655E53A9}" srcId="{41C0B60E-73F9-40EA-8AF5-015E67CC1D1E}" destId="{1D9AF13C-81C7-4B69-8D9A-DAB502AD83A4}" srcOrd="3" destOrd="0" parTransId="{2E7F2426-4309-4078-8ACF-1EA389BB6533}" sibTransId="{B9C789E9-0E1F-4724-B5F1-837E56F3EC66}"/>
    <dgm:cxn modelId="{D725F57C-7164-4ED7-A407-4ABACD4D7C06}" type="presOf" srcId="{3F20606E-1DF0-41C9-A02E-1479F6BDC427}" destId="{87DFD14E-BFE7-4505-96CD-17744761D879}" srcOrd="0" destOrd="0" presId="urn:microsoft.com/office/officeart/2005/8/layout/bProcess3"/>
    <dgm:cxn modelId="{C614107D-CA5C-4D3C-B7DB-BE8B9969F97A}" srcId="{87492B1B-7D1E-4DC5-BE5F-C24C55297E49}" destId="{FD511024-96E1-4A39-9F8B-46C3BCEB85B7}" srcOrd="2" destOrd="0" parTransId="{14ABF95C-39B6-48B2-9D14-1151E14264D4}" sibTransId="{4DAC22A7-4D9E-427A-AF53-913AEBC6FFB9}"/>
    <dgm:cxn modelId="{56B62480-2C4D-4319-90C0-482512EC2D32}" type="presOf" srcId="{9438F90B-6DA8-490D-A584-3E66946D01D2}" destId="{D0E7A87B-D293-4378-B452-089205A3963E}" srcOrd="1" destOrd="0" presId="urn:microsoft.com/office/officeart/2005/8/layout/bProcess3"/>
    <dgm:cxn modelId="{CCD09D83-9271-4EBC-91E5-6D959267B3B6}" type="presOf" srcId="{822FE96F-3BEC-47CB-8D4D-D13534FED562}" destId="{AF0193A5-FF09-4DF0-AC98-69E46C5EF491}" srcOrd="1" destOrd="0" presId="urn:microsoft.com/office/officeart/2005/8/layout/bProcess3"/>
    <dgm:cxn modelId="{93178684-DCF2-42CB-8E50-9F71542990AA}" srcId="{3F20606E-1DF0-41C9-A02E-1479F6BDC427}" destId="{7FF69735-96D7-4156-A02C-2BD044B72B97}" srcOrd="4" destOrd="0" parTransId="{3D31ADB7-9DEE-49FA-BA4C-CCC66959C04A}" sibTransId="{77B0F6DF-25A6-4D9D-BD89-0C0203303CB1}"/>
    <dgm:cxn modelId="{2D85C684-CCDF-4C7B-B7C0-1ECCFDA1AE8F}" srcId="{2CD38363-8258-40BD-B986-07E3FBCA94CD}" destId="{3F20606E-1DF0-41C9-A02E-1479F6BDC427}" srcOrd="2" destOrd="0" parTransId="{599D9393-C79D-4543-A3F9-E3F2C752200F}" sibTransId="{822FE96F-3BEC-47CB-8D4D-D13534FED562}"/>
    <dgm:cxn modelId="{48485885-5B44-4F6A-ADA7-394BEEE2C8CE}" srcId="{3F20606E-1DF0-41C9-A02E-1479F6BDC427}" destId="{6A660B24-C3CF-439C-9BD4-AFF989957EA8}" srcOrd="3" destOrd="0" parTransId="{2121C3E9-FBF4-4DA1-8A6A-E1E1E22CFDE8}" sibTransId="{09D07B60-6C63-457D-8D16-5FE0F7CB19BA}"/>
    <dgm:cxn modelId="{1C2C0E89-9947-4FD1-9373-B944463B81F0}" type="presOf" srcId="{87492B1B-7D1E-4DC5-BE5F-C24C55297E49}" destId="{9851B28A-5761-4356-901B-AF28657FB912}" srcOrd="0" destOrd="0" presId="urn:microsoft.com/office/officeart/2005/8/layout/bProcess3"/>
    <dgm:cxn modelId="{B1078C89-67F1-45B4-862C-5AD4D4C59838}" type="presOf" srcId="{055F6D4F-B27D-413F-BB54-BD815FAFFC47}" destId="{0A4E6F55-73C0-4F71-A595-7ACB57FC9FE5}" srcOrd="0" destOrd="0" presId="urn:microsoft.com/office/officeart/2005/8/layout/bProcess3"/>
    <dgm:cxn modelId="{4F07778E-73D3-408C-96D9-29B8FBA565CA}" type="presOf" srcId="{055F6D4F-B27D-413F-BB54-BD815FAFFC47}" destId="{11F181DF-19A9-4242-A873-5889DD864B70}" srcOrd="1" destOrd="0" presId="urn:microsoft.com/office/officeart/2005/8/layout/bProcess3"/>
    <dgm:cxn modelId="{1F39AC91-909F-477B-B3F0-91CE324E5532}" srcId="{EE044094-C866-426C-B62E-06E14ABACFCE}" destId="{2CBF7FC5-9DD9-44B6-A4B4-992605A08122}" srcOrd="5" destOrd="0" parTransId="{781200AC-1F1F-43C6-8029-A50B22A4A56C}" sibTransId="{F859C2CF-B024-4D5E-A05A-D257FAF2C383}"/>
    <dgm:cxn modelId="{99F04694-E4FD-4D98-ABA4-731457FD566D}" type="presOf" srcId="{FD511024-96E1-4A39-9F8B-46C3BCEB85B7}" destId="{9851B28A-5761-4356-901B-AF28657FB912}" srcOrd="0" destOrd="3" presId="urn:microsoft.com/office/officeart/2005/8/layout/bProcess3"/>
    <dgm:cxn modelId="{BD82749D-A499-4198-83AB-12148C4B0519}" srcId="{4A51A2F1-3C5D-4253-94EE-3C63B49E9D65}" destId="{85E74EBC-BD5F-41A8-98F7-C9703A5C06D0}" srcOrd="1" destOrd="0" parTransId="{26C691C6-2D9B-4268-800E-EEF9B7AC7CB3}" sibTransId="{E8E65F1E-20BA-408B-8AA9-B50CF472A223}"/>
    <dgm:cxn modelId="{936A569F-797B-4A22-B5FC-27D123C09043}" srcId="{2CD38363-8258-40BD-B986-07E3FBCA94CD}" destId="{87492B1B-7D1E-4DC5-BE5F-C24C55297E49}" srcOrd="1" destOrd="0" parTransId="{7AFBB547-32E1-42FD-8C14-A208BEFD2303}" sibTransId="{95F342BE-F7F8-420A-BCDA-80A83582F4A6}"/>
    <dgm:cxn modelId="{41A717A0-AAC0-49C6-99FD-A26DFAA6E937}" type="presOf" srcId="{1D9AF13C-81C7-4B69-8D9A-DAB502AD83A4}" destId="{F4189286-A3D5-4E4A-842F-68E7CF46D094}" srcOrd="0" destOrd="4" presId="urn:microsoft.com/office/officeart/2005/8/layout/bProcess3"/>
    <dgm:cxn modelId="{9EB406A1-FAC4-4D75-8FB7-10063A3A75CA}" type="presOf" srcId="{4B65C032-85FD-49A5-A8BB-FE927659916B}" destId="{AACD4AB3-8EB8-49C1-BCEA-F1FA821B7A05}" srcOrd="1" destOrd="0" presId="urn:microsoft.com/office/officeart/2005/8/layout/bProcess3"/>
    <dgm:cxn modelId="{634228AA-2A7C-4AE1-AB78-B6B4420D0B2B}" type="presOf" srcId="{313CBE2E-72FA-43AD-B6AE-CD7E6765B95F}" destId="{30CCB12A-9AAA-4A26-85EA-CE4EAF84E7A6}" srcOrd="0" destOrd="2" presId="urn:microsoft.com/office/officeart/2005/8/layout/bProcess3"/>
    <dgm:cxn modelId="{52C9E3AD-D693-47E0-BB1D-84F4D472E913}" type="presOf" srcId="{EB233F1D-8B39-46A8-93F1-6E2015F608C7}" destId="{30CCB12A-9AAA-4A26-85EA-CE4EAF84E7A6}" srcOrd="0" destOrd="7" presId="urn:microsoft.com/office/officeart/2005/8/layout/bProcess3"/>
    <dgm:cxn modelId="{987EBEAF-158D-4C62-A0E9-06C9242C87DF}" type="presOf" srcId="{8A7AD895-B35B-453F-B3A8-D22B464982DD}" destId="{F4189286-A3D5-4E4A-842F-68E7CF46D094}" srcOrd="0" destOrd="2" presId="urn:microsoft.com/office/officeart/2005/8/layout/bProcess3"/>
    <dgm:cxn modelId="{AF3570B1-F07E-42D3-A1DC-168F8CD1EDD9}" srcId="{EE044094-C866-426C-B62E-06E14ABACFCE}" destId="{A711A686-D63D-4F96-B5BC-A872455D2848}" srcOrd="4" destOrd="0" parTransId="{B2E6D872-7C47-471D-A6D5-3F724ACB0D29}" sibTransId="{9351FA32-D5A6-4DC9-842F-EED850ED497D}"/>
    <dgm:cxn modelId="{DA8D8CB1-5A02-4ACA-A91C-978E280482FF}" type="presOf" srcId="{2B46AF9F-0C63-42F9-91F7-938D54405DBF}" destId="{9851B28A-5761-4356-901B-AF28657FB912}" srcOrd="0" destOrd="1" presId="urn:microsoft.com/office/officeart/2005/8/layout/bProcess3"/>
    <dgm:cxn modelId="{88668BB3-9B3D-4A72-8340-C4FCA8833FD6}" srcId="{3F20606E-1DF0-41C9-A02E-1479F6BDC427}" destId="{D5D3C8DE-05F3-4A3B-9FC2-A706D339CB66}" srcOrd="5" destOrd="0" parTransId="{2C0030F2-936A-45BF-9FB8-D6B21769A47A}" sibTransId="{58256555-A417-451B-99D4-79B02C77FEF3}"/>
    <dgm:cxn modelId="{6517CAB3-A92B-44D3-AD7F-15E48CFA0CA1}" type="presOf" srcId="{9438F90B-6DA8-490D-A584-3E66946D01D2}" destId="{81D14B0E-4767-4E17-8C82-5BDBAFA65E19}" srcOrd="0" destOrd="0" presId="urn:microsoft.com/office/officeart/2005/8/layout/bProcess3"/>
    <dgm:cxn modelId="{54AE70B6-D967-4FEF-BB3C-CCE72302DAEB}" srcId="{2CD38363-8258-40BD-B986-07E3FBCA94CD}" destId="{4A51A2F1-3C5D-4253-94EE-3C63B49E9D65}" srcOrd="4" destOrd="0" parTransId="{53E42503-2819-4AD2-84AC-9B174B0687E4}" sibTransId="{055F6D4F-B27D-413F-BB54-BD815FAFFC47}"/>
    <dgm:cxn modelId="{A1BC87B6-7EF5-4AA4-B3E4-EF953E128653}" type="presOf" srcId="{889DF813-3981-4325-A32C-131E4A97EAE7}" destId="{200A6BE8-E471-489E-BE9D-84DFC537052F}" srcOrd="0" destOrd="1" presId="urn:microsoft.com/office/officeart/2005/8/layout/bProcess3"/>
    <dgm:cxn modelId="{551EBEB6-272D-4820-BB23-58C82E57BC19}" type="presOf" srcId="{B87AAE53-4AE6-4F85-94FC-F4DD50861993}" destId="{87DFD14E-BFE7-4505-96CD-17744761D879}" srcOrd="0" destOrd="1" presId="urn:microsoft.com/office/officeart/2005/8/layout/bProcess3"/>
    <dgm:cxn modelId="{8B963FB7-6CED-4720-B2CA-79B857D39537}" type="presOf" srcId="{95F342BE-F7F8-420A-BCDA-80A83582F4A6}" destId="{10129893-4813-462B-BB1B-55CBC78A1611}" srcOrd="1" destOrd="0" presId="urn:microsoft.com/office/officeart/2005/8/layout/bProcess3"/>
    <dgm:cxn modelId="{706A77B7-0A40-4EA8-B427-4CEDF36E5486}" type="presOf" srcId="{2CD38363-8258-40BD-B986-07E3FBCA94CD}" destId="{92CC1056-21C4-419E-8D6E-60EA5B324625}" srcOrd="0" destOrd="0" presId="urn:microsoft.com/office/officeart/2005/8/layout/bProcess3"/>
    <dgm:cxn modelId="{BC824BBE-B29A-4259-985F-C5044DD03F9A}" type="presOf" srcId="{4B65C032-85FD-49A5-A8BB-FE927659916B}" destId="{30D1156B-B215-4BDB-B39C-541BDFB9D30B}" srcOrd="0" destOrd="0" presId="urn:microsoft.com/office/officeart/2005/8/layout/bProcess3"/>
    <dgm:cxn modelId="{A3B3C9BE-1B51-4A04-8D3C-96ECF47844E2}" type="presOf" srcId="{EE044094-C866-426C-B62E-06E14ABACFCE}" destId="{30CCB12A-9AAA-4A26-85EA-CE4EAF84E7A6}" srcOrd="0" destOrd="0" presId="urn:microsoft.com/office/officeart/2005/8/layout/bProcess3"/>
    <dgm:cxn modelId="{73D63FC7-45FF-40BD-9C7B-0164D466D54B}" srcId="{41C0B60E-73F9-40EA-8AF5-015E67CC1D1E}" destId="{8A7AD895-B35B-453F-B3A8-D22B464982DD}" srcOrd="1" destOrd="0" parTransId="{EBF71068-5EDC-45BC-A64B-0E60C70F5726}" sibTransId="{75D19FEB-68BA-46C9-BC50-FB7E046ABBAE}"/>
    <dgm:cxn modelId="{BF7D4FC7-5B47-48DF-B31C-A55E85F149B7}" type="presOf" srcId="{CD2694E9-4BCF-467D-8195-33AABD5E6F0C}" destId="{F4189286-A3D5-4E4A-842F-68E7CF46D094}" srcOrd="0" destOrd="1" presId="urn:microsoft.com/office/officeart/2005/8/layout/bProcess3"/>
    <dgm:cxn modelId="{5CC864CB-3E31-40C7-8D76-9BFD325A0770}" type="presOf" srcId="{0F669CC3-147C-43A7-B3B3-749CD149144E}" destId="{200A6BE8-E471-489E-BE9D-84DFC537052F}" srcOrd="0" destOrd="5" presId="urn:microsoft.com/office/officeart/2005/8/layout/bProcess3"/>
    <dgm:cxn modelId="{DE89E8D5-234B-4A87-80C8-97239F7C0D47}" type="presOf" srcId="{7FF69735-96D7-4156-A02C-2BD044B72B97}" destId="{87DFD14E-BFE7-4505-96CD-17744761D879}" srcOrd="0" destOrd="5" presId="urn:microsoft.com/office/officeart/2005/8/layout/bProcess3"/>
    <dgm:cxn modelId="{44C531DA-7ACA-439D-8BA5-F653607232B4}" srcId="{3F20606E-1DF0-41C9-A02E-1479F6BDC427}" destId="{B87AAE53-4AE6-4F85-94FC-F4DD50861993}" srcOrd="0" destOrd="0" parTransId="{A018653C-2F8C-43FE-B8E0-0CA1042F6658}" sibTransId="{56CEDF8B-9018-46B7-B77D-A6604B069B3D}"/>
    <dgm:cxn modelId="{F4D11FDC-6662-4102-B02F-E591115DB187}" type="presOf" srcId="{41C0B60E-73F9-40EA-8AF5-015E67CC1D1E}" destId="{F4189286-A3D5-4E4A-842F-68E7CF46D094}" srcOrd="0" destOrd="0" presId="urn:microsoft.com/office/officeart/2005/8/layout/bProcess3"/>
    <dgm:cxn modelId="{6CF1ECDD-D6D7-4AC5-A2FE-FE5C53F352E5}" srcId="{41C0B60E-73F9-40EA-8AF5-015E67CC1D1E}" destId="{5E6A0E18-250E-49AD-ABBA-1AE5B35B86F2}" srcOrd="2" destOrd="0" parTransId="{850410D3-899B-4CC6-BF82-0E21832DAFC8}" sibTransId="{FE90AAE5-5D78-4A52-96A8-1FD5568DE85E}"/>
    <dgm:cxn modelId="{7422DEE3-AE65-42BD-AEF0-3946CC8812A1}" srcId="{87492B1B-7D1E-4DC5-BE5F-C24C55297E49}" destId="{2B46AF9F-0C63-42F9-91F7-938D54405DBF}" srcOrd="0" destOrd="0" parTransId="{8119CA32-4F79-4845-A870-4AA557C90961}" sibTransId="{58109F53-B006-4585-83C2-CB2A739CF59F}"/>
    <dgm:cxn modelId="{26751EE4-7243-4D8D-894C-ABC151F74C74}" srcId="{2CD38363-8258-40BD-B986-07E3FBCA94CD}" destId="{90DAD189-7500-412D-9D11-3E22A2361559}" srcOrd="5" destOrd="0" parTransId="{F927A8A7-10BD-4FCC-A059-F05E8C8045DF}" sibTransId="{0F311FAC-7AF7-47C6-95D5-353F11426881}"/>
    <dgm:cxn modelId="{24C886EC-AE98-4957-A55C-FFC0BEFCAD4F}" type="presOf" srcId="{5E6A0E18-250E-49AD-ABBA-1AE5B35B86F2}" destId="{F4189286-A3D5-4E4A-842F-68E7CF46D094}" srcOrd="0" destOrd="3" presId="urn:microsoft.com/office/officeart/2005/8/layout/bProcess3"/>
    <dgm:cxn modelId="{7EA56CED-9E66-4D8B-9B45-191BDB894F09}" srcId="{41C0B60E-73F9-40EA-8AF5-015E67CC1D1E}" destId="{CB6120BD-6594-478E-A0B3-826C8A48FC43}" srcOrd="4" destOrd="0" parTransId="{7CA6D521-CBCE-4666-837F-73BD3D6B2933}" sibTransId="{7E33E5B6-1DD8-4504-8BF1-EC1DFB5C0052}"/>
    <dgm:cxn modelId="{BA96F6ED-0D32-43E4-95B8-6EF93BD54E17}" srcId="{EE044094-C866-426C-B62E-06E14ABACFCE}" destId="{313CBE2E-72FA-43AD-B6AE-CD7E6765B95F}" srcOrd="1" destOrd="0" parTransId="{D4B17423-1CE7-48D9-92C1-5732859CA240}" sibTransId="{0D491E95-D9F9-4C17-82C7-C4F5AAE19377}"/>
    <dgm:cxn modelId="{7D55E9EE-5AB8-43B7-92D9-73FAA73F2729}" type="presOf" srcId="{F1970374-E852-4ABB-B401-B4C9F56A66A7}" destId="{AC89B2D7-5469-41B5-B10C-24BE54237274}" srcOrd="0" destOrd="1" presId="urn:microsoft.com/office/officeart/2005/8/layout/bProcess3"/>
    <dgm:cxn modelId="{EF76C8F4-92CE-4B2F-A535-E2ADDADAFB7B}" type="presOf" srcId="{001B9FF9-2067-44E0-A1A4-3E5209903F8F}" destId="{87DFD14E-BFE7-4505-96CD-17744761D879}" srcOrd="0" destOrd="7" presId="urn:microsoft.com/office/officeart/2005/8/layout/bProcess3"/>
    <dgm:cxn modelId="{34BD8EF9-BA57-4280-A97B-9334D2D6A660}" type="presOf" srcId="{6D1D1B90-C41A-4F84-B219-13FF2AD700E2}" destId="{9851B28A-5761-4356-901B-AF28657FB912}" srcOrd="0" destOrd="4" presId="urn:microsoft.com/office/officeart/2005/8/layout/bProcess3"/>
    <dgm:cxn modelId="{30F5E2FA-32CA-4CFE-A7A8-6CBBBD0F8892}" srcId="{90DAD189-7500-412D-9D11-3E22A2361559}" destId="{39829891-9982-4B7B-B3DE-0947A4AA7253}" srcOrd="3" destOrd="0" parTransId="{DE7279B6-1B07-4AD5-BFD2-86A3C7E36E11}" sibTransId="{AFBDD4A5-175A-4397-9F4B-C0974182129E}"/>
    <dgm:cxn modelId="{E47A48FB-82C9-419F-A7A7-BE8515D4E17D}" type="presOf" srcId="{4E7D268A-8127-4A3C-8B45-5B0916D91948}" destId="{AC89B2D7-5469-41B5-B10C-24BE54237274}" srcOrd="0" destOrd="4" presId="urn:microsoft.com/office/officeart/2005/8/layout/bProcess3"/>
    <dgm:cxn modelId="{61FDB0FB-7AA2-424B-9DFC-1A4A844CEEC3}" srcId="{90DAD189-7500-412D-9D11-3E22A2361559}" destId="{0F669CC3-147C-43A7-B3B3-749CD149144E}" srcOrd="4" destOrd="0" parTransId="{C8A1B005-DE53-4366-8788-847AC5BBC56C}" sibTransId="{6A96D6EC-4644-4017-BDB7-BAD4DA37EA50}"/>
    <dgm:cxn modelId="{A43FC3FB-F64C-43E8-8ED3-D0081FE803B6}" type="presOf" srcId="{C9A2D5C2-A15D-4EAB-8208-443DBE323D00}" destId="{87DFD14E-BFE7-4505-96CD-17744761D879}" srcOrd="0" destOrd="2" presId="urn:microsoft.com/office/officeart/2005/8/layout/bProcess3"/>
    <dgm:cxn modelId="{7657D7FE-1478-41D9-B6AE-87F2311F6ECD}" srcId="{EE044094-C866-426C-B62E-06E14ABACFCE}" destId="{EB233F1D-8B39-46A8-93F1-6E2015F608C7}" srcOrd="6" destOrd="0" parTransId="{4E2D6095-1172-4AFA-9ADE-7C02F3CF0EAB}" sibTransId="{AEF5677F-8535-4F77-89F3-5EAF88A849EB}"/>
    <dgm:cxn modelId="{41F65D65-C1A4-4495-BB30-9CB90E8CAF13}" type="presParOf" srcId="{92CC1056-21C4-419E-8D6E-60EA5B324625}" destId="{F4189286-A3D5-4E4A-842F-68E7CF46D094}" srcOrd="0" destOrd="0" presId="urn:microsoft.com/office/officeart/2005/8/layout/bProcess3"/>
    <dgm:cxn modelId="{DC72A8A1-8C4E-462A-BA37-53B17C9D8A64}" type="presParOf" srcId="{92CC1056-21C4-419E-8D6E-60EA5B324625}" destId="{81D14B0E-4767-4E17-8C82-5BDBAFA65E19}" srcOrd="1" destOrd="0" presId="urn:microsoft.com/office/officeart/2005/8/layout/bProcess3"/>
    <dgm:cxn modelId="{B09582A7-1080-4DD8-A3FD-5AE393ED6307}" type="presParOf" srcId="{81D14B0E-4767-4E17-8C82-5BDBAFA65E19}" destId="{D0E7A87B-D293-4378-B452-089205A3963E}" srcOrd="0" destOrd="0" presId="urn:microsoft.com/office/officeart/2005/8/layout/bProcess3"/>
    <dgm:cxn modelId="{12615A0D-5E45-438B-ACD5-8986BE651037}" type="presParOf" srcId="{92CC1056-21C4-419E-8D6E-60EA5B324625}" destId="{9851B28A-5761-4356-901B-AF28657FB912}" srcOrd="2" destOrd="0" presId="urn:microsoft.com/office/officeart/2005/8/layout/bProcess3"/>
    <dgm:cxn modelId="{C4D97BBF-7736-4DE7-9666-5F0E18DF4F9E}" type="presParOf" srcId="{92CC1056-21C4-419E-8D6E-60EA5B324625}" destId="{B2C73CA2-30CE-41B1-A001-DFBFFF43A2B7}" srcOrd="3" destOrd="0" presId="urn:microsoft.com/office/officeart/2005/8/layout/bProcess3"/>
    <dgm:cxn modelId="{895EE1AA-AA80-4F0A-80AC-8E7287CFB7D7}" type="presParOf" srcId="{B2C73CA2-30CE-41B1-A001-DFBFFF43A2B7}" destId="{10129893-4813-462B-BB1B-55CBC78A1611}" srcOrd="0" destOrd="0" presId="urn:microsoft.com/office/officeart/2005/8/layout/bProcess3"/>
    <dgm:cxn modelId="{0A4C4EDA-78AD-425B-9E27-ED30BE8B2EF9}" type="presParOf" srcId="{92CC1056-21C4-419E-8D6E-60EA5B324625}" destId="{87DFD14E-BFE7-4505-96CD-17744761D879}" srcOrd="4" destOrd="0" presId="urn:microsoft.com/office/officeart/2005/8/layout/bProcess3"/>
    <dgm:cxn modelId="{EA60FCAF-62C7-4A37-9593-9F369B61BF61}" type="presParOf" srcId="{92CC1056-21C4-419E-8D6E-60EA5B324625}" destId="{FF019987-8354-4B50-AB5A-95AAA3495AAB}" srcOrd="5" destOrd="0" presId="urn:microsoft.com/office/officeart/2005/8/layout/bProcess3"/>
    <dgm:cxn modelId="{AC501353-BB41-44A5-BD3E-E4A238BA2A6F}" type="presParOf" srcId="{FF019987-8354-4B50-AB5A-95AAA3495AAB}" destId="{AF0193A5-FF09-4DF0-AC98-69E46C5EF491}" srcOrd="0" destOrd="0" presId="urn:microsoft.com/office/officeart/2005/8/layout/bProcess3"/>
    <dgm:cxn modelId="{81ABF018-1FF2-4DDC-A3A8-2A903D2E258C}" type="presParOf" srcId="{92CC1056-21C4-419E-8D6E-60EA5B324625}" destId="{30CCB12A-9AAA-4A26-85EA-CE4EAF84E7A6}" srcOrd="6" destOrd="0" presId="urn:microsoft.com/office/officeart/2005/8/layout/bProcess3"/>
    <dgm:cxn modelId="{A5185E97-EEC6-4418-86D6-0DFA4888BC88}" type="presParOf" srcId="{92CC1056-21C4-419E-8D6E-60EA5B324625}" destId="{30D1156B-B215-4BDB-B39C-541BDFB9D30B}" srcOrd="7" destOrd="0" presId="urn:microsoft.com/office/officeart/2005/8/layout/bProcess3"/>
    <dgm:cxn modelId="{541B12D4-2C19-4BDD-B9BE-A86B9BD59CCE}" type="presParOf" srcId="{30D1156B-B215-4BDB-B39C-541BDFB9D30B}" destId="{AACD4AB3-8EB8-49C1-BCEA-F1FA821B7A05}" srcOrd="0" destOrd="0" presId="urn:microsoft.com/office/officeart/2005/8/layout/bProcess3"/>
    <dgm:cxn modelId="{5ED77112-7397-4C28-B5C8-0CFE372C2440}" type="presParOf" srcId="{92CC1056-21C4-419E-8D6E-60EA5B324625}" destId="{AC89B2D7-5469-41B5-B10C-24BE54237274}" srcOrd="8" destOrd="0" presId="urn:microsoft.com/office/officeart/2005/8/layout/bProcess3"/>
    <dgm:cxn modelId="{384BA43D-9416-4CED-9D16-57EB8A5B205E}" type="presParOf" srcId="{92CC1056-21C4-419E-8D6E-60EA5B324625}" destId="{0A4E6F55-73C0-4F71-A595-7ACB57FC9FE5}" srcOrd="9" destOrd="0" presId="urn:microsoft.com/office/officeart/2005/8/layout/bProcess3"/>
    <dgm:cxn modelId="{5A45445D-5361-4A63-8E34-5E09F1F91492}" type="presParOf" srcId="{0A4E6F55-73C0-4F71-A595-7ACB57FC9FE5}" destId="{11F181DF-19A9-4242-A873-5889DD864B70}" srcOrd="0" destOrd="0" presId="urn:microsoft.com/office/officeart/2005/8/layout/bProcess3"/>
    <dgm:cxn modelId="{357C11A4-2B9F-4CD7-907E-E430D7046C8A}" type="presParOf" srcId="{92CC1056-21C4-419E-8D6E-60EA5B324625}" destId="{200A6BE8-E471-489E-BE9D-84DFC537052F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EAEEDF-F65F-4734-947A-44D3F68A2884}">
      <dsp:nvSpPr>
        <dsp:cNvPr id="0" name=""/>
        <dsp:cNvSpPr/>
      </dsp:nvSpPr>
      <dsp:spPr>
        <a:xfrm>
          <a:off x="0" y="87406"/>
          <a:ext cx="5384800" cy="8342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kern="1200" dirty="0"/>
            <a:t>Ikke-følsomme oplysninger</a:t>
          </a:r>
        </a:p>
      </dsp:txBody>
      <dsp:txXfrm>
        <a:off x="40724" y="128130"/>
        <a:ext cx="5303352" cy="752780"/>
      </dsp:txXfrm>
    </dsp:sp>
    <dsp:sp modelId="{5874103F-4710-4C1D-A6F3-C9F351E624F7}">
      <dsp:nvSpPr>
        <dsp:cNvPr id="0" name=""/>
        <dsp:cNvSpPr/>
      </dsp:nvSpPr>
      <dsp:spPr>
        <a:xfrm>
          <a:off x="0" y="921634"/>
          <a:ext cx="5384800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967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1600" kern="1200" dirty="0"/>
            <a:t>Navn og adresse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1600" kern="1200"/>
            <a:t>Telefonnummer</a:t>
          </a:r>
          <a:endParaRPr lang="da-DK" sz="1600" kern="1200" dirty="0"/>
        </a:p>
      </dsp:txBody>
      <dsp:txXfrm>
        <a:off x="0" y="921634"/>
        <a:ext cx="5384800" cy="554242"/>
      </dsp:txXfrm>
    </dsp:sp>
    <dsp:sp modelId="{34B697C4-CCC1-40CD-A8CF-064B861D8D92}">
      <dsp:nvSpPr>
        <dsp:cNvPr id="0" name=""/>
        <dsp:cNvSpPr/>
      </dsp:nvSpPr>
      <dsp:spPr>
        <a:xfrm>
          <a:off x="0" y="1475877"/>
          <a:ext cx="5384800" cy="8342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kern="1200" dirty="0"/>
            <a:t>Følsomme oplysninger</a:t>
          </a:r>
        </a:p>
      </dsp:txBody>
      <dsp:txXfrm>
        <a:off x="40724" y="1516601"/>
        <a:ext cx="5303352" cy="752780"/>
      </dsp:txXfrm>
    </dsp:sp>
    <dsp:sp modelId="{52576CB6-A7BE-4620-9F75-9F63A20D55CB}">
      <dsp:nvSpPr>
        <dsp:cNvPr id="0" name=""/>
        <dsp:cNvSpPr/>
      </dsp:nvSpPr>
      <dsp:spPr>
        <a:xfrm>
          <a:off x="0" y="2310105"/>
          <a:ext cx="5384800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967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1600" kern="1200" dirty="0"/>
            <a:t>Etnisk tilhørsforhold, politisk overbevisning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1600" kern="1200"/>
            <a:t>Helbredsoplysninger</a:t>
          </a:r>
          <a:endParaRPr lang="da-DK" sz="1600" kern="1200" dirty="0"/>
        </a:p>
      </dsp:txBody>
      <dsp:txXfrm>
        <a:off x="0" y="2310105"/>
        <a:ext cx="5384800" cy="554242"/>
      </dsp:txXfrm>
    </dsp:sp>
    <dsp:sp modelId="{2AB1CDE0-641E-4838-B048-2639C8C78AAB}">
      <dsp:nvSpPr>
        <dsp:cNvPr id="0" name=""/>
        <dsp:cNvSpPr/>
      </dsp:nvSpPr>
      <dsp:spPr>
        <a:xfrm>
          <a:off x="0" y="2864347"/>
          <a:ext cx="5384800" cy="8342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kern="1200" dirty="0"/>
            <a:t>Oplysninger om lovovertrædelser og sikkerhedsforanstaltninger</a:t>
          </a:r>
        </a:p>
      </dsp:txBody>
      <dsp:txXfrm>
        <a:off x="40724" y="2905071"/>
        <a:ext cx="5303352" cy="752780"/>
      </dsp:txXfrm>
    </dsp:sp>
    <dsp:sp modelId="{7FC7B913-8858-4DF7-A34C-39F23F41F588}">
      <dsp:nvSpPr>
        <dsp:cNvPr id="0" name=""/>
        <dsp:cNvSpPr/>
      </dsp:nvSpPr>
      <dsp:spPr>
        <a:xfrm>
          <a:off x="0" y="3698576"/>
          <a:ext cx="5384800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967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1600" kern="1200" dirty="0"/>
            <a:t>Straffedomme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1600" kern="1200" dirty="0"/>
            <a:t>Børneattester</a:t>
          </a:r>
        </a:p>
      </dsp:txBody>
      <dsp:txXfrm>
        <a:off x="0" y="3698576"/>
        <a:ext cx="5384800" cy="5542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EE0254-AC60-45EB-91FC-0FC14B99E87C}">
      <dsp:nvSpPr>
        <dsp:cNvPr id="0" name=""/>
        <dsp:cNvSpPr/>
      </dsp:nvSpPr>
      <dsp:spPr>
        <a:xfrm>
          <a:off x="220217" y="485538"/>
          <a:ext cx="5158930" cy="1612165"/>
        </a:xfrm>
        <a:prstGeom prst="rect">
          <a:avLst/>
        </a:prstGeom>
        <a:solidFill>
          <a:schemeClr val="accent1">
            <a:alpha val="4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1974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000" kern="1200" dirty="0"/>
            <a:t>Den registrerede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2300" kern="1200"/>
            <a:t>Ejer af data</a:t>
          </a:r>
          <a:endParaRPr lang="da-DK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2300" kern="1200"/>
            <a:t>Indbygger i EU</a:t>
          </a:r>
          <a:endParaRPr lang="da-DK" sz="2300" kern="1200" dirty="0"/>
        </a:p>
      </dsp:txBody>
      <dsp:txXfrm>
        <a:off x="220217" y="485538"/>
        <a:ext cx="5158930" cy="1612165"/>
      </dsp:txXfrm>
    </dsp:sp>
    <dsp:sp modelId="{32B7F860-3182-4295-94EE-0E2B47562945}">
      <dsp:nvSpPr>
        <dsp:cNvPr id="0" name=""/>
        <dsp:cNvSpPr/>
      </dsp:nvSpPr>
      <dsp:spPr>
        <a:xfrm>
          <a:off x="5261" y="252670"/>
          <a:ext cx="1128516" cy="1692774"/>
        </a:xfrm>
        <a:prstGeom prst="rect">
          <a:avLst/>
        </a:prstGeom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16666" b="16666"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E39C33-112E-4929-8D40-45DB12F6A3E3}">
      <dsp:nvSpPr>
        <dsp:cNvPr id="0" name=""/>
        <dsp:cNvSpPr/>
      </dsp:nvSpPr>
      <dsp:spPr>
        <a:xfrm>
          <a:off x="5808607" y="485538"/>
          <a:ext cx="5158930" cy="1612165"/>
        </a:xfrm>
        <a:prstGeom prst="rect">
          <a:avLst/>
        </a:prstGeom>
        <a:solidFill>
          <a:schemeClr val="accent1">
            <a:alpha val="4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1974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000" kern="1200" dirty="0"/>
            <a:t>Dataansvarlig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2300" kern="1200"/>
            <a:t>Bemyndiget til at behandle persondata</a:t>
          </a:r>
          <a:endParaRPr lang="da-DK" sz="2300" kern="1200" dirty="0"/>
        </a:p>
      </dsp:txBody>
      <dsp:txXfrm>
        <a:off x="5808607" y="485538"/>
        <a:ext cx="5158930" cy="1612165"/>
      </dsp:txXfrm>
    </dsp:sp>
    <dsp:sp modelId="{58B66C8F-F21E-4183-B039-2AF31EEB6B2C}">
      <dsp:nvSpPr>
        <dsp:cNvPr id="0" name=""/>
        <dsp:cNvSpPr/>
      </dsp:nvSpPr>
      <dsp:spPr>
        <a:xfrm>
          <a:off x="5593652" y="252670"/>
          <a:ext cx="1128516" cy="1692774"/>
        </a:xfrm>
        <a:prstGeom prst="rect">
          <a:avLst/>
        </a:prstGeom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16666" b="16666"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D3DFDC-0666-434E-B6F5-EE5FF7C5266E}">
      <dsp:nvSpPr>
        <dsp:cNvPr id="0" name=""/>
        <dsp:cNvSpPr/>
      </dsp:nvSpPr>
      <dsp:spPr>
        <a:xfrm>
          <a:off x="220217" y="2515076"/>
          <a:ext cx="5158930" cy="1612165"/>
        </a:xfrm>
        <a:prstGeom prst="rect">
          <a:avLst/>
        </a:prstGeom>
        <a:solidFill>
          <a:schemeClr val="accent1">
            <a:alpha val="4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1974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000" kern="1200" dirty="0"/>
            <a:t>Databehandler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2300" kern="1200" dirty="0"/>
            <a:t>Behandler og opbevarer persondata</a:t>
          </a:r>
        </a:p>
      </dsp:txBody>
      <dsp:txXfrm>
        <a:off x="220217" y="2515076"/>
        <a:ext cx="5158930" cy="1612165"/>
      </dsp:txXfrm>
    </dsp:sp>
    <dsp:sp modelId="{28C7D906-25AD-45DA-BAC7-7AB1304017D1}">
      <dsp:nvSpPr>
        <dsp:cNvPr id="0" name=""/>
        <dsp:cNvSpPr/>
      </dsp:nvSpPr>
      <dsp:spPr>
        <a:xfrm>
          <a:off x="5261" y="2282207"/>
          <a:ext cx="1128516" cy="1692774"/>
        </a:xfrm>
        <a:prstGeom prst="rect">
          <a:avLst/>
        </a:prstGeom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16666" b="16666"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08439D-5E5E-464D-B5B5-D3F4B7871F53}">
      <dsp:nvSpPr>
        <dsp:cNvPr id="0" name=""/>
        <dsp:cNvSpPr/>
      </dsp:nvSpPr>
      <dsp:spPr>
        <a:xfrm>
          <a:off x="5808607" y="2515076"/>
          <a:ext cx="5158930" cy="1612165"/>
        </a:xfrm>
        <a:prstGeom prst="rect">
          <a:avLst/>
        </a:prstGeom>
        <a:solidFill>
          <a:schemeClr val="accent1">
            <a:alpha val="4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1974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000" kern="1200" dirty="0"/>
            <a:t>Databeskyttelsesrådgiver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2300" kern="1200"/>
            <a:t>DPO: Uafhængig og uvildig</a:t>
          </a:r>
          <a:endParaRPr lang="da-DK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2300" kern="1200"/>
            <a:t>Understøtter og inddrages</a:t>
          </a:r>
          <a:endParaRPr lang="da-DK" sz="2300" kern="1200" dirty="0"/>
        </a:p>
      </dsp:txBody>
      <dsp:txXfrm>
        <a:off x="5808607" y="2515076"/>
        <a:ext cx="5158930" cy="1612165"/>
      </dsp:txXfrm>
    </dsp:sp>
    <dsp:sp modelId="{D7178336-6B38-4C40-914D-6A16E42B4D53}">
      <dsp:nvSpPr>
        <dsp:cNvPr id="0" name=""/>
        <dsp:cNvSpPr/>
      </dsp:nvSpPr>
      <dsp:spPr>
        <a:xfrm>
          <a:off x="5593652" y="2282207"/>
          <a:ext cx="1128516" cy="1692774"/>
        </a:xfrm>
        <a:prstGeom prst="rect">
          <a:avLst/>
        </a:prstGeom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16666" b="16666"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1B3C30-78F7-4EFC-AF44-D0661F3BDADB}">
      <dsp:nvSpPr>
        <dsp:cNvPr id="0" name=""/>
        <dsp:cNvSpPr/>
      </dsp:nvSpPr>
      <dsp:spPr>
        <a:xfrm>
          <a:off x="3214" y="532248"/>
          <a:ext cx="2550318" cy="15301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/>
            <a:t>Ansvarlighed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400" kern="1200"/>
            <a:t>Sund fornuft</a:t>
          </a:r>
          <a:endParaRPr lang="da-DK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400" kern="1200"/>
            <a:t>I overensstemmelse med loven</a:t>
          </a:r>
          <a:endParaRPr lang="da-DK" sz="1400" kern="1200" dirty="0"/>
        </a:p>
      </dsp:txBody>
      <dsp:txXfrm>
        <a:off x="3214" y="532248"/>
        <a:ext cx="2550318" cy="1530191"/>
      </dsp:txXfrm>
    </dsp:sp>
    <dsp:sp modelId="{8703E269-C6B8-44E9-8062-D527357D4C51}">
      <dsp:nvSpPr>
        <dsp:cNvPr id="0" name=""/>
        <dsp:cNvSpPr/>
      </dsp:nvSpPr>
      <dsp:spPr>
        <a:xfrm>
          <a:off x="2808565" y="532248"/>
          <a:ext cx="2550318" cy="15301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/>
            <a:t>Formålsbegrænsning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400" kern="1200"/>
            <a:t>Der må kun opbevares information, som har et formål</a:t>
          </a:r>
          <a:endParaRPr lang="da-DK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400" kern="1200"/>
            <a:t>Formålet skal oplyses den registrerede.</a:t>
          </a:r>
          <a:endParaRPr lang="da-DK" sz="1400" kern="1200" dirty="0"/>
        </a:p>
      </dsp:txBody>
      <dsp:txXfrm>
        <a:off x="2808565" y="532248"/>
        <a:ext cx="2550318" cy="1530191"/>
      </dsp:txXfrm>
    </dsp:sp>
    <dsp:sp modelId="{35949881-01A4-4D76-AC05-A07029E7329C}">
      <dsp:nvSpPr>
        <dsp:cNvPr id="0" name=""/>
        <dsp:cNvSpPr/>
      </dsp:nvSpPr>
      <dsp:spPr>
        <a:xfrm>
          <a:off x="5613915" y="532248"/>
          <a:ext cx="2550318" cy="15301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/>
            <a:t>Dataminimering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400" kern="1200"/>
            <a:t>Ved indsamling skal det vurderes, hvilke data er nødvendige for at opfylde formålet.</a:t>
          </a:r>
          <a:endParaRPr lang="da-DK" sz="1400" kern="1200" dirty="0"/>
        </a:p>
      </dsp:txBody>
      <dsp:txXfrm>
        <a:off x="5613915" y="532248"/>
        <a:ext cx="2550318" cy="1530191"/>
      </dsp:txXfrm>
    </dsp:sp>
    <dsp:sp modelId="{8CB5B25A-5120-4D32-A053-F136471AAAF3}">
      <dsp:nvSpPr>
        <dsp:cNvPr id="0" name=""/>
        <dsp:cNvSpPr/>
      </dsp:nvSpPr>
      <dsp:spPr>
        <a:xfrm>
          <a:off x="8419266" y="532248"/>
          <a:ext cx="2550318" cy="15301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/>
            <a:t>Lovlighed, rimelighed og gennemsigtighed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400" kern="1200"/>
            <a:t>Databehandling kan være lovlig, men urimelig.</a:t>
          </a:r>
          <a:endParaRPr lang="da-DK" sz="1400" kern="1200" dirty="0"/>
        </a:p>
      </dsp:txBody>
      <dsp:txXfrm>
        <a:off x="8419266" y="532248"/>
        <a:ext cx="2550318" cy="1530191"/>
      </dsp:txXfrm>
    </dsp:sp>
    <dsp:sp modelId="{DF4F3BDC-9A16-46CC-A406-80DAA3D108E7}">
      <dsp:nvSpPr>
        <dsp:cNvPr id="0" name=""/>
        <dsp:cNvSpPr/>
      </dsp:nvSpPr>
      <dsp:spPr>
        <a:xfrm>
          <a:off x="1405890" y="2317471"/>
          <a:ext cx="2550318" cy="15301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/>
            <a:t>Rigtighed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400" kern="1200"/>
            <a:t>Den dataansvarlige er forpligtet til at sikre dette.</a:t>
          </a:r>
          <a:endParaRPr lang="da-DK" sz="1400" kern="1200" dirty="0"/>
        </a:p>
      </dsp:txBody>
      <dsp:txXfrm>
        <a:off x="1405890" y="2317471"/>
        <a:ext cx="2550318" cy="1530191"/>
      </dsp:txXfrm>
    </dsp:sp>
    <dsp:sp modelId="{C884638E-E7BA-4A6B-823C-AF5B43D3C4D9}">
      <dsp:nvSpPr>
        <dsp:cNvPr id="0" name=""/>
        <dsp:cNvSpPr/>
      </dsp:nvSpPr>
      <dsp:spPr>
        <a:xfrm>
          <a:off x="4211240" y="2317471"/>
          <a:ext cx="2550318" cy="15301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/>
            <a:t>Integritet og fortrolighed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400" kern="1200"/>
            <a:t>Et sikkerhedsmæssigt krav til det it-system, som behandler data.</a:t>
          </a:r>
          <a:endParaRPr lang="da-DK" sz="1400" kern="1200" dirty="0"/>
        </a:p>
      </dsp:txBody>
      <dsp:txXfrm>
        <a:off x="4211240" y="2317471"/>
        <a:ext cx="2550318" cy="1530191"/>
      </dsp:txXfrm>
    </dsp:sp>
    <dsp:sp modelId="{5105030F-4E50-4D5B-992E-15600D75ECCF}">
      <dsp:nvSpPr>
        <dsp:cNvPr id="0" name=""/>
        <dsp:cNvSpPr/>
      </dsp:nvSpPr>
      <dsp:spPr>
        <a:xfrm>
          <a:off x="7016591" y="2317471"/>
          <a:ext cx="2550318" cy="15301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/>
            <a:t>Opbevaringsbegrænsning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400" kern="1200"/>
            <a:t>Der er en grænse for, hvor længe data må opbevares.</a:t>
          </a:r>
          <a:endParaRPr lang="da-DK" sz="1400" kern="1200" dirty="0"/>
        </a:p>
      </dsp:txBody>
      <dsp:txXfrm>
        <a:off x="7016591" y="2317471"/>
        <a:ext cx="2550318" cy="153019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8EDADB-8DF6-42AE-832B-9F06756924F3}">
      <dsp:nvSpPr>
        <dsp:cNvPr id="0" name=""/>
        <dsp:cNvSpPr/>
      </dsp:nvSpPr>
      <dsp:spPr>
        <a:xfrm>
          <a:off x="4125" y="404436"/>
          <a:ext cx="2480667" cy="86995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/>
            <a:t>Ret til oplysning</a:t>
          </a:r>
        </a:p>
      </dsp:txBody>
      <dsp:txXfrm>
        <a:off x="4125" y="404436"/>
        <a:ext cx="2480667" cy="869958"/>
      </dsp:txXfrm>
    </dsp:sp>
    <dsp:sp modelId="{636A69CE-8C63-486F-9810-915CC98C0918}">
      <dsp:nvSpPr>
        <dsp:cNvPr id="0" name=""/>
        <dsp:cNvSpPr/>
      </dsp:nvSpPr>
      <dsp:spPr>
        <a:xfrm>
          <a:off x="4125" y="1274395"/>
          <a:ext cx="2480667" cy="27010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da-DK" sz="2400" kern="1200" dirty="0"/>
            <a:t>Når databehandleren behandler persondata, har den registrerede ret til at blive oplyst om det.</a:t>
          </a:r>
        </a:p>
      </dsp:txBody>
      <dsp:txXfrm>
        <a:off x="4125" y="1274395"/>
        <a:ext cx="2480667" cy="2701080"/>
      </dsp:txXfrm>
    </dsp:sp>
    <dsp:sp modelId="{ADC6FAAC-F036-486C-A0B9-CA1B8E172C7B}">
      <dsp:nvSpPr>
        <dsp:cNvPr id="0" name=""/>
        <dsp:cNvSpPr/>
      </dsp:nvSpPr>
      <dsp:spPr>
        <a:xfrm>
          <a:off x="2832086" y="404436"/>
          <a:ext cx="2480667" cy="86995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/>
            <a:t>Ret til indsigt</a:t>
          </a:r>
        </a:p>
      </dsp:txBody>
      <dsp:txXfrm>
        <a:off x="2832086" y="404436"/>
        <a:ext cx="2480667" cy="869958"/>
      </dsp:txXfrm>
    </dsp:sp>
    <dsp:sp modelId="{6333668B-7216-4AAD-B6B8-C9AA69C2D4F7}">
      <dsp:nvSpPr>
        <dsp:cNvPr id="0" name=""/>
        <dsp:cNvSpPr/>
      </dsp:nvSpPr>
      <dsp:spPr>
        <a:xfrm>
          <a:off x="2832086" y="1274395"/>
          <a:ext cx="2480667" cy="27010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da-DK" sz="2000" kern="1200" dirty="0">
              <a:solidFill>
                <a:srgbClr val="595451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Den registrerede har ret til at se de personoplysninger, der behandles af vedkommende.</a:t>
          </a:r>
        </a:p>
      </dsp:txBody>
      <dsp:txXfrm>
        <a:off x="2832086" y="1274395"/>
        <a:ext cx="2480667" cy="2701080"/>
      </dsp:txXfrm>
    </dsp:sp>
    <dsp:sp modelId="{AE1995E9-FC52-4D28-A3C0-753E17CA7F81}">
      <dsp:nvSpPr>
        <dsp:cNvPr id="0" name=""/>
        <dsp:cNvSpPr/>
      </dsp:nvSpPr>
      <dsp:spPr>
        <a:xfrm>
          <a:off x="5660046" y="404436"/>
          <a:ext cx="2480667" cy="86995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/>
            <a:t>Ret til berigtigelse</a:t>
          </a:r>
        </a:p>
      </dsp:txBody>
      <dsp:txXfrm>
        <a:off x="5660046" y="404436"/>
        <a:ext cx="2480667" cy="869958"/>
      </dsp:txXfrm>
    </dsp:sp>
    <dsp:sp modelId="{C4252D03-8251-47C5-B412-5E56B3AD25CF}">
      <dsp:nvSpPr>
        <dsp:cNvPr id="0" name=""/>
        <dsp:cNvSpPr/>
      </dsp:nvSpPr>
      <dsp:spPr>
        <a:xfrm>
          <a:off x="5660046" y="1274395"/>
          <a:ext cx="2480667" cy="27010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da-DK" sz="2000" kern="1200" dirty="0">
              <a:solidFill>
                <a:srgbClr val="595451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Hvis personoplysninger er forkerte, har den registrerede ret til at få rettet disse.</a:t>
          </a:r>
        </a:p>
      </dsp:txBody>
      <dsp:txXfrm>
        <a:off x="5660046" y="1274395"/>
        <a:ext cx="2480667" cy="2701080"/>
      </dsp:txXfrm>
    </dsp:sp>
    <dsp:sp modelId="{3031DF2A-BD7A-4249-9304-046820346EF3}">
      <dsp:nvSpPr>
        <dsp:cNvPr id="0" name=""/>
        <dsp:cNvSpPr/>
      </dsp:nvSpPr>
      <dsp:spPr>
        <a:xfrm>
          <a:off x="8488007" y="404436"/>
          <a:ext cx="2480667" cy="86995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/>
            <a:t>Ret til sletning</a:t>
          </a:r>
        </a:p>
      </dsp:txBody>
      <dsp:txXfrm>
        <a:off x="8488007" y="404436"/>
        <a:ext cx="2480667" cy="869958"/>
      </dsp:txXfrm>
    </dsp:sp>
    <dsp:sp modelId="{C583E13F-B1ED-4556-997E-91AB1C6A5ABD}">
      <dsp:nvSpPr>
        <dsp:cNvPr id="0" name=""/>
        <dsp:cNvSpPr/>
      </dsp:nvSpPr>
      <dsp:spPr>
        <a:xfrm>
          <a:off x="8488007" y="1274395"/>
          <a:ext cx="2480667" cy="27010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da-DK" sz="2000" kern="1200" dirty="0">
              <a:solidFill>
                <a:srgbClr val="595451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Den registrerede har ret til at ‘blive glemt’, når formålet ikke længere er aktuelt, eller hvis samtykket er trukket tilbage.</a:t>
          </a:r>
        </a:p>
      </dsp:txBody>
      <dsp:txXfrm>
        <a:off x="8488007" y="1274395"/>
        <a:ext cx="2480667" cy="27010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D14B0E-4767-4E17-8C82-5BDBAFA65E19}">
      <dsp:nvSpPr>
        <dsp:cNvPr id="0" name=""/>
        <dsp:cNvSpPr/>
      </dsp:nvSpPr>
      <dsp:spPr>
        <a:xfrm>
          <a:off x="3251303" y="874621"/>
          <a:ext cx="67304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73041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500" kern="1200"/>
        </a:p>
      </dsp:txBody>
      <dsp:txXfrm>
        <a:off x="3570232" y="916823"/>
        <a:ext cx="35182" cy="7036"/>
      </dsp:txXfrm>
    </dsp:sp>
    <dsp:sp modelId="{F4189286-A3D5-4E4A-842F-68E7CF46D094}">
      <dsp:nvSpPr>
        <dsp:cNvPr id="0" name=""/>
        <dsp:cNvSpPr/>
      </dsp:nvSpPr>
      <dsp:spPr>
        <a:xfrm>
          <a:off x="193792" y="2548"/>
          <a:ext cx="3059310" cy="183558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b="1" i="0" kern="1200" dirty="0"/>
            <a:t>1. Indsamling</a:t>
          </a:r>
          <a:endParaRPr lang="da-DK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100" b="0" i="1" kern="1200" dirty="0"/>
            <a:t>Data indsamles fra den registrerede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100" b="1" i="0" kern="1200" dirty="0"/>
            <a:t>GDPR-fokus:</a:t>
          </a:r>
          <a:endParaRPr lang="da-DK" sz="1100" b="0" i="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100" b="0" i="0" kern="1200" dirty="0"/>
            <a:t>Lovligt behandlingsgrundlag (samtykke, kontrakt, lovkrav)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100" b="0" i="0" kern="1200" dirty="0"/>
            <a:t>Dataminimering (kun nødvendige data)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100" b="0" i="0" kern="1200" dirty="0"/>
            <a:t>Gennemsigtighed (information gives til brugeren)</a:t>
          </a:r>
        </a:p>
      </dsp:txBody>
      <dsp:txXfrm>
        <a:off x="193792" y="2548"/>
        <a:ext cx="3059310" cy="1835586"/>
      </dsp:txXfrm>
    </dsp:sp>
    <dsp:sp modelId="{B2C73CA2-30CE-41B1-A001-DFBFFF43A2B7}">
      <dsp:nvSpPr>
        <dsp:cNvPr id="0" name=""/>
        <dsp:cNvSpPr/>
      </dsp:nvSpPr>
      <dsp:spPr>
        <a:xfrm>
          <a:off x="7014255" y="874621"/>
          <a:ext cx="67304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73041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500" kern="1200"/>
        </a:p>
      </dsp:txBody>
      <dsp:txXfrm>
        <a:off x="7333185" y="916823"/>
        <a:ext cx="35182" cy="7036"/>
      </dsp:txXfrm>
    </dsp:sp>
    <dsp:sp modelId="{9851B28A-5761-4356-901B-AF28657FB912}">
      <dsp:nvSpPr>
        <dsp:cNvPr id="0" name=""/>
        <dsp:cNvSpPr/>
      </dsp:nvSpPr>
      <dsp:spPr>
        <a:xfrm>
          <a:off x="3956744" y="2548"/>
          <a:ext cx="3059310" cy="183558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b="1" i="0" kern="1200" dirty="0"/>
            <a:t>2. Opbevaring</a:t>
          </a:r>
          <a:endParaRPr lang="da-DK" sz="1400" b="0" i="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nb-NO" sz="1100" b="0" i="1" kern="1200" dirty="0"/>
            <a:t>Data lagres i systemer/databaser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100" b="1" i="0" kern="1200" dirty="0"/>
            <a:t>GDPR-fokus:</a:t>
          </a:r>
          <a:endParaRPr lang="da-DK" sz="1100" b="0" i="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100" b="0" i="0" kern="1200" dirty="0"/>
            <a:t>Sikker opbevaring (kryptering, adgangskontrol)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100" b="0" i="0" kern="1200" dirty="0"/>
            <a:t>Fortrolighed (kun relevante personer har adgang)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100" b="0" i="0" kern="1200" dirty="0"/>
            <a:t>Integritet (data må ikke ændres utilsigtet)</a:t>
          </a:r>
        </a:p>
      </dsp:txBody>
      <dsp:txXfrm>
        <a:off x="3956744" y="2548"/>
        <a:ext cx="3059310" cy="1835586"/>
      </dsp:txXfrm>
    </dsp:sp>
    <dsp:sp modelId="{FF019987-8354-4B50-AB5A-95AAA3495AAB}">
      <dsp:nvSpPr>
        <dsp:cNvPr id="0" name=""/>
        <dsp:cNvSpPr/>
      </dsp:nvSpPr>
      <dsp:spPr>
        <a:xfrm>
          <a:off x="1723447" y="1836335"/>
          <a:ext cx="7525904" cy="673041"/>
        </a:xfrm>
        <a:custGeom>
          <a:avLst/>
          <a:gdLst/>
          <a:ahLst/>
          <a:cxnLst/>
          <a:rect l="0" t="0" r="0" b="0"/>
          <a:pathLst>
            <a:path>
              <a:moveTo>
                <a:pt x="7525904" y="0"/>
              </a:moveTo>
              <a:lnTo>
                <a:pt x="7525904" y="353620"/>
              </a:lnTo>
              <a:lnTo>
                <a:pt x="0" y="353620"/>
              </a:lnTo>
              <a:lnTo>
                <a:pt x="0" y="673041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500" kern="1200"/>
        </a:p>
      </dsp:txBody>
      <dsp:txXfrm>
        <a:off x="5297431" y="2169337"/>
        <a:ext cx="377936" cy="7036"/>
      </dsp:txXfrm>
    </dsp:sp>
    <dsp:sp modelId="{87DFD14E-BFE7-4505-96CD-17744761D879}">
      <dsp:nvSpPr>
        <dsp:cNvPr id="0" name=""/>
        <dsp:cNvSpPr/>
      </dsp:nvSpPr>
      <dsp:spPr>
        <a:xfrm>
          <a:off x="7719696" y="2548"/>
          <a:ext cx="3059310" cy="183558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b="1" i="0" kern="1200" dirty="0"/>
            <a:t>3. Anvendelse</a:t>
          </a:r>
          <a:endParaRPr lang="da-DK" sz="1400" b="0" i="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100" b="0" i="1" kern="1200" dirty="0"/>
            <a:t>Data bruges aktivt i systemet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100" b="1" i="0" kern="1200" dirty="0"/>
            <a:t>Eksempler:</a:t>
          </a:r>
          <a:endParaRPr lang="da-DK" sz="1100" b="0" i="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100" b="0" i="0" kern="1200" dirty="0"/>
            <a:t>Behandling af kundedata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100" b="0" i="0" kern="1200" dirty="0"/>
            <a:t>Udsendelse af mails/SMS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100" b="1" i="0" kern="1200" dirty="0"/>
            <a:t>GDPR-fokus:</a:t>
          </a:r>
          <a:endParaRPr lang="da-DK" sz="1100" b="0" i="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100" b="0" i="0" kern="1200" dirty="0" err="1"/>
            <a:t>Formålsbegænsning</a:t>
          </a:r>
          <a:endParaRPr lang="da-DK" sz="1100" b="0" i="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100" b="0" i="0" kern="1200" dirty="0"/>
            <a:t>Rimelighed</a:t>
          </a:r>
        </a:p>
      </dsp:txBody>
      <dsp:txXfrm>
        <a:off x="7719696" y="2548"/>
        <a:ext cx="3059310" cy="1835586"/>
      </dsp:txXfrm>
    </dsp:sp>
    <dsp:sp modelId="{30D1156B-B215-4BDB-B39C-541BDFB9D30B}">
      <dsp:nvSpPr>
        <dsp:cNvPr id="0" name=""/>
        <dsp:cNvSpPr/>
      </dsp:nvSpPr>
      <dsp:spPr>
        <a:xfrm>
          <a:off x="3251303" y="3413850"/>
          <a:ext cx="67304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73041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500" kern="1200"/>
        </a:p>
      </dsp:txBody>
      <dsp:txXfrm>
        <a:off x="3570232" y="3456051"/>
        <a:ext cx="35182" cy="7036"/>
      </dsp:txXfrm>
    </dsp:sp>
    <dsp:sp modelId="{30CCB12A-9AAA-4A26-85EA-CE4EAF84E7A6}">
      <dsp:nvSpPr>
        <dsp:cNvPr id="0" name=""/>
        <dsp:cNvSpPr/>
      </dsp:nvSpPr>
      <dsp:spPr>
        <a:xfrm>
          <a:off x="193792" y="2541776"/>
          <a:ext cx="3059310" cy="183558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b="1" i="0" kern="1200" dirty="0"/>
            <a:t>4. Deling</a:t>
          </a:r>
          <a:endParaRPr lang="da-DK" sz="1400" b="0" i="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100" b="0" i="1" kern="1200" dirty="0"/>
            <a:t>Data videregives til andre parter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100" b="1" i="0" kern="1200" dirty="0"/>
            <a:t>Eksempler:</a:t>
          </a:r>
          <a:endParaRPr lang="da-DK" sz="1100" b="0" i="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100" b="0" i="0" kern="1200" dirty="0" err="1"/>
            <a:t>Databehandlere</a:t>
          </a:r>
          <a:r>
            <a:rPr lang="da-DK" sz="1100" b="0" i="0" kern="1200" dirty="0"/>
            <a:t> (fx </a:t>
          </a:r>
          <a:r>
            <a:rPr lang="da-DK" sz="1100" b="0" i="0" kern="1200" dirty="0" err="1"/>
            <a:t>hosting</a:t>
          </a:r>
          <a:r>
            <a:rPr lang="da-DK" sz="1100" b="0" i="0" kern="1200" dirty="0"/>
            <a:t>, SMS-services)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100" b="0" i="0" kern="1200" dirty="0"/>
            <a:t>Offentlige myndigheder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100" b="1" i="0" kern="1200" dirty="0"/>
            <a:t>GDPR-fokus:</a:t>
          </a:r>
          <a:endParaRPr lang="da-DK" sz="1100" b="0" i="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100" b="0" i="0" kern="1200" dirty="0"/>
            <a:t>Databehandleraftaler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100" b="0" i="0" kern="1200" dirty="0"/>
            <a:t>Lovligt grundlag for videregivelse</a:t>
          </a:r>
        </a:p>
      </dsp:txBody>
      <dsp:txXfrm>
        <a:off x="193792" y="2541776"/>
        <a:ext cx="3059310" cy="1835586"/>
      </dsp:txXfrm>
    </dsp:sp>
    <dsp:sp modelId="{0A4E6F55-73C0-4F71-A595-7ACB57FC9FE5}">
      <dsp:nvSpPr>
        <dsp:cNvPr id="0" name=""/>
        <dsp:cNvSpPr/>
      </dsp:nvSpPr>
      <dsp:spPr>
        <a:xfrm>
          <a:off x="7014255" y="3413850"/>
          <a:ext cx="67304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73041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500" kern="1200"/>
        </a:p>
      </dsp:txBody>
      <dsp:txXfrm>
        <a:off x="7333185" y="3456051"/>
        <a:ext cx="35182" cy="7036"/>
      </dsp:txXfrm>
    </dsp:sp>
    <dsp:sp modelId="{AC89B2D7-5469-41B5-B10C-24BE54237274}">
      <dsp:nvSpPr>
        <dsp:cNvPr id="0" name=""/>
        <dsp:cNvSpPr/>
      </dsp:nvSpPr>
      <dsp:spPr>
        <a:xfrm>
          <a:off x="3956744" y="2541776"/>
          <a:ext cx="3059310" cy="183558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b="1" i="0" kern="1200" dirty="0"/>
            <a:t>5. Opbevaringsstyring</a:t>
          </a:r>
          <a:endParaRPr lang="da-DK" sz="1400" b="0" i="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100" b="0" i="1" kern="1200" dirty="0"/>
            <a:t>Bestemmelse af hvor længe data må gemmes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100" b="1" i="0" kern="1200" dirty="0"/>
            <a:t>GDPR-fokus:</a:t>
          </a:r>
          <a:endParaRPr lang="da-DK" sz="1100" b="0" i="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100" b="0" i="0" kern="1200" dirty="0"/>
            <a:t>Opbevaringsbegrænsning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100" b="0" i="0" kern="1200" dirty="0"/>
            <a:t>Dokumenterede slettepolitikker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100" b="0" i="0" kern="1200" dirty="0"/>
            <a:t>Review af data (er de stadig nødvendige?)</a:t>
          </a:r>
        </a:p>
      </dsp:txBody>
      <dsp:txXfrm>
        <a:off x="3956744" y="2541776"/>
        <a:ext cx="3059310" cy="1835586"/>
      </dsp:txXfrm>
    </dsp:sp>
    <dsp:sp modelId="{200A6BE8-E471-489E-BE9D-84DFC537052F}">
      <dsp:nvSpPr>
        <dsp:cNvPr id="0" name=""/>
        <dsp:cNvSpPr/>
      </dsp:nvSpPr>
      <dsp:spPr>
        <a:xfrm>
          <a:off x="7719696" y="2541776"/>
          <a:ext cx="3059310" cy="183558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b="1" i="0" kern="1200" dirty="0"/>
            <a:t>6. Sletning / Anonymisering</a:t>
          </a:r>
          <a:endParaRPr lang="da-DK" sz="1400" b="0" i="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100" b="0" i="1" kern="1200" dirty="0"/>
            <a:t>Data slettes eller anonymiseres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100" b="1" i="0" kern="1200" dirty="0"/>
            <a:t>GDPR-fokus:</a:t>
          </a:r>
          <a:endParaRPr lang="da-DK" sz="1100" b="0" i="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100" b="0" i="0" kern="1200" dirty="0"/>
            <a:t>Retten til at blive glemt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100" b="0" i="0" kern="1200" dirty="0"/>
            <a:t>Automatisk sletning efter tidsfrister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100" b="0" i="0" kern="1200" dirty="0"/>
            <a:t>Teknisk implementering (</a:t>
          </a:r>
          <a:r>
            <a:rPr lang="da-DK" sz="1100" b="0" i="0" kern="1200" dirty="0" err="1"/>
            <a:t>hard</a:t>
          </a:r>
          <a:r>
            <a:rPr lang="da-DK" sz="1100" b="0" i="0" kern="1200" dirty="0"/>
            <a:t> delete / anonymisering)</a:t>
          </a:r>
        </a:p>
      </dsp:txBody>
      <dsp:txXfrm>
        <a:off x="7719696" y="2541776"/>
        <a:ext cx="3059310" cy="18355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E2BC5-0C4B-4A2D-9324-9C7F3C92864C}" type="datetimeFigureOut">
              <a:rPr lang="da-DK" smtClean="0"/>
              <a:t>21-05-2026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EFC3-19E6-4CC4-A44F-FC69B4DCB28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66904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385194"/>
            <a:ext cx="10959008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140968"/>
            <a:ext cx="10959008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59545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12346E-1A1C-4416-8010-61924EA46B4C}" type="datetime1">
              <a:rPr lang="en-US" altLang="da-DK"/>
              <a:pPr/>
              <a:t>5/21/2026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7072AD-8243-490B-B121-36F8F866EBA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7433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3200"/>
            <a:ext cx="10972800" cy="731838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44F98D-CA61-44A6-BF8A-D6621EFC00D7}" type="datetime1">
              <a:rPr lang="en-US" altLang="da-DK"/>
              <a:pPr/>
              <a:t>5/21/2026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2C0804-67E0-4984-B5FD-088FF50E4C6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89337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9545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B70E6B-B7B9-486F-98D1-A733143BB538}" type="datetime1">
              <a:rPr lang="en-US" altLang="da-DK"/>
              <a:pPr/>
              <a:t>5/21/2026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72B3F5-E868-4B02-9079-85E249432FF6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83366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5/21/2026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5123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5200"/>
            <a:ext cx="5386917" cy="639762"/>
          </a:xfrm>
        </p:spPr>
        <p:txBody>
          <a:bodyPr anchor="ctr" anchorCtr="0"/>
          <a:lstStyle>
            <a:lvl1pPr marL="0" indent="0">
              <a:buNone/>
              <a:defRPr sz="2400" b="1">
                <a:solidFill>
                  <a:srgbClr val="59545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76873"/>
            <a:ext cx="5386917" cy="348925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465200"/>
            <a:ext cx="5389033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76872"/>
            <a:ext cx="5389033" cy="34892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0027D8-26C7-453C-8D91-34EC54F67A36}" type="datetime1">
              <a:rPr lang="en-US" altLang="da-DK"/>
              <a:pPr/>
              <a:t>5/21/2026</a:t>
            </a:fld>
            <a:endParaRPr lang="en-US" altLang="da-DK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1459F-21AF-488F-8735-88D8EE8D7DEA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5433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CA076B-0EC1-4397-A9A7-21D7FBAB7B8A}" type="datetime1">
              <a:rPr lang="en-US" altLang="da-DK"/>
              <a:pPr/>
              <a:t>5/21/2026</a:t>
            </a:fld>
            <a:endParaRPr lang="en-US" alt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4AD2B7-7BEE-4699-B9F8-B2392B799A90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08245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BBE59B-B411-48DF-96D5-96A65B493BDE}" type="datetime1">
              <a:rPr lang="en-US" altLang="da-DK"/>
              <a:pPr/>
              <a:t>5/21/2026</a:t>
            </a:fld>
            <a:endParaRPr lang="en-US" altLang="da-DK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7F44F-7B5A-42A1-99E4-B4BEA490C0F2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272185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03200"/>
            <a:ext cx="4011084" cy="720080"/>
          </a:xfrm>
        </p:spPr>
        <p:txBody>
          <a:bodyPr anchor="t" anchorCtr="0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03201"/>
            <a:ext cx="6815667" cy="5618089"/>
          </a:xfrm>
        </p:spPr>
        <p:txBody>
          <a:bodyPr/>
          <a:lstStyle>
            <a:lvl1pPr>
              <a:defRPr sz="3200">
                <a:solidFill>
                  <a:srgbClr val="595451"/>
                </a:solidFill>
              </a:defRPr>
            </a:lvl1pPr>
            <a:lvl2pPr>
              <a:defRPr sz="2800">
                <a:solidFill>
                  <a:srgbClr val="595451"/>
                </a:solidFill>
              </a:defRPr>
            </a:lvl2pPr>
            <a:lvl3pPr>
              <a:defRPr sz="2400">
                <a:solidFill>
                  <a:srgbClr val="595451"/>
                </a:solidFill>
              </a:defRPr>
            </a:lvl3pPr>
            <a:lvl4pPr>
              <a:defRPr sz="2000">
                <a:solidFill>
                  <a:srgbClr val="595451"/>
                </a:solidFill>
              </a:defRPr>
            </a:lvl4pPr>
            <a:lvl5pPr>
              <a:defRPr sz="2000">
                <a:solidFill>
                  <a:srgbClr val="59545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268760"/>
            <a:ext cx="4011084" cy="47525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7CD1C2-5BC4-4F6E-8FEE-82B39784CFB4}" type="datetime1">
              <a:rPr lang="en-US" altLang="da-DK"/>
              <a:pPr/>
              <a:t>5/21/2026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65377B-5B52-4C9C-B29E-CBAD097C66C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2252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48106"/>
            <a:ext cx="1095900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403201"/>
            <a:ext cx="10959008" cy="381885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a-DK" noProof="0"/>
              <a:t>Klik på ikonet for at tilføje et billede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4914844"/>
            <a:ext cx="10972800" cy="9624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0AD4B9-8127-47DA-A6B8-A2944AC073AE}" type="datetime1">
              <a:rPr lang="en-US" altLang="da-DK"/>
              <a:pPr/>
              <a:t>5/21/2026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9A3DB-564B-4F36-995A-AC9C1F804CA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954033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0F2D61-0917-47B0-98CF-3F32BC9F448C}" type="datetime1">
              <a:rPr lang="en-US" altLang="da-DK"/>
              <a:pPr/>
              <a:t>5/21/2026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094B27-1D44-4568-9A5F-6D38F41EEFC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19252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403200"/>
            <a:ext cx="2743200" cy="5402064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03200"/>
            <a:ext cx="8026400" cy="5402064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CB5A19-1091-4F2F-B01B-02236E4E742E}" type="datetime1">
              <a:rPr lang="en-US" altLang="da-DK" smtClean="0"/>
              <a:pPr/>
              <a:t>5/21/2026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3B540-D54D-4CA3-B5BB-7EF780364F63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843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5/21/2026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083382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6190067"/>
            <a:ext cx="12192000" cy="66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29" name="Google Shape;29;p4" descr="{&quot;templafy&quot;:{&quot;id&quot;:&quot;43ceaf7c-c121-410b-a8f1-4905349c9834&quot;}}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0567" y="6403467"/>
            <a:ext cx="994035" cy="2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374833" y="767933"/>
            <a:ext cx="112544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1169229" y="2127700"/>
            <a:ext cx="10473200" cy="4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da-DK" smtClean="0"/>
              <a:pPr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69796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451">
            <a:alpha val="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9pPr>
          </a:lstStyle>
          <a:p>
            <a:pPr algn="ctr"/>
            <a:endParaRPr lang="da-DK" altLang="da-DK">
              <a:solidFill>
                <a:srgbClr val="595451"/>
              </a:solidFill>
            </a:endParaRP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5E80E16F-F1D6-D74D-8844-3F97B78E4FC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926609" y="6339542"/>
            <a:ext cx="1655791" cy="345232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404664"/>
            <a:ext cx="109728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  <a:endParaRPr lang="en-US" altLang="da-DK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465200"/>
            <a:ext cx="10972800" cy="4379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</a:p>
          <a:p>
            <a:pPr lvl="1"/>
            <a:r>
              <a:rPr lang="da-DK" altLang="da-DK"/>
              <a:t>Andet niveau</a:t>
            </a:r>
          </a:p>
          <a:p>
            <a:pPr lvl="2"/>
            <a:r>
              <a:rPr lang="da-DK" altLang="da-DK"/>
              <a:t>Tredje niveau</a:t>
            </a:r>
          </a:p>
          <a:p>
            <a:pPr lvl="3"/>
            <a:r>
              <a:rPr lang="da-DK" altLang="da-DK"/>
              <a:t>Fjerde niveau</a:t>
            </a:r>
          </a:p>
          <a:p>
            <a:pPr lvl="4"/>
            <a:r>
              <a:rPr lang="da-DK" altLang="da-DK"/>
              <a:t>Femte niveau</a:t>
            </a:r>
            <a:endParaRPr lang="en-US" alt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4D64152E-547A-410C-8CFD-1316C18627F6}" type="datetime1">
              <a:rPr lang="en-US" altLang="da-DK" smtClean="0"/>
              <a:pPr/>
              <a:t>5/21/2026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5792" y="6376244"/>
            <a:ext cx="38608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22784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F380D6A7-79C7-45E1-8DF8-62E1E0787E7B}" type="slidenum">
              <a:rPr lang="en-US" altLang="da-DK" smtClean="0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106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63" r:id="rId12"/>
    <p:sldLayoutId id="2147483683" r:id="rId13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i="0" kern="1200">
          <a:solidFill>
            <a:srgbClr val="F49800"/>
          </a:solidFill>
          <a:latin typeface="Arial" panose="020B0604020202020204" pitchFamily="34" charset="0"/>
          <a:ea typeface="ヒラギノ角ゴ Pro W3" charset="-128"/>
          <a:cs typeface="Arial" panose="020B0604020202020204" pitchFamily="34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B77BAC9-828B-36E5-4F33-D2E13FC34A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Feedback på password manager</a:t>
            </a:r>
            <a:br>
              <a:rPr lang="da-DK" dirty="0"/>
            </a:br>
            <a:r>
              <a:rPr lang="da-DK" dirty="0"/>
              <a:t>GDPR indledning</a:t>
            </a:r>
            <a:endParaRPr lang="da-DK" noProof="0" dirty="0"/>
          </a:p>
        </p:txBody>
      </p:sp>
      <p:sp>
        <p:nvSpPr>
          <p:cNvPr id="5" name="Undertitel 4">
            <a:extLst>
              <a:ext uri="{FF2B5EF4-FFF2-40B4-BE49-F238E27FC236}">
                <a16:creationId xmlns:a16="http://schemas.microsoft.com/office/drawing/2014/main" id="{31E9D6C8-BBEF-A22D-0408-B011726DC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noProof="0" dirty="0"/>
              <a:t>Pedersen og Vandrup, kapitel 10</a:t>
            </a:r>
          </a:p>
        </p:txBody>
      </p:sp>
    </p:spTree>
    <p:extLst>
      <p:ext uri="{BB962C8B-B14F-4D97-AF65-F5344CB8AC3E}">
        <p14:creationId xmlns:p14="http://schemas.microsoft.com/office/powerpoint/2010/main" val="882084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367E0CD-08B5-A048-8096-0D106287C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udfyldelse af slutevaluering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1116694D-4A4E-2084-35D8-94CAE463A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56125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F34E926-8B0C-80E3-616E-E95A3C7B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Feedback på password manager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0130FC0E-A80D-33C9-7670-7F29EDF73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27385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0EE0396-F67B-3BBE-2EEA-A0EB987A6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3200"/>
            <a:ext cx="10972800" cy="731838"/>
          </a:xfrm>
        </p:spPr>
        <p:txBody>
          <a:bodyPr/>
          <a:lstStyle/>
          <a:p>
            <a:r>
              <a:rPr lang="en-US" dirty="0" err="1"/>
              <a:t>createCipheriv</a:t>
            </a:r>
            <a:r>
              <a:rPr lang="en-US" dirty="0"/>
              <a:t>: </a:t>
            </a:r>
            <a:r>
              <a:rPr lang="en-US" dirty="0" err="1"/>
              <a:t>Objekt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at </a:t>
            </a:r>
            <a:r>
              <a:rPr lang="en-US" dirty="0" err="1"/>
              <a:t>kryptere</a:t>
            </a:r>
            <a:endParaRPr lang="en-US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80A52F74-DBAA-CAC8-DDA9-59A6AECA6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684" y="1465200"/>
            <a:ext cx="7550632" cy="4379366"/>
          </a:xfrm>
          <a:prstGeom prst="rect">
            <a:avLst/>
          </a:prstGeom>
          <a:noFill/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A0F50BA1-29A8-9B2C-61FB-D6C8ECF102C9}"/>
              </a:ext>
            </a:extLst>
          </p:cNvPr>
          <p:cNvSpPr/>
          <p:nvPr/>
        </p:nvSpPr>
        <p:spPr>
          <a:xfrm>
            <a:off x="2203704" y="5266944"/>
            <a:ext cx="7754112" cy="649224"/>
          </a:xfrm>
          <a:prstGeom prst="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84481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16CEDBC-3FDF-1DA4-07B5-FE83DDF5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3200"/>
            <a:ext cx="10972800" cy="731838"/>
          </a:xfrm>
        </p:spPr>
        <p:txBody>
          <a:bodyPr/>
          <a:lstStyle/>
          <a:p>
            <a:r>
              <a:rPr lang="en-US" dirty="0"/>
              <a:t>pbkdf2Sync: Fra master password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nøgle</a:t>
            </a:r>
            <a:endParaRPr lang="en-US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AC090BC9-4856-0DDA-D608-193973795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503" y="1465200"/>
            <a:ext cx="8586993" cy="4379366"/>
          </a:xfrm>
          <a:prstGeom prst="rect">
            <a:avLst/>
          </a:prstGeom>
          <a:noFill/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21228A62-D1A1-D02C-D67B-4B61C68E5C88}"/>
              </a:ext>
            </a:extLst>
          </p:cNvPr>
          <p:cNvSpPr/>
          <p:nvPr/>
        </p:nvSpPr>
        <p:spPr>
          <a:xfrm>
            <a:off x="1700784" y="5477256"/>
            <a:ext cx="8787384" cy="438912"/>
          </a:xfrm>
          <a:prstGeom prst="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51128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94C9B3-EFAD-5218-CA03-BCFBA162C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1. Oprette et sikkert lager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28B8A08-9AE1-2DBC-D885-1A06952616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a-DK" dirty="0"/>
              <a:t>Lave salt:</a:t>
            </a:r>
            <a:br>
              <a:rPr lang="da-DK" dirty="0"/>
            </a:br>
            <a:r>
              <a:rPr lang="da-DK" sz="1800" dirty="0" err="1">
                <a:latin typeface="Consolas" panose="020B0609020204030204" pitchFamily="49" charset="0"/>
              </a:rPr>
              <a:t>crypto.randomBytes</a:t>
            </a:r>
            <a:r>
              <a:rPr lang="da-DK" sz="1800" dirty="0">
                <a:latin typeface="Consolas" panose="020B0609020204030204" pitchFamily="49" charset="0"/>
              </a:rPr>
              <a:t>(16).</a:t>
            </a:r>
            <a:r>
              <a:rPr lang="da-DK" sz="1800" dirty="0" err="1">
                <a:latin typeface="Consolas" panose="020B0609020204030204" pitchFamily="49" charset="0"/>
              </a:rPr>
              <a:t>toString</a:t>
            </a:r>
            <a:r>
              <a:rPr lang="da-DK" sz="1800" dirty="0">
                <a:latin typeface="Consolas" panose="020B0609020204030204" pitchFamily="49" charset="0"/>
              </a:rPr>
              <a:t>("</a:t>
            </a:r>
            <a:r>
              <a:rPr lang="da-DK" sz="1800" dirty="0" err="1">
                <a:latin typeface="Consolas" panose="020B0609020204030204" pitchFamily="49" charset="0"/>
              </a:rPr>
              <a:t>hex</a:t>
            </a:r>
            <a:r>
              <a:rPr lang="da-DK" sz="1800" dirty="0">
                <a:latin typeface="Consolas" panose="020B0609020204030204" pitchFamily="49" charset="0"/>
              </a:rPr>
              <a:t>")</a:t>
            </a:r>
            <a:endParaRPr lang="da-DK" dirty="0">
              <a:latin typeface="Consolas" panose="020B0609020204030204" pitchFamily="49" charset="0"/>
            </a:endParaRPr>
          </a:p>
          <a:p>
            <a:r>
              <a:rPr lang="da-DK" dirty="0"/>
              <a:t>Gemme det sikre lager med saltet:</a:t>
            </a:r>
            <a:br>
              <a:rPr lang="da-DK" dirty="0"/>
            </a:br>
            <a:r>
              <a:rPr lang="da-DK" sz="2000" dirty="0" err="1">
                <a:latin typeface="Consolas" panose="020B0609020204030204" pitchFamily="49" charset="0"/>
              </a:rPr>
              <a:t>fs.writeFileSync</a:t>
            </a:r>
            <a:endParaRPr lang="da-DK" dirty="0">
              <a:latin typeface="Consolas" panose="020B0609020204030204" pitchFamily="49" charset="0"/>
            </a:endParaRP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88E7D884-8F5A-7C80-2FE9-9ABA3CEA0B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>
                <a:latin typeface="Consolas" panose="020B0609020204030204" pitchFamily="49" charset="0"/>
              </a:rPr>
              <a:t>Kommando</a:t>
            </a:r>
            <a:r>
              <a:rPr lang="da-DK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da-DK" dirty="0">
                <a:latin typeface="Consolas" panose="020B0609020204030204" pitchFamily="49" charset="0"/>
              </a:rPr>
              <a:t>node manager.js </a:t>
            </a:r>
            <a:r>
              <a:rPr lang="da-DK" dirty="0" err="1">
                <a:latin typeface="Consolas" panose="020B0609020204030204" pitchFamily="49" charset="0"/>
              </a:rPr>
              <a:t>init</a:t>
            </a:r>
            <a:endParaRPr lang="da-DK" dirty="0">
              <a:latin typeface="Consolas" panose="020B0609020204030204" pitchFamily="49" charset="0"/>
            </a:endParaRP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38CA8526-EF20-3157-47F4-84F587CFE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480" y="3716398"/>
            <a:ext cx="3829584" cy="971686"/>
          </a:xfrm>
          <a:prstGeom prst="rect">
            <a:avLst/>
          </a:prstGeom>
        </p:spPr>
      </p:pic>
      <p:sp>
        <p:nvSpPr>
          <p:cNvPr id="7" name="Pil: nedad 6">
            <a:extLst>
              <a:ext uri="{FF2B5EF4-FFF2-40B4-BE49-F238E27FC236}">
                <a16:creationId xmlns:a16="http://schemas.microsoft.com/office/drawing/2014/main" id="{4B98CD9C-18C6-DD57-C369-4D28A777B05F}"/>
              </a:ext>
            </a:extLst>
          </p:cNvPr>
          <p:cNvSpPr/>
          <p:nvPr/>
        </p:nvSpPr>
        <p:spPr>
          <a:xfrm>
            <a:off x="8080388" y="2660904"/>
            <a:ext cx="429768" cy="82296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27924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8B5DAC-2E52-5E3F-042D-5AB6C1CE7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664"/>
            <a:ext cx="10972800" cy="731838"/>
          </a:xfrm>
        </p:spPr>
        <p:txBody>
          <a:bodyPr wrap="square" anchor="ctr">
            <a:normAutofit/>
          </a:bodyPr>
          <a:lstStyle/>
          <a:p>
            <a:r>
              <a:rPr lang="da-DK" dirty="0"/>
              <a:t>2. Kryptere data med AES-GCM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00F66207-E74D-80BA-3541-3CDDC7EDC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47456"/>
            <a:ext cx="5384800" cy="1775715"/>
          </a:xfrm>
          <a:prstGeom prst="rect">
            <a:avLst/>
          </a:prstGeom>
          <a:noFill/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DF964C6-75A0-AFC8-F8DE-A9B3DCC5E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crypto.createCipheriv</a:t>
            </a:r>
            <a:r>
              <a:rPr lang="en-US" sz="1800" dirty="0">
                <a:latin typeface="Consolas" panose="020B0609020204030204" pitchFamily="49" charset="0"/>
              </a:rPr>
              <a:t>(AES_ALGO, key, iv)</a:t>
            </a: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cipher.update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JSON.stringify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{ title, username, secret }), "utf8")</a:t>
            </a:r>
          </a:p>
        </p:txBody>
      </p:sp>
    </p:spTree>
    <p:extLst>
      <p:ext uri="{BB962C8B-B14F-4D97-AF65-F5344CB8AC3E}">
        <p14:creationId xmlns:p14="http://schemas.microsoft.com/office/powerpoint/2010/main" val="362959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0F2C6D-A73C-9D06-5CE9-8155E493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3. Gemme </a:t>
            </a:r>
            <a:r>
              <a:rPr lang="da-DK" dirty="0" err="1"/>
              <a:t>entries</a:t>
            </a:r>
            <a:r>
              <a:rPr lang="da-DK" dirty="0"/>
              <a:t> i en JSON-fil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D7A119BC-1292-6D7D-666E-0CECE20CB8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sz="2000" dirty="0" err="1">
                <a:latin typeface="Consolas" panose="020B0609020204030204" pitchFamily="49" charset="0"/>
              </a:rPr>
              <a:t>vault.entries.push</a:t>
            </a:r>
            <a:r>
              <a:rPr lang="da-DK" sz="2000" dirty="0">
                <a:latin typeface="Consolas" panose="020B0609020204030204" pitchFamily="49" charset="0"/>
              </a:rPr>
              <a:t>({</a:t>
            </a:r>
          </a:p>
          <a:p>
            <a:pPr marL="0" indent="0">
              <a:buNone/>
            </a:pPr>
            <a:r>
              <a:rPr lang="da-DK" sz="2000" dirty="0">
                <a:latin typeface="Consolas" panose="020B0609020204030204" pitchFamily="49" charset="0"/>
              </a:rPr>
              <a:t>    iv: </a:t>
            </a:r>
            <a:r>
              <a:rPr lang="da-DK" sz="2000" dirty="0" err="1">
                <a:latin typeface="Consolas" panose="020B0609020204030204" pitchFamily="49" charset="0"/>
              </a:rPr>
              <a:t>iv.toString</a:t>
            </a:r>
            <a:r>
              <a:rPr lang="da-DK" sz="2000" dirty="0">
                <a:latin typeface="Consolas" panose="020B0609020204030204" pitchFamily="49" charset="0"/>
              </a:rPr>
              <a:t>("</a:t>
            </a:r>
            <a:r>
              <a:rPr lang="da-DK" sz="2000" dirty="0" err="1">
                <a:latin typeface="Consolas" panose="020B0609020204030204" pitchFamily="49" charset="0"/>
              </a:rPr>
              <a:t>hex</a:t>
            </a:r>
            <a:r>
              <a:rPr lang="da-DK" sz="2000" dirty="0">
                <a:latin typeface="Consolas" panose="020B0609020204030204" pitchFamily="49" charset="0"/>
              </a:rPr>
              <a:t>"),</a:t>
            </a:r>
          </a:p>
          <a:p>
            <a:pPr marL="0" indent="0">
              <a:buNone/>
            </a:pPr>
            <a:r>
              <a:rPr lang="da-DK" sz="2000" dirty="0">
                <a:latin typeface="Consolas" panose="020B0609020204030204" pitchFamily="49" charset="0"/>
              </a:rPr>
              <a:t>    tag: </a:t>
            </a:r>
            <a:r>
              <a:rPr lang="da-DK" sz="2000" dirty="0" err="1">
                <a:latin typeface="Consolas" panose="020B0609020204030204" pitchFamily="49" charset="0"/>
              </a:rPr>
              <a:t>tag.toString</a:t>
            </a:r>
            <a:r>
              <a:rPr lang="da-DK" sz="2000" dirty="0">
                <a:latin typeface="Consolas" panose="020B0609020204030204" pitchFamily="49" charset="0"/>
              </a:rPr>
              <a:t>("</a:t>
            </a:r>
            <a:r>
              <a:rPr lang="da-DK" sz="2000" dirty="0" err="1">
                <a:latin typeface="Consolas" panose="020B0609020204030204" pitchFamily="49" charset="0"/>
              </a:rPr>
              <a:t>hex</a:t>
            </a:r>
            <a:r>
              <a:rPr lang="da-DK" sz="2000" dirty="0">
                <a:latin typeface="Consolas" panose="020B0609020204030204" pitchFamily="49" charset="0"/>
              </a:rPr>
              <a:t>"),</a:t>
            </a:r>
          </a:p>
          <a:p>
            <a:pPr marL="0" indent="0">
              <a:buNone/>
            </a:pPr>
            <a:r>
              <a:rPr lang="da-DK" sz="2000" dirty="0">
                <a:latin typeface="Consolas" panose="020B0609020204030204" pitchFamily="49" charset="0"/>
              </a:rPr>
              <a:t>    data: </a:t>
            </a:r>
            <a:r>
              <a:rPr lang="da-DK" sz="2000" dirty="0" err="1">
                <a:latin typeface="Consolas" panose="020B0609020204030204" pitchFamily="49" charset="0"/>
              </a:rPr>
              <a:t>encrypted.toString</a:t>
            </a:r>
            <a:r>
              <a:rPr lang="da-DK" sz="2000" dirty="0">
                <a:latin typeface="Consolas" panose="020B0609020204030204" pitchFamily="49" charset="0"/>
              </a:rPr>
              <a:t>("</a:t>
            </a:r>
            <a:r>
              <a:rPr lang="da-DK" sz="2000" dirty="0" err="1">
                <a:latin typeface="Consolas" panose="020B0609020204030204" pitchFamily="49" charset="0"/>
              </a:rPr>
              <a:t>hex</a:t>
            </a:r>
            <a:r>
              <a:rPr lang="da-DK" sz="2000" dirty="0">
                <a:latin typeface="Consolas" panose="020B0609020204030204" pitchFamily="49" charset="0"/>
              </a:rPr>
              <a:t>")</a:t>
            </a:r>
          </a:p>
          <a:p>
            <a:pPr marL="0" indent="0">
              <a:buNone/>
            </a:pPr>
            <a:r>
              <a:rPr lang="da-DK" sz="2000" dirty="0">
                <a:latin typeface="Consolas" panose="020B0609020204030204" pitchFamily="49" charset="0"/>
              </a:rPr>
              <a:t>  });</a:t>
            </a:r>
          </a:p>
        </p:txBody>
      </p:sp>
      <p:sp>
        <p:nvSpPr>
          <p:cNvPr id="8" name="Pladsholder til indhold 3">
            <a:extLst>
              <a:ext uri="{FF2B5EF4-FFF2-40B4-BE49-F238E27FC236}">
                <a16:creationId xmlns:a16="http://schemas.microsoft.com/office/drawing/2014/main" id="{567F694E-7ACA-9425-59F0-2BC16FBF2768}"/>
              </a:ext>
            </a:extLst>
          </p:cNvPr>
          <p:cNvSpPr txBox="1">
            <a:spLocks/>
          </p:cNvSpPr>
          <p:nvPr/>
        </p:nvSpPr>
        <p:spPr bwMode="auto">
          <a:xfrm>
            <a:off x="6197599" y="1465200"/>
            <a:ext cx="5384800" cy="434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rgbClr val="595451"/>
                </a:solidFill>
                <a:latin typeface="Arial"/>
                <a:ea typeface="ヒラギノ角ゴ Pro W3" charset="-128"/>
                <a:cs typeface="Arial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rgbClr val="595451"/>
                </a:solidFill>
                <a:latin typeface="Arial"/>
                <a:ea typeface="ヒラギノ角ゴ Pro W3" charset="-128"/>
                <a:cs typeface="Arial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595451"/>
                </a:solidFill>
                <a:latin typeface="Arial"/>
                <a:ea typeface="ヒラギノ角ゴ Pro W3" charset="-128"/>
                <a:cs typeface="Arial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rgbClr val="595451"/>
                </a:solidFill>
                <a:latin typeface="Arial"/>
                <a:ea typeface="ヒラギノ角ゴ Pro W3" charset="-128"/>
                <a:cs typeface="Arial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rgbClr val="595451"/>
                </a:solidFill>
                <a:latin typeface="Arial"/>
                <a:ea typeface="ヒラギノ角ゴ Pro W3" charset="-128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2000" b="1" dirty="0">
                <a:latin typeface="Consolas" panose="020B0609020204030204" pitchFamily="49" charset="0"/>
              </a:rPr>
              <a:t>Kommando</a:t>
            </a:r>
            <a:r>
              <a:rPr lang="da-DK" sz="20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da-DK" sz="2000" dirty="0">
                <a:latin typeface="Consolas" panose="020B0609020204030204" pitchFamily="49" charset="0"/>
              </a:rPr>
              <a:t>node manager.js </a:t>
            </a:r>
            <a:r>
              <a:rPr lang="da-DK" sz="2000" dirty="0" err="1">
                <a:latin typeface="Consolas" panose="020B0609020204030204" pitchFamily="49" charset="0"/>
              </a:rPr>
              <a:t>add</a:t>
            </a:r>
            <a:r>
              <a:rPr lang="da-DK" sz="2000" dirty="0">
                <a:latin typeface="Consolas" panose="020B0609020204030204" pitchFamily="49" charset="0"/>
              </a:rPr>
              <a:t> </a:t>
            </a:r>
            <a:r>
              <a:rPr lang="da-DK" sz="2000" dirty="0" err="1">
                <a:latin typeface="Consolas" panose="020B0609020204030204" pitchFamily="49" charset="0"/>
              </a:rPr>
              <a:t>jespersMasterPassword</a:t>
            </a:r>
            <a:r>
              <a:rPr lang="da-DK" sz="2000" dirty="0">
                <a:latin typeface="Consolas" panose="020B0609020204030204" pitchFamily="49" charset="0"/>
              </a:rPr>
              <a:t> 'DR' 'jbp@eamv.dk' 'hemmelig123'</a:t>
            </a:r>
          </a:p>
        </p:txBody>
      </p:sp>
      <p:pic>
        <p:nvPicPr>
          <p:cNvPr id="7" name="Pladsholder til indhold 6">
            <a:extLst>
              <a:ext uri="{FF2B5EF4-FFF2-40B4-BE49-F238E27FC236}">
                <a16:creationId xmlns:a16="http://schemas.microsoft.com/office/drawing/2014/main" id="{78C14BB7-CABE-0AD2-2AF6-6362F7271F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197599" y="3902346"/>
            <a:ext cx="5068007" cy="2076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Pil: nedad 8">
            <a:extLst>
              <a:ext uri="{FF2B5EF4-FFF2-40B4-BE49-F238E27FC236}">
                <a16:creationId xmlns:a16="http://schemas.microsoft.com/office/drawing/2014/main" id="{40BEB9FA-16F2-178A-DCBA-9D9F83403726}"/>
              </a:ext>
            </a:extLst>
          </p:cNvPr>
          <p:cNvSpPr/>
          <p:nvPr/>
        </p:nvSpPr>
        <p:spPr>
          <a:xfrm>
            <a:off x="7842644" y="2915037"/>
            <a:ext cx="429768" cy="82296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74508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A4E346-42B4-CF5E-891C-B76C388D1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4. Dekryptere data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D0FD8AE-D1B4-5827-8E35-EB0275FBB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crypto.createDecipheriv</a:t>
            </a:r>
            <a:r>
              <a:rPr lang="en-US" dirty="0">
                <a:latin typeface="Consolas" panose="020B0609020204030204" pitchFamily="49" charset="0"/>
              </a:rPr>
              <a:t>(AES_ALGO, key, iv)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decipher.update(data, null, "utf8")</a:t>
            </a:r>
          </a:p>
        </p:txBody>
      </p:sp>
    </p:spTree>
    <p:extLst>
      <p:ext uri="{BB962C8B-B14F-4D97-AF65-F5344CB8AC3E}">
        <p14:creationId xmlns:p14="http://schemas.microsoft.com/office/powerpoint/2010/main" val="2755839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0032E6-071E-3EE9-7017-5B6FF9F20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5. Vise </a:t>
            </a:r>
            <a:r>
              <a:rPr lang="da-DK" dirty="0" err="1"/>
              <a:t>entries</a:t>
            </a:r>
            <a:r>
              <a:rPr lang="da-DK" dirty="0"/>
              <a:t> fra JSON-filen</a:t>
            </a:r>
          </a:p>
        </p:txBody>
      </p:sp>
      <p:pic>
        <p:nvPicPr>
          <p:cNvPr id="7" name="Pladsholder til indhold 6">
            <a:extLst>
              <a:ext uri="{FF2B5EF4-FFF2-40B4-BE49-F238E27FC236}">
                <a16:creationId xmlns:a16="http://schemas.microsoft.com/office/drawing/2014/main" id="{224D7C41-D5FE-9729-7B01-216276169E5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7182940" y="4183953"/>
            <a:ext cx="1952898" cy="110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762C0E59-B6EE-F7FC-AB62-75CC2973F0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>
                <a:latin typeface="Consolas" panose="020B0609020204030204" pitchFamily="49" charset="0"/>
              </a:rPr>
              <a:t>Kommando</a:t>
            </a:r>
            <a:r>
              <a:rPr lang="da-DK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da-DK" dirty="0">
                <a:latin typeface="Consolas" panose="020B0609020204030204" pitchFamily="49" charset="0"/>
              </a:rPr>
              <a:t>node manager.js list </a:t>
            </a:r>
            <a:r>
              <a:rPr lang="da-DK" dirty="0" err="1">
                <a:latin typeface="Consolas" panose="020B0609020204030204" pitchFamily="49" charset="0"/>
              </a:rPr>
              <a:t>jespersMasterPassword</a:t>
            </a:r>
            <a:endParaRPr lang="da-DK" dirty="0">
              <a:latin typeface="Consolas" panose="020B0609020204030204" pitchFamily="49" charset="0"/>
            </a:endParaRPr>
          </a:p>
        </p:txBody>
      </p:sp>
      <p:sp>
        <p:nvSpPr>
          <p:cNvPr id="8" name="Pil: nedad 7">
            <a:extLst>
              <a:ext uri="{FF2B5EF4-FFF2-40B4-BE49-F238E27FC236}">
                <a16:creationId xmlns:a16="http://schemas.microsoft.com/office/drawing/2014/main" id="{1381738F-A76A-2B11-8277-85C310FDB0D8}"/>
              </a:ext>
            </a:extLst>
          </p:cNvPr>
          <p:cNvSpPr/>
          <p:nvPr/>
        </p:nvSpPr>
        <p:spPr>
          <a:xfrm>
            <a:off x="7824356" y="3107043"/>
            <a:ext cx="429768" cy="82296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22676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4223075E-F05E-72C1-699B-4AFB7A343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GDPR</a:t>
            </a:r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EE224D7B-81F3-7034-28D4-848C058AA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73545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C7CBB41-ECB2-885A-DDD4-B0DE8BEFE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Læringsmål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20006C2D-51D2-3446-3E40-24FF19A41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i="1" dirty="0"/>
              <a:t>viden om (…) GDPR</a:t>
            </a:r>
          </a:p>
          <a:p>
            <a:r>
              <a:rPr lang="da-DK" i="1" dirty="0"/>
              <a:t>reflektere </a:t>
            </a:r>
            <a:r>
              <a:rPr lang="da-DK" i="1"/>
              <a:t>over (…) ansvar </a:t>
            </a:r>
            <a:r>
              <a:rPr lang="da-DK" i="1" dirty="0"/>
              <a:t>og lovgivning</a:t>
            </a:r>
          </a:p>
        </p:txBody>
      </p:sp>
    </p:spTree>
    <p:extLst>
      <p:ext uri="{BB962C8B-B14F-4D97-AF65-F5344CB8AC3E}">
        <p14:creationId xmlns:p14="http://schemas.microsoft.com/office/powerpoint/2010/main" val="2124120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40E063-D6AB-FE6C-1CF6-9B37F7A2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Formål med GDPR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41C5156-1431-C42B-344C-6810029B69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i="1" dirty="0"/>
              <a:t>GDPR: General Data </a:t>
            </a:r>
            <a:r>
              <a:rPr lang="da-DK" i="1" dirty="0" err="1"/>
              <a:t>Protection</a:t>
            </a:r>
            <a:r>
              <a:rPr lang="da-DK" i="1" dirty="0"/>
              <a:t> </a:t>
            </a:r>
            <a:r>
              <a:rPr lang="da-DK" i="1" dirty="0" err="1"/>
              <a:t>Regulation</a:t>
            </a:r>
            <a:endParaRPr lang="da-DK" dirty="0"/>
          </a:p>
          <a:p>
            <a:endParaRPr lang="da-DK" dirty="0"/>
          </a:p>
          <a:p>
            <a:r>
              <a:rPr lang="da-DK" dirty="0"/>
              <a:t>Beskyttelse af personer i forbindelse med behandling af personoplysninger</a:t>
            </a:r>
          </a:p>
          <a:p>
            <a:r>
              <a:rPr lang="da-DK" dirty="0"/>
              <a:t>Harmonisering af regler på tværs af EU-lande</a:t>
            </a:r>
          </a:p>
          <a:p>
            <a:endParaRPr lang="da-DK" dirty="0"/>
          </a:p>
        </p:txBody>
      </p:sp>
      <p:graphicFrame>
        <p:nvGraphicFramePr>
          <p:cNvPr id="5" name="Pladsholder til indhold 4">
            <a:extLst>
              <a:ext uri="{FF2B5EF4-FFF2-40B4-BE49-F238E27FC236}">
                <a16:creationId xmlns:a16="http://schemas.microsoft.com/office/drawing/2014/main" id="{2AF8CF13-687E-85F0-EDF3-3D7C61297B2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28941257"/>
              </p:ext>
            </p:extLst>
          </p:nvPr>
        </p:nvGraphicFramePr>
        <p:xfrm>
          <a:off x="6197600" y="1465263"/>
          <a:ext cx="5384800" cy="4340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933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8CFC71-8609-4866-4D42-E32B4FDB9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Roller i GDPR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16BB484B-C2C6-B3E2-BACE-06668B9908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3068276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kstfelt 2">
            <a:extLst>
              <a:ext uri="{FF2B5EF4-FFF2-40B4-BE49-F238E27FC236}">
                <a16:creationId xmlns:a16="http://schemas.microsoft.com/office/drawing/2014/main" id="{2B835C95-D2A2-FF3D-B967-2A1F6417EF2A}"/>
              </a:ext>
            </a:extLst>
          </p:cNvPr>
          <p:cNvSpPr txBox="1"/>
          <p:nvPr/>
        </p:nvSpPr>
        <p:spPr>
          <a:xfrm>
            <a:off x="731520" y="1624584"/>
            <a:ext cx="293901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a-DK" dirty="0"/>
              <a:t>Nikolaj, kunde i Vestjysk Bank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4E26AA4A-E433-44EA-DE9D-F4A9A3A65B21}"/>
              </a:ext>
            </a:extLst>
          </p:cNvPr>
          <p:cNvSpPr txBox="1"/>
          <p:nvPr/>
        </p:nvSpPr>
        <p:spPr>
          <a:xfrm>
            <a:off x="6324600" y="1624584"/>
            <a:ext cx="144930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a-DK" dirty="0"/>
              <a:t>Vestjysk Bank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66EFEF89-5918-DEF2-B97E-3FE1749AF867}"/>
              </a:ext>
            </a:extLst>
          </p:cNvPr>
          <p:cNvSpPr txBox="1"/>
          <p:nvPr/>
        </p:nvSpPr>
        <p:spPr>
          <a:xfrm>
            <a:off x="731520" y="3655219"/>
            <a:ext cx="253389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a-DK" dirty="0"/>
              <a:t>BEC Financial Technology</a:t>
            </a: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C14784CC-6229-A254-5B88-3EA8C3362B45}"/>
              </a:ext>
            </a:extLst>
          </p:cNvPr>
          <p:cNvSpPr txBox="1"/>
          <p:nvPr/>
        </p:nvSpPr>
        <p:spPr>
          <a:xfrm>
            <a:off x="6324600" y="3655219"/>
            <a:ext cx="479759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a-DK" dirty="0"/>
              <a:t>Anders Pedersen, DPO i BEC Financial Technology</a:t>
            </a:r>
          </a:p>
        </p:txBody>
      </p:sp>
    </p:spTree>
    <p:extLst>
      <p:ext uri="{BB962C8B-B14F-4D97-AF65-F5344CB8AC3E}">
        <p14:creationId xmlns:p14="http://schemas.microsoft.com/office/powerpoint/2010/main" val="738349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ED6729-F101-FB95-7D8D-FA9D819B8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Principper for GDPR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98F6C328-30E3-AB98-DBAA-BB2E7ABE91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9115238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0997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91724E-F32F-1AE9-FFCD-5BA38CCD4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D8B2DFA-6411-6FFE-B4E5-7D84DD0E7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Opgave 1: Principper</a:t>
            </a:r>
          </a:p>
        </p:txBody>
      </p:sp>
    </p:spTree>
    <p:extLst>
      <p:ext uri="{BB962C8B-B14F-4D97-AF65-F5344CB8AC3E}">
        <p14:creationId xmlns:p14="http://schemas.microsoft.com/office/powerpoint/2010/main" val="156830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C46B10-7B4B-4C80-8129-5A8A2D640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Samtykke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B8F1B50C-92D7-A95E-D198-99CD41CD8A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Udvalgte betingelser</a:t>
            </a:r>
          </a:p>
          <a:p>
            <a:r>
              <a:rPr lang="da-DK" dirty="0"/>
              <a:t>Dataansvarlig skal kunne påvise samtykket.</a:t>
            </a:r>
          </a:p>
          <a:p>
            <a:r>
              <a:rPr lang="da-DK" dirty="0"/>
              <a:t>Den registrerede kan til enhver tid trække sit samtykke tilbage.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F7A2E6C5-3807-19CE-C77A-21AA9C2352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Øvelse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Læs eksemplet på et samtykke.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Diskuter følgende:</a:t>
            </a:r>
          </a:p>
          <a:p>
            <a:pPr marL="914400" lvl="1" indent="-457200">
              <a:buFont typeface="+mj-lt"/>
              <a:buAutoNum type="alphaLcParenR"/>
            </a:pPr>
            <a:r>
              <a:rPr lang="da-DK" dirty="0"/>
              <a:t>Hvad gør samtykket gyldigt?</a:t>
            </a:r>
          </a:p>
          <a:p>
            <a:pPr marL="914400" lvl="1" indent="-457200">
              <a:buFont typeface="+mj-lt"/>
              <a:buAutoNum type="alphaLcParenR"/>
            </a:pPr>
            <a:r>
              <a:rPr lang="da-DK" dirty="0"/>
              <a:t>Hvad mangler i dårlige samtykkeerklæringer? </a:t>
            </a:r>
          </a:p>
          <a:p>
            <a:pPr marL="914400" lvl="1" indent="-457200">
              <a:buFont typeface="+mj-lt"/>
              <a:buAutoNum type="alphaLcParenR"/>
            </a:pPr>
            <a:r>
              <a:rPr lang="da-DK" dirty="0"/>
              <a:t>Hvordan designer man et samtykke i praksis?</a:t>
            </a:r>
          </a:p>
        </p:txBody>
      </p:sp>
    </p:spTree>
    <p:extLst>
      <p:ext uri="{BB962C8B-B14F-4D97-AF65-F5344CB8AC3E}">
        <p14:creationId xmlns:p14="http://schemas.microsoft.com/office/powerpoint/2010/main" val="417524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21038C-D6B1-2640-69A4-655FF0852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Fundamentale rettigheder for en registreret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AEC492F2-2EC4-BA30-3322-54AC9480EA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8067736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0602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16F269-37A6-E6AA-4ABA-20002516F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Data </a:t>
            </a:r>
            <a:r>
              <a:rPr lang="da-DK" dirty="0" err="1"/>
              <a:t>Lifecycle</a:t>
            </a:r>
            <a:r>
              <a:rPr lang="da-DK" dirty="0"/>
              <a:t> Management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0D51A7E7-A7CC-7AFC-F597-7CC7418700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9237291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3136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452C20-B6F4-2FD7-6104-D6C5EB8DB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747F0E8-09A3-7D73-B62F-E1A47BDE0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/>
              <a:t>Opgave 2: Design </a:t>
            </a:r>
            <a:r>
              <a:rPr lang="da-DK" dirty="0"/>
              <a:t>af et system med hensyn til GDPR</a:t>
            </a:r>
          </a:p>
        </p:txBody>
      </p:sp>
    </p:spTree>
    <p:extLst>
      <p:ext uri="{BB962C8B-B14F-4D97-AF65-F5344CB8AC3E}">
        <p14:creationId xmlns:p14="http://schemas.microsoft.com/office/powerpoint/2010/main" val="2459662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EAMV">
      <a:dk1>
        <a:srgbClr val="595451"/>
      </a:dk1>
      <a:lt1>
        <a:srgbClr val="FFFFFF"/>
      </a:lt1>
      <a:dk2>
        <a:srgbClr val="595451"/>
      </a:dk2>
      <a:lt2>
        <a:srgbClr val="E5DFDD"/>
      </a:lt2>
      <a:accent1>
        <a:srgbClr val="F39800"/>
      </a:accent1>
      <a:accent2>
        <a:srgbClr val="000000"/>
      </a:accent2>
      <a:accent3>
        <a:srgbClr val="595451"/>
      </a:accent3>
      <a:accent4>
        <a:srgbClr val="8B8683"/>
      </a:accent4>
      <a:accent5>
        <a:srgbClr val="BDB8B5"/>
      </a:accent5>
      <a:accent6>
        <a:srgbClr val="EFEAE7"/>
      </a:accent6>
      <a:hlink>
        <a:srgbClr val="F39800"/>
      </a:hlink>
      <a:folHlink>
        <a:srgbClr val="F398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60A705C2DE254E8F78A837884E50C0" ma:contentTypeVersion="3" ma:contentTypeDescription="Opret et nyt dokument." ma:contentTypeScope="" ma:versionID="28048fa65363810c9c8bdff36c571e34">
  <xsd:schema xmlns:xsd="http://www.w3.org/2001/XMLSchema" xmlns:xs="http://www.w3.org/2001/XMLSchema" xmlns:p="http://schemas.microsoft.com/office/2006/metadata/properties" xmlns:ns2="c55bf11f-999e-4e03-b8a8-f54705c8f293" targetNamespace="http://schemas.microsoft.com/office/2006/metadata/properties" ma:root="true" ma:fieldsID="8dcfc624f52679de30ad9e22f048067b" ns2:_="">
    <xsd:import namespace="c55bf11f-999e-4e03-b8a8-f54705c8f2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bf11f-999e-4e03-b8a8-f54705c8f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B617EB-268A-4020-AD01-543EA9B1DD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D6D31F-FDC6-4929-B92D-52EEE710D2A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D284927-4404-4454-8048-D7D9B0F254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bf11f-999e-4e03-b8a8-f54705c8f2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2510</TotalTime>
  <Words>732</Words>
  <Application>Microsoft Office PowerPoint</Application>
  <PresentationFormat>Widescreen</PresentationFormat>
  <Paragraphs>145</Paragraphs>
  <Slides>20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Consolas</vt:lpstr>
      <vt:lpstr>Office-tema</vt:lpstr>
      <vt:lpstr>Feedback på password manager GDPR indledning</vt:lpstr>
      <vt:lpstr>udfyldelse af slutevaluering</vt:lpstr>
      <vt:lpstr>Feedback på password manager</vt:lpstr>
      <vt:lpstr>createCipheriv: Objekt til at kryptere</vt:lpstr>
      <vt:lpstr>pbkdf2Sync: Fra master password til nøgle</vt:lpstr>
      <vt:lpstr>1. Oprette et sikkert lager</vt:lpstr>
      <vt:lpstr>2. Kryptere data med AES-GCM</vt:lpstr>
      <vt:lpstr>3. Gemme entries i en JSON-fil</vt:lpstr>
      <vt:lpstr>4. Dekryptere data</vt:lpstr>
      <vt:lpstr>5. Vise entries fra JSON-filen</vt:lpstr>
      <vt:lpstr>GDPR</vt:lpstr>
      <vt:lpstr>Læringsmål</vt:lpstr>
      <vt:lpstr>Formål med GDPR</vt:lpstr>
      <vt:lpstr>Roller i GDPR</vt:lpstr>
      <vt:lpstr>Principper for GDPR</vt:lpstr>
      <vt:lpstr>Øvelse</vt:lpstr>
      <vt:lpstr>Samtykke</vt:lpstr>
      <vt:lpstr>Fundamentale rettigheder for en registreret</vt:lpstr>
      <vt:lpstr>Data Lifecycle Management</vt:lpstr>
      <vt:lpstr>Øvelse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Jesper Buch Poignée</dc:creator>
  <cp:keywords/>
  <dc:description>generated using python-pptx</dc:description>
  <cp:lastModifiedBy>Jesper Buch Poignée</cp:lastModifiedBy>
  <cp:revision>1</cp:revision>
  <dcterms:created xsi:type="dcterms:W3CDTF">2013-01-27T09:14:16Z</dcterms:created>
  <dcterms:modified xsi:type="dcterms:W3CDTF">2026-05-21T07:01:51Z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0x010100F960A705C2DE254E8F78A837884E50C0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</Properties>
</file>