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sldIdLst>
    <p:sldId id="300" r:id="rId5"/>
    <p:sldId id="295" r:id="rId6"/>
    <p:sldId id="297" r:id="rId7"/>
    <p:sldId id="296" r:id="rId8"/>
    <p:sldId id="298" r:id="rId9"/>
    <p:sldId id="309" r:id="rId10"/>
    <p:sldId id="308" r:id="rId11"/>
    <p:sldId id="301" r:id="rId12"/>
    <p:sldId id="305" r:id="rId13"/>
    <p:sldId id="302" r:id="rId14"/>
    <p:sldId id="306" r:id="rId15"/>
    <p:sldId id="303" r:id="rId16"/>
    <p:sldId id="304" r:id="rId17"/>
    <p:sldId id="307" r:id="rId18"/>
    <p:sldId id="310" r:id="rId19"/>
    <p:sldId id="31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16D1E-F82F-4291-9A56-0863998C2071}" v="137" dt="2026-03-13T07:35:00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">
      <pc:chgData name="Jesper Buch Poignée" userId="e9c179cb-b07f-48e2-8bc5-99357f35e469" providerId="ADAL" clId="{0FA08CF4-302B-405B-A75E-5DF504EDE4A1}" dt="2026-03-13T08:41:56.758" v="18267" actId="20577"/>
      <pc:docMkLst>
        <pc:docMk/>
      </pc:docMkLst>
      <pc:sldChg chg="addSp delSp modSp new mod modClrScheme chgLayout">
        <pc:chgData name="Jesper Buch Poignée" userId="e9c179cb-b07f-48e2-8bc5-99357f35e469" providerId="ADAL" clId="{0FA08CF4-302B-405B-A75E-5DF504EDE4A1}" dt="2026-03-12T07:17:08.187" v="16473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3-12T07:16:48.011" v="16435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3-12T07:17:08.187" v="16473"/>
          <ac:spMkLst>
            <pc:docMk/>
            <pc:sldMk cId="882084974" sldId="295"/>
            <ac:spMk id="5" creationId="{31E9D6C8-BBEF-A22D-0408-B011726DCB5A}"/>
          </ac:spMkLst>
        </pc:spChg>
      </pc:sldChg>
      <pc:sldChg chg="addSp delSp modSp new mod modClrScheme modAnim chgLayout">
        <pc:chgData name="Jesper Buch Poignée" userId="e9c179cb-b07f-48e2-8bc5-99357f35e469" providerId="ADAL" clId="{0FA08CF4-302B-405B-A75E-5DF504EDE4A1}" dt="2026-03-13T07:19:15.975" v="18009"/>
        <pc:sldMkLst>
          <pc:docMk/>
          <pc:sldMk cId="1943434778" sldId="296"/>
        </pc:sldMkLst>
        <pc:spChg chg="mod ord">
          <ac:chgData name="Jesper Buch Poignée" userId="e9c179cb-b07f-48e2-8bc5-99357f35e469" providerId="ADAL" clId="{0FA08CF4-302B-405B-A75E-5DF504EDE4A1}" dt="2026-03-13T07:18:02.854" v="18005" actId="20577"/>
          <ac:spMkLst>
            <pc:docMk/>
            <pc:sldMk cId="1943434778" sldId="296"/>
            <ac:spMk id="2" creationId="{58C65EA6-478D-1901-3727-C113FDB4AD59}"/>
          </ac:spMkLst>
        </pc:spChg>
        <pc:spChg chg="del mod ord">
          <ac:chgData name="Jesper Buch Poignée" userId="e9c179cb-b07f-48e2-8bc5-99357f35e469" providerId="ADAL" clId="{0FA08CF4-302B-405B-A75E-5DF504EDE4A1}" dt="2026-03-12T07:18:45.407" v="16504" actId="700"/>
          <ac:spMkLst>
            <pc:docMk/>
            <pc:sldMk cId="1943434778" sldId="296"/>
            <ac:spMk id="3" creationId="{51FC58A6-7728-8051-2C89-991484A64185}"/>
          </ac:spMkLst>
        </pc:spChg>
        <pc:spChg chg="add mod ord">
          <ac:chgData name="Jesper Buch Poignée" userId="e9c179cb-b07f-48e2-8bc5-99357f35e469" providerId="ADAL" clId="{0FA08CF4-302B-405B-A75E-5DF504EDE4A1}" dt="2026-03-12T07:18:49.625" v="16515" actId="20577"/>
          <ac:spMkLst>
            <pc:docMk/>
            <pc:sldMk cId="1943434778" sldId="296"/>
            <ac:spMk id="4" creationId="{C11892EB-6271-B8DE-CB9E-2F9B3B99E643}"/>
          </ac:spMkLst>
        </pc:spChg>
        <pc:spChg chg="add del mod ord">
          <ac:chgData name="Jesper Buch Poignée" userId="e9c179cb-b07f-48e2-8bc5-99357f35e469" providerId="ADAL" clId="{0FA08CF4-302B-405B-A75E-5DF504EDE4A1}" dt="2026-03-13T07:08:51.152" v="17948" actId="20577"/>
          <ac:spMkLst>
            <pc:docMk/>
            <pc:sldMk cId="1943434778" sldId="296"/>
            <ac:spMk id="5" creationId="{D2183F7D-44E1-08AF-2034-D774A4795434}"/>
          </ac:spMkLst>
        </pc:spChg>
        <pc:spChg chg="add mod ord">
          <ac:chgData name="Jesper Buch Poignée" userId="e9c179cb-b07f-48e2-8bc5-99357f35e469" providerId="ADAL" clId="{0FA08CF4-302B-405B-A75E-5DF504EDE4A1}" dt="2026-03-12T14:20:41.085" v="17150"/>
          <ac:spMkLst>
            <pc:docMk/>
            <pc:sldMk cId="1943434778" sldId="296"/>
            <ac:spMk id="6" creationId="{EF8018D0-9782-45B0-DE3F-FE4AB6D17810}"/>
          </ac:spMkLst>
        </pc:spChg>
        <pc:spChg chg="add del mod ord">
          <ac:chgData name="Jesper Buch Poignée" userId="e9c179cb-b07f-48e2-8bc5-99357f35e469" providerId="ADAL" clId="{0FA08CF4-302B-405B-A75E-5DF504EDE4A1}" dt="2026-03-12T14:20:46.582" v="17151" actId="20577"/>
          <ac:spMkLst>
            <pc:docMk/>
            <pc:sldMk cId="1943434778" sldId="296"/>
            <ac:spMk id="7" creationId="{B39A62F5-CD9E-622B-9727-152349EF10ED}"/>
          </ac:spMkLst>
        </pc:spChg>
        <pc:graphicFrameChg chg="add mod">
          <ac:chgData name="Jesper Buch Poignée" userId="e9c179cb-b07f-48e2-8bc5-99357f35e469" providerId="ADAL" clId="{0FA08CF4-302B-405B-A75E-5DF504EDE4A1}" dt="2026-03-12T14:18:54.567" v="17098"/>
          <ac:graphicFrameMkLst>
            <pc:docMk/>
            <pc:sldMk cId="1943434778" sldId="296"/>
            <ac:graphicFrameMk id="3" creationId="{0AA1A70F-7A43-F402-613E-CE157E32BEB9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2T14:19:32.058" v="17126"/>
          <ac:graphicFrameMkLst>
            <pc:docMk/>
            <pc:sldMk cId="1943434778" sldId="296"/>
            <ac:graphicFrameMk id="8" creationId="{E91103B7-533B-674A-195E-388C6D81C5D6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2T14:19:56.771" v="17137"/>
          <ac:graphicFrameMkLst>
            <pc:docMk/>
            <pc:sldMk cId="1943434778" sldId="296"/>
            <ac:graphicFrameMk id="9" creationId="{085DDB02-4EEE-4FC8-C82C-B5907273BF38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2T14:20:33.867" v="17146"/>
          <ac:graphicFrameMkLst>
            <pc:docMk/>
            <pc:sldMk cId="1943434778" sldId="296"/>
            <ac:graphicFrameMk id="10" creationId="{30C34863-F6F6-4E58-434D-45562B021AF6}"/>
          </ac:graphicFrameMkLst>
        </pc:graphicFrameChg>
      </pc:sldChg>
      <pc:sldChg chg="addSp delSp modSp new mod ord modClrScheme chgLayout">
        <pc:chgData name="Jesper Buch Poignée" userId="e9c179cb-b07f-48e2-8bc5-99357f35e469" providerId="ADAL" clId="{0FA08CF4-302B-405B-A75E-5DF504EDE4A1}" dt="2026-03-13T07:17:44.444" v="17993" actId="478"/>
        <pc:sldMkLst>
          <pc:docMk/>
          <pc:sldMk cId="3996199511" sldId="297"/>
        </pc:sldMkLst>
        <pc:spChg chg="mod ord">
          <ac:chgData name="Jesper Buch Poignée" userId="e9c179cb-b07f-48e2-8bc5-99357f35e469" providerId="ADAL" clId="{0FA08CF4-302B-405B-A75E-5DF504EDE4A1}" dt="2026-03-12T07:26:42.484" v="16561" actId="26606"/>
          <ac:spMkLst>
            <pc:docMk/>
            <pc:sldMk cId="3996199511" sldId="297"/>
            <ac:spMk id="2" creationId="{C0DA6FD8-E441-2D91-D3A3-56E1808D49D5}"/>
          </ac:spMkLst>
        </pc:spChg>
        <pc:spChg chg="del">
          <ac:chgData name="Jesper Buch Poignée" userId="e9c179cb-b07f-48e2-8bc5-99357f35e469" providerId="ADAL" clId="{0FA08CF4-302B-405B-A75E-5DF504EDE4A1}" dt="2026-03-12T07:19:13.532" v="16555" actId="700"/>
          <ac:spMkLst>
            <pc:docMk/>
            <pc:sldMk cId="3996199511" sldId="297"/>
            <ac:spMk id="3" creationId="{2CE5249E-4AC0-F9A9-D0D3-3A42DD26952B}"/>
          </ac:spMkLst>
        </pc:spChg>
        <pc:spChg chg="del mod ord">
          <ac:chgData name="Jesper Buch Poignée" userId="e9c179cb-b07f-48e2-8bc5-99357f35e469" providerId="ADAL" clId="{0FA08CF4-302B-405B-A75E-5DF504EDE4A1}" dt="2026-03-12T07:19:13.532" v="16555" actId="700"/>
          <ac:spMkLst>
            <pc:docMk/>
            <pc:sldMk cId="3996199511" sldId="297"/>
            <ac:spMk id="4" creationId="{3F620630-3DF6-30AA-A398-78564C38829C}"/>
          </ac:spMkLst>
        </pc:spChg>
        <pc:spChg chg="del">
          <ac:chgData name="Jesper Buch Poignée" userId="e9c179cb-b07f-48e2-8bc5-99357f35e469" providerId="ADAL" clId="{0FA08CF4-302B-405B-A75E-5DF504EDE4A1}" dt="2026-03-12T07:19:13.532" v="16555" actId="700"/>
          <ac:spMkLst>
            <pc:docMk/>
            <pc:sldMk cId="3996199511" sldId="297"/>
            <ac:spMk id="5" creationId="{C37B5B99-9954-029A-9BFF-9E3C619331BB}"/>
          </ac:spMkLst>
        </pc:spChg>
        <pc:spChg chg="del">
          <ac:chgData name="Jesper Buch Poignée" userId="e9c179cb-b07f-48e2-8bc5-99357f35e469" providerId="ADAL" clId="{0FA08CF4-302B-405B-A75E-5DF504EDE4A1}" dt="2026-03-12T07:19:13.532" v="16555" actId="700"/>
          <ac:spMkLst>
            <pc:docMk/>
            <pc:sldMk cId="3996199511" sldId="297"/>
            <ac:spMk id="6" creationId="{E85B0EAA-5D8E-C5B3-F32F-3BB572E39433}"/>
          </ac:spMkLst>
        </pc:spChg>
        <pc:spChg chg="add del mod ord">
          <ac:chgData name="Jesper Buch Poignée" userId="e9c179cb-b07f-48e2-8bc5-99357f35e469" providerId="ADAL" clId="{0FA08CF4-302B-405B-A75E-5DF504EDE4A1}" dt="2026-03-12T07:26:42.484" v="16561" actId="26606"/>
          <ac:spMkLst>
            <pc:docMk/>
            <pc:sldMk cId="3996199511" sldId="297"/>
            <ac:spMk id="7" creationId="{18833458-B8FA-B78E-DE4A-1830D8D151C0}"/>
          </ac:spMkLst>
        </pc:spChg>
        <pc:spChg chg="add del mod">
          <ac:chgData name="Jesper Buch Poignée" userId="e9c179cb-b07f-48e2-8bc5-99357f35e469" providerId="ADAL" clId="{0FA08CF4-302B-405B-A75E-5DF504EDE4A1}" dt="2026-03-13T07:17:44.444" v="17993" actId="478"/>
          <ac:spMkLst>
            <pc:docMk/>
            <pc:sldMk cId="3996199511" sldId="297"/>
            <ac:spMk id="7" creationId="{2E3BC724-9B91-7B01-EAC7-C19615CB064A}"/>
          </ac:spMkLst>
        </pc:spChg>
        <pc:spChg chg="add del mod">
          <ac:chgData name="Jesper Buch Poignée" userId="e9c179cb-b07f-48e2-8bc5-99357f35e469" providerId="ADAL" clId="{0FA08CF4-302B-405B-A75E-5DF504EDE4A1}" dt="2026-03-12T07:26:25.957" v="16559" actId="22"/>
          <ac:spMkLst>
            <pc:docMk/>
            <pc:sldMk cId="3996199511" sldId="297"/>
            <ac:spMk id="9" creationId="{18B75DF2-B43F-75C3-E257-E103C0ABCE1E}"/>
          </ac:spMkLst>
        </pc:spChg>
        <pc:picChg chg="add mod">
          <ac:chgData name="Jesper Buch Poignée" userId="e9c179cb-b07f-48e2-8bc5-99357f35e469" providerId="ADAL" clId="{0FA08CF4-302B-405B-A75E-5DF504EDE4A1}" dt="2026-03-13T07:17:10.475" v="17987" actId="1076"/>
          <ac:picMkLst>
            <pc:docMk/>
            <pc:sldMk cId="3996199511" sldId="297"/>
            <ac:picMk id="4" creationId="{5EC78885-6C16-E19A-AAAC-5B04102C94AA}"/>
          </ac:picMkLst>
        </pc:picChg>
        <pc:picChg chg="add mod">
          <ac:chgData name="Jesper Buch Poignée" userId="e9c179cb-b07f-48e2-8bc5-99357f35e469" providerId="ADAL" clId="{0FA08CF4-302B-405B-A75E-5DF504EDE4A1}" dt="2026-03-13T07:17:38.488" v="17992" actId="1076"/>
          <ac:picMkLst>
            <pc:docMk/>
            <pc:sldMk cId="3996199511" sldId="297"/>
            <ac:picMk id="6" creationId="{A7D78AFB-C57B-1D7E-F838-0BE932C0FA89}"/>
          </ac:picMkLst>
        </pc:picChg>
        <pc:picChg chg="add mod">
          <ac:chgData name="Jesper Buch Poignée" userId="e9c179cb-b07f-48e2-8bc5-99357f35e469" providerId="ADAL" clId="{0FA08CF4-302B-405B-A75E-5DF504EDE4A1}" dt="2026-03-12T07:26:42.484" v="16561" actId="26606"/>
          <ac:picMkLst>
            <pc:docMk/>
            <pc:sldMk cId="3996199511" sldId="297"/>
            <ac:picMk id="1026" creationId="{238318EA-0EF9-A7E4-CE8D-A6940F258B2F}"/>
          </ac:picMkLst>
        </pc:picChg>
      </pc:sldChg>
      <pc:sldChg chg="addSp delSp modSp new mod modClrScheme modAnim chgLayout">
        <pc:chgData name="Jesper Buch Poignée" userId="e9c179cb-b07f-48e2-8bc5-99357f35e469" providerId="ADAL" clId="{0FA08CF4-302B-405B-A75E-5DF504EDE4A1}" dt="2026-03-13T07:19:22.142" v="18010"/>
        <pc:sldMkLst>
          <pc:docMk/>
          <pc:sldMk cId="2721160296" sldId="298"/>
        </pc:sldMkLst>
        <pc:spChg chg="mod">
          <ac:chgData name="Jesper Buch Poignée" userId="e9c179cb-b07f-48e2-8bc5-99357f35e469" providerId="ADAL" clId="{0FA08CF4-302B-405B-A75E-5DF504EDE4A1}" dt="2026-03-13T07:18:29.661" v="18006" actId="26606"/>
          <ac:spMkLst>
            <pc:docMk/>
            <pc:sldMk cId="2721160296" sldId="298"/>
            <ac:spMk id="2" creationId="{F196B636-13C1-CD5E-97B2-17E286F2669D}"/>
          </ac:spMkLst>
        </pc:spChg>
        <pc:spChg chg="add del mod">
          <ac:chgData name="Jesper Buch Poignée" userId="e9c179cb-b07f-48e2-8bc5-99357f35e469" providerId="ADAL" clId="{0FA08CF4-302B-405B-A75E-5DF504EDE4A1}" dt="2026-03-12T07:42:27.439" v="16847" actId="26606"/>
          <ac:spMkLst>
            <pc:docMk/>
            <pc:sldMk cId="2721160296" sldId="298"/>
            <ac:spMk id="3" creationId="{9D4D4412-D2FF-5B0B-2CDC-3D2C12319BD3}"/>
          </ac:spMkLst>
        </pc:spChg>
        <pc:spChg chg="add del mod">
          <ac:chgData name="Jesper Buch Poignée" userId="e9c179cb-b07f-48e2-8bc5-99357f35e469" providerId="ADAL" clId="{0FA08CF4-302B-405B-A75E-5DF504EDE4A1}" dt="2026-03-12T07:42:13.065" v="16842" actId="26606"/>
          <ac:spMkLst>
            <pc:docMk/>
            <pc:sldMk cId="2721160296" sldId="298"/>
            <ac:spMk id="9" creationId="{FDC95F2D-8533-AB5E-3473-67E6D1B0A2EB}"/>
          </ac:spMkLst>
        </pc:spChg>
        <pc:spChg chg="add del mod">
          <ac:chgData name="Jesper Buch Poignée" userId="e9c179cb-b07f-48e2-8bc5-99357f35e469" providerId="ADAL" clId="{0FA08CF4-302B-405B-A75E-5DF504EDE4A1}" dt="2026-03-12T07:42:24.422" v="16844" actId="26606"/>
          <ac:spMkLst>
            <pc:docMk/>
            <pc:sldMk cId="2721160296" sldId="298"/>
            <ac:spMk id="11" creationId="{6A6F00DF-277C-5DA4-FA5F-5ACD05B9802F}"/>
          </ac:spMkLst>
        </pc:spChg>
        <pc:spChg chg="add del mod">
          <ac:chgData name="Jesper Buch Poignée" userId="e9c179cb-b07f-48e2-8bc5-99357f35e469" providerId="ADAL" clId="{0FA08CF4-302B-405B-A75E-5DF504EDE4A1}" dt="2026-03-12T07:42:27.424" v="16846" actId="26606"/>
          <ac:spMkLst>
            <pc:docMk/>
            <pc:sldMk cId="2721160296" sldId="298"/>
            <ac:spMk id="14" creationId="{FDC95F2D-8533-AB5E-3473-67E6D1B0A2EB}"/>
          </ac:spMkLst>
        </pc:spChg>
        <pc:spChg chg="add mod">
          <ac:chgData name="Jesper Buch Poignée" userId="e9c179cb-b07f-48e2-8bc5-99357f35e469" providerId="ADAL" clId="{0FA08CF4-302B-405B-A75E-5DF504EDE4A1}" dt="2026-03-13T07:18:29.661" v="18006" actId="26606"/>
          <ac:spMkLst>
            <pc:docMk/>
            <pc:sldMk cId="2721160296" sldId="298"/>
            <ac:spMk id="17" creationId="{6A6F00DF-277C-5DA4-FA5F-5ACD05B9802F}"/>
          </ac:spMkLst>
        </pc:spChg>
        <pc:graphicFrameChg chg="add del mod">
          <ac:chgData name="Jesper Buch Poignée" userId="e9c179cb-b07f-48e2-8bc5-99357f35e469" providerId="ADAL" clId="{0FA08CF4-302B-405B-A75E-5DF504EDE4A1}" dt="2026-03-12T07:42:13.065" v="16842" actId="26606"/>
          <ac:graphicFrameMkLst>
            <pc:docMk/>
            <pc:sldMk cId="2721160296" sldId="298"/>
            <ac:graphicFrameMk id="5" creationId="{F80B68DA-43B2-43E7-CF79-79176246CB85}"/>
          </ac:graphicFrameMkLst>
        </pc:graphicFrameChg>
        <pc:graphicFrameChg chg="add del mod">
          <ac:chgData name="Jesper Buch Poignée" userId="e9c179cb-b07f-48e2-8bc5-99357f35e469" providerId="ADAL" clId="{0FA08CF4-302B-405B-A75E-5DF504EDE4A1}" dt="2026-03-12T07:42:24.422" v="16844" actId="26606"/>
          <ac:graphicFrameMkLst>
            <pc:docMk/>
            <pc:sldMk cId="2721160296" sldId="298"/>
            <ac:graphicFrameMk id="12" creationId="{E55ECAD2-305F-35CE-76C1-8D77C2D2F9DE}"/>
          </ac:graphicFrameMkLst>
        </pc:graphicFrameChg>
        <pc:graphicFrameChg chg="add del mod">
          <ac:chgData name="Jesper Buch Poignée" userId="e9c179cb-b07f-48e2-8bc5-99357f35e469" providerId="ADAL" clId="{0FA08CF4-302B-405B-A75E-5DF504EDE4A1}" dt="2026-03-12T07:42:27.424" v="16846" actId="26606"/>
          <ac:graphicFrameMkLst>
            <pc:docMk/>
            <pc:sldMk cId="2721160296" sldId="298"/>
            <ac:graphicFrameMk id="15" creationId="{F80B68DA-43B2-43E7-CF79-79176246CB85}"/>
          </ac:graphicFrameMkLst>
        </pc:graphicFrameChg>
        <pc:graphicFrameChg chg="add mod modGraphic">
          <ac:chgData name="Jesper Buch Poignée" userId="e9c179cb-b07f-48e2-8bc5-99357f35e469" providerId="ADAL" clId="{0FA08CF4-302B-405B-A75E-5DF504EDE4A1}" dt="2026-03-13T07:18:29.661" v="18006" actId="26606"/>
          <ac:graphicFrameMkLst>
            <pc:docMk/>
            <pc:sldMk cId="2721160296" sldId="298"/>
            <ac:graphicFrameMk id="18" creationId="{E55ECAD2-305F-35CE-76C1-8D77C2D2F9DE}"/>
          </ac:graphicFrameMkLst>
        </pc:graphicFrameChg>
      </pc:sldChg>
      <pc:sldChg chg="addSp delSp modSp new del mod modClrScheme chgLayout">
        <pc:chgData name="Jesper Buch Poignée" userId="e9c179cb-b07f-48e2-8bc5-99357f35e469" providerId="ADAL" clId="{0FA08CF4-302B-405B-A75E-5DF504EDE4A1}" dt="2026-03-13T07:16:14.736" v="17981" actId="2696"/>
        <pc:sldMkLst>
          <pc:docMk/>
          <pc:sldMk cId="374072949" sldId="299"/>
        </pc:sldMkLst>
        <pc:spChg chg="mod ord">
          <ac:chgData name="Jesper Buch Poignée" userId="e9c179cb-b07f-48e2-8bc5-99357f35e469" providerId="ADAL" clId="{0FA08CF4-302B-405B-A75E-5DF504EDE4A1}" dt="2026-03-12T21:50:45.303" v="17635" actId="700"/>
          <ac:spMkLst>
            <pc:docMk/>
            <pc:sldMk cId="374072949" sldId="299"/>
            <ac:spMk id="2" creationId="{E868D69B-F676-AD6C-E1D9-E1C249776E82}"/>
          </ac:spMkLst>
        </pc:spChg>
        <pc:spChg chg="mod ord">
          <ac:chgData name="Jesper Buch Poignée" userId="e9c179cb-b07f-48e2-8bc5-99357f35e469" providerId="ADAL" clId="{0FA08CF4-302B-405B-A75E-5DF504EDE4A1}" dt="2026-03-13T07:16:08.895" v="17979" actId="21"/>
          <ac:spMkLst>
            <pc:docMk/>
            <pc:sldMk cId="374072949" sldId="299"/>
            <ac:spMk id="3" creationId="{1609AA07-521E-8A63-8D00-BB95D36C0D39}"/>
          </ac:spMkLst>
        </pc:spChg>
        <pc:spChg chg="add del mod ord">
          <ac:chgData name="Jesper Buch Poignée" userId="e9c179cb-b07f-48e2-8bc5-99357f35e469" providerId="ADAL" clId="{0FA08CF4-302B-405B-A75E-5DF504EDE4A1}" dt="2026-03-12T21:52:05.044" v="17672" actId="20577"/>
          <ac:spMkLst>
            <pc:docMk/>
            <pc:sldMk cId="374072949" sldId="299"/>
            <ac:spMk id="4" creationId="{B14D92F7-408E-9CB4-B366-3A7E1D785C40}"/>
          </ac:spMkLst>
        </pc:spChg>
        <pc:spChg chg="add del mod">
          <ac:chgData name="Jesper Buch Poignée" userId="e9c179cb-b07f-48e2-8bc5-99357f35e469" providerId="ADAL" clId="{0FA08CF4-302B-405B-A75E-5DF504EDE4A1}" dt="2026-03-13T07:13:01.926" v="17949" actId="478"/>
          <ac:spMkLst>
            <pc:docMk/>
            <pc:sldMk cId="374072949" sldId="299"/>
            <ac:spMk id="6" creationId="{7BD6593B-F040-1A6D-5E34-CC11A75A9A36}"/>
          </ac:spMkLst>
        </pc:spChg>
        <pc:graphicFrameChg chg="add mod">
          <ac:chgData name="Jesper Buch Poignée" userId="e9c179cb-b07f-48e2-8bc5-99357f35e469" providerId="ADAL" clId="{0FA08CF4-302B-405B-A75E-5DF504EDE4A1}" dt="2026-03-12T21:51:01.528" v="17639"/>
          <ac:graphicFrameMkLst>
            <pc:docMk/>
            <pc:sldMk cId="374072949" sldId="299"/>
            <ac:graphicFrameMk id="5" creationId="{9220885E-D905-AE36-CB72-31D81B873029}"/>
          </ac:graphicFrameMkLst>
        </pc:graphicFrameChg>
        <pc:picChg chg="add">
          <ac:chgData name="Jesper Buch Poignée" userId="e9c179cb-b07f-48e2-8bc5-99357f35e469" providerId="ADAL" clId="{0FA08CF4-302B-405B-A75E-5DF504EDE4A1}" dt="2026-03-13T07:13:06.099" v="17950"/>
          <ac:picMkLst>
            <pc:docMk/>
            <pc:sldMk cId="374072949" sldId="299"/>
            <ac:picMk id="1026" creationId="{B4D823C9-283A-9226-587B-B4A0338999AF}"/>
          </ac:picMkLst>
        </pc:picChg>
      </pc:sldChg>
      <pc:sldChg chg="modSp new mod ord">
        <pc:chgData name="Jesper Buch Poignée" userId="e9c179cb-b07f-48e2-8bc5-99357f35e469" providerId="ADAL" clId="{0FA08CF4-302B-405B-A75E-5DF504EDE4A1}" dt="2026-03-12T14:04:16.544" v="16877" actId="20577"/>
        <pc:sldMkLst>
          <pc:docMk/>
          <pc:sldMk cId="1118619026" sldId="300"/>
        </pc:sldMkLst>
        <pc:spChg chg="mod">
          <ac:chgData name="Jesper Buch Poignée" userId="e9c179cb-b07f-48e2-8bc5-99357f35e469" providerId="ADAL" clId="{0FA08CF4-302B-405B-A75E-5DF504EDE4A1}" dt="2026-03-12T14:04:16.544" v="16877" actId="20577"/>
          <ac:spMkLst>
            <pc:docMk/>
            <pc:sldMk cId="1118619026" sldId="300"/>
            <ac:spMk id="2" creationId="{4D4793F4-5D7A-F94E-4CCA-B1E3DEAC569C}"/>
          </ac:spMkLst>
        </pc:spChg>
      </pc:sldChg>
      <pc:sldChg chg="addSp delSp modSp new mod modClrScheme modAnim chgLayout">
        <pc:chgData name="Jesper Buch Poignée" userId="e9c179cb-b07f-48e2-8bc5-99357f35e469" providerId="ADAL" clId="{0FA08CF4-302B-405B-A75E-5DF504EDE4A1}" dt="2026-03-13T07:19:43.841" v="18022" actId="6549"/>
        <pc:sldMkLst>
          <pc:docMk/>
          <pc:sldMk cId="2093418869" sldId="301"/>
        </pc:sldMkLst>
        <pc:spChg chg="mod ord">
          <ac:chgData name="Jesper Buch Poignée" userId="e9c179cb-b07f-48e2-8bc5-99357f35e469" providerId="ADAL" clId="{0FA08CF4-302B-405B-A75E-5DF504EDE4A1}" dt="2026-03-12T14:18:12.167" v="17094" actId="20577"/>
          <ac:spMkLst>
            <pc:docMk/>
            <pc:sldMk cId="2093418869" sldId="301"/>
            <ac:spMk id="2" creationId="{9E93A00D-C0A5-A644-7BA2-31B7787E08ED}"/>
          </ac:spMkLst>
        </pc:spChg>
        <pc:spChg chg="add del mod ord">
          <ac:chgData name="Jesper Buch Poignée" userId="e9c179cb-b07f-48e2-8bc5-99357f35e469" providerId="ADAL" clId="{0FA08CF4-302B-405B-A75E-5DF504EDE4A1}" dt="2026-03-12T14:09:17.465" v="16885" actId="700"/>
          <ac:spMkLst>
            <pc:docMk/>
            <pc:sldMk cId="2093418869" sldId="301"/>
            <ac:spMk id="3" creationId="{64ACF3EC-564D-9267-3E07-68EC44E728EA}"/>
          </ac:spMkLst>
        </pc:spChg>
        <pc:spChg chg="add mod ord">
          <ac:chgData name="Jesper Buch Poignée" userId="e9c179cb-b07f-48e2-8bc5-99357f35e469" providerId="ADAL" clId="{0FA08CF4-302B-405B-A75E-5DF504EDE4A1}" dt="2026-03-12T14:17:59.679" v="17092" actId="113"/>
          <ac:spMkLst>
            <pc:docMk/>
            <pc:sldMk cId="2093418869" sldId="301"/>
            <ac:spMk id="5" creationId="{235AA3CD-22F5-CA63-854A-E629C8BD2D9B}"/>
          </ac:spMkLst>
        </pc:spChg>
        <pc:spChg chg="add del mod ord">
          <ac:chgData name="Jesper Buch Poignée" userId="e9c179cb-b07f-48e2-8bc5-99357f35e469" providerId="ADAL" clId="{0FA08CF4-302B-405B-A75E-5DF504EDE4A1}" dt="2026-03-13T07:19:43.841" v="18022" actId="6549"/>
          <ac:spMkLst>
            <pc:docMk/>
            <pc:sldMk cId="2093418869" sldId="301"/>
            <ac:spMk id="6" creationId="{49662D4A-41C0-AB89-EC25-D0A32242CFE6}"/>
          </ac:spMkLst>
        </pc:spChg>
        <pc:graphicFrameChg chg="add mod">
          <ac:chgData name="Jesper Buch Poignée" userId="e9c179cb-b07f-48e2-8bc5-99357f35e469" providerId="ADAL" clId="{0FA08CF4-302B-405B-A75E-5DF504EDE4A1}" dt="2026-03-12T14:09:11.018" v="16882"/>
          <ac:graphicFrameMkLst>
            <pc:docMk/>
            <pc:sldMk cId="2093418869" sldId="301"/>
            <ac:graphicFrameMk id="4" creationId="{4DB0B626-A414-103B-E0C2-B1A873C0FD53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2T14:09:30.398" v="16897"/>
          <ac:graphicFrameMkLst>
            <pc:docMk/>
            <pc:sldMk cId="2093418869" sldId="301"/>
            <ac:graphicFrameMk id="7" creationId="{E362469D-A9FB-AD25-1EE1-41EE24DD0021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2T14:10:12.187" v="16948"/>
          <ac:graphicFrameMkLst>
            <pc:docMk/>
            <pc:sldMk cId="2093418869" sldId="301"/>
            <ac:graphicFrameMk id="8" creationId="{FB71A9BB-20C6-3589-CF0F-D7161C8D0055}"/>
          </ac:graphicFrameMkLst>
        </pc:graphicFrameChg>
      </pc:sldChg>
      <pc:sldChg chg="addSp modSp add mod modAnim">
        <pc:chgData name="Jesper Buch Poignée" userId="e9c179cb-b07f-48e2-8bc5-99357f35e469" providerId="ADAL" clId="{0FA08CF4-302B-405B-A75E-5DF504EDE4A1}" dt="2026-03-13T07:20:00.683" v="18031"/>
        <pc:sldMkLst>
          <pc:docMk/>
          <pc:sldMk cId="3392116036" sldId="302"/>
        </pc:sldMkLst>
        <pc:spChg chg="mod">
          <ac:chgData name="Jesper Buch Poignée" userId="e9c179cb-b07f-48e2-8bc5-99357f35e469" providerId="ADAL" clId="{0FA08CF4-302B-405B-A75E-5DF504EDE4A1}" dt="2026-03-12T14:13:08.899" v="17000" actId="20577"/>
          <ac:spMkLst>
            <pc:docMk/>
            <pc:sldMk cId="3392116036" sldId="302"/>
            <ac:spMk id="2" creationId="{F02D5BC4-AD99-EE93-C7C1-CE5375DF5214}"/>
          </ac:spMkLst>
        </pc:spChg>
        <pc:spChg chg="mod">
          <ac:chgData name="Jesper Buch Poignée" userId="e9c179cb-b07f-48e2-8bc5-99357f35e469" providerId="ADAL" clId="{0FA08CF4-302B-405B-A75E-5DF504EDE4A1}" dt="2026-03-12T14:17:53.907" v="17089" actId="113"/>
          <ac:spMkLst>
            <pc:docMk/>
            <pc:sldMk cId="3392116036" sldId="302"/>
            <ac:spMk id="5" creationId="{875FF37E-513D-4F1F-F385-9E8EBB02A13B}"/>
          </ac:spMkLst>
        </pc:spChg>
        <pc:spChg chg="mod">
          <ac:chgData name="Jesper Buch Poignée" userId="e9c179cb-b07f-48e2-8bc5-99357f35e469" providerId="ADAL" clId="{0FA08CF4-302B-405B-A75E-5DF504EDE4A1}" dt="2026-03-12T14:17:55.376" v="17090" actId="113"/>
          <ac:spMkLst>
            <pc:docMk/>
            <pc:sldMk cId="3392116036" sldId="302"/>
            <ac:spMk id="6" creationId="{4F700D79-D83B-DDAB-2AE0-A22F426B8773}"/>
          </ac:spMkLst>
        </pc:spChg>
        <pc:graphicFrameChg chg="add mod">
          <ac:chgData name="Jesper Buch Poignée" userId="e9c179cb-b07f-48e2-8bc5-99357f35e469" providerId="ADAL" clId="{0FA08CF4-302B-405B-A75E-5DF504EDE4A1}" dt="2026-03-12T14:13:00.998" v="16983"/>
          <ac:graphicFrameMkLst>
            <pc:docMk/>
            <pc:sldMk cId="3392116036" sldId="302"/>
            <ac:graphicFrameMk id="3" creationId="{8686DF84-4299-5E06-3084-682CEF0AAEFD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2T14:13:40.899" v="17019"/>
          <ac:graphicFrameMkLst>
            <pc:docMk/>
            <pc:sldMk cId="3392116036" sldId="302"/>
            <ac:graphicFrameMk id="4" creationId="{6264D715-A5DB-80E8-9E73-A922CC94FB6E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2T14:16:12.431" v="17039"/>
          <ac:graphicFrameMkLst>
            <pc:docMk/>
            <pc:sldMk cId="3392116036" sldId="302"/>
            <ac:graphicFrameMk id="7" creationId="{1C648C09-4E1F-6F19-3CD2-3A8F3223B6B8}"/>
          </ac:graphicFrameMkLst>
        </pc:graphicFrameChg>
      </pc:sldChg>
      <pc:sldChg chg="addSp delSp modSp new mod modAnim">
        <pc:chgData name="Jesper Buch Poignée" userId="e9c179cb-b07f-48e2-8bc5-99357f35e469" providerId="ADAL" clId="{0FA08CF4-302B-405B-A75E-5DF504EDE4A1}" dt="2026-03-13T07:20:09.570" v="18032"/>
        <pc:sldMkLst>
          <pc:docMk/>
          <pc:sldMk cId="4234229959" sldId="303"/>
        </pc:sldMkLst>
        <pc:spChg chg="mod">
          <ac:chgData name="Jesper Buch Poignée" userId="e9c179cb-b07f-48e2-8bc5-99357f35e469" providerId="ADAL" clId="{0FA08CF4-302B-405B-A75E-5DF504EDE4A1}" dt="2026-03-12T14:21:34.583" v="17158"/>
          <ac:spMkLst>
            <pc:docMk/>
            <pc:sldMk cId="4234229959" sldId="303"/>
            <ac:spMk id="2" creationId="{20BFFAA7-7895-18AD-1974-B5204548FFFF}"/>
          </ac:spMkLst>
        </pc:spChg>
        <pc:spChg chg="add del mod">
          <ac:chgData name="Jesper Buch Poignée" userId="e9c179cb-b07f-48e2-8bc5-99357f35e469" providerId="ADAL" clId="{0FA08CF4-302B-405B-A75E-5DF504EDE4A1}" dt="2026-03-12T14:26:09.509" v="17330" actId="20577"/>
          <ac:spMkLst>
            <pc:docMk/>
            <pc:sldMk cId="4234229959" sldId="303"/>
            <ac:spMk id="3" creationId="{D1171EB0-E75C-22DA-E5CA-65B5301AC754}"/>
          </ac:spMkLst>
        </pc:spChg>
        <pc:spChg chg="add del mod">
          <ac:chgData name="Jesper Buch Poignée" userId="e9c179cb-b07f-48e2-8bc5-99357f35e469" providerId="ADAL" clId="{0FA08CF4-302B-405B-A75E-5DF504EDE4A1}" dt="2026-03-12T14:23:13.041" v="17222" actId="113"/>
          <ac:spMkLst>
            <pc:docMk/>
            <pc:sldMk cId="4234229959" sldId="303"/>
            <ac:spMk id="4" creationId="{94BE9135-7536-25D1-0E68-42CE1BEDD9D1}"/>
          </ac:spMkLst>
        </pc:spChg>
        <pc:graphicFrameChg chg="add mod">
          <ac:chgData name="Jesper Buch Poignée" userId="e9c179cb-b07f-48e2-8bc5-99357f35e469" providerId="ADAL" clId="{0FA08CF4-302B-405B-A75E-5DF504EDE4A1}" dt="2026-03-12T14:21:34.581" v="17156"/>
          <ac:graphicFrameMkLst>
            <pc:docMk/>
            <pc:sldMk cId="4234229959" sldId="303"/>
            <ac:graphicFrameMk id="5" creationId="{DA5DC88D-AEC7-1B6C-3CFC-D90CEC1613A2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2T14:21:43.056" v="17162"/>
          <ac:graphicFrameMkLst>
            <pc:docMk/>
            <pc:sldMk cId="4234229959" sldId="303"/>
            <ac:graphicFrameMk id="6" creationId="{A1D3CE5A-1790-A882-ABC6-937377949B13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2T14:22:37.588" v="17189"/>
          <ac:graphicFrameMkLst>
            <pc:docMk/>
            <pc:sldMk cId="4234229959" sldId="303"/>
            <ac:graphicFrameMk id="7" creationId="{2244E0CE-585D-98DA-4482-BA9B72804BC9}"/>
          </ac:graphicFrameMkLst>
        </pc:graphicFrameChg>
      </pc:sldChg>
      <pc:sldChg chg="modSp add mod modAnim">
        <pc:chgData name="Jesper Buch Poignée" userId="e9c179cb-b07f-48e2-8bc5-99357f35e469" providerId="ADAL" clId="{0FA08CF4-302B-405B-A75E-5DF504EDE4A1}" dt="2026-03-13T07:20:15.681" v="18033"/>
        <pc:sldMkLst>
          <pc:docMk/>
          <pc:sldMk cId="1867140340" sldId="304"/>
        </pc:sldMkLst>
        <pc:spChg chg="mod">
          <ac:chgData name="Jesper Buch Poignée" userId="e9c179cb-b07f-48e2-8bc5-99357f35e469" providerId="ADAL" clId="{0FA08CF4-302B-405B-A75E-5DF504EDE4A1}" dt="2026-03-12T14:24:28.131" v="17247" actId="20577"/>
          <ac:spMkLst>
            <pc:docMk/>
            <pc:sldMk cId="1867140340" sldId="304"/>
            <ac:spMk id="2" creationId="{E3AAE219-7CE3-12C1-2AE8-A69392F47CA7}"/>
          </ac:spMkLst>
        </pc:spChg>
        <pc:spChg chg="mod">
          <ac:chgData name="Jesper Buch Poignée" userId="e9c179cb-b07f-48e2-8bc5-99357f35e469" providerId="ADAL" clId="{0FA08CF4-302B-405B-A75E-5DF504EDE4A1}" dt="2026-03-12T14:26:37.423" v="17388" actId="20577"/>
          <ac:spMkLst>
            <pc:docMk/>
            <pc:sldMk cId="1867140340" sldId="304"/>
            <ac:spMk id="3" creationId="{B96939E5-B7D0-ABE6-540B-2812592F5BE6}"/>
          </ac:spMkLst>
        </pc:spChg>
        <pc:spChg chg="mod">
          <ac:chgData name="Jesper Buch Poignée" userId="e9c179cb-b07f-48e2-8bc5-99357f35e469" providerId="ADAL" clId="{0FA08CF4-302B-405B-A75E-5DF504EDE4A1}" dt="2026-03-12T14:28:27.798" v="17455" actId="20577"/>
          <ac:spMkLst>
            <pc:docMk/>
            <pc:sldMk cId="1867140340" sldId="304"/>
            <ac:spMk id="4" creationId="{F544C76E-8FD9-4B50-15DD-4EBD1E743AB8}"/>
          </ac:spMkLst>
        </pc:spChg>
      </pc:sldChg>
      <pc:sldChg chg="addSp modSp add mod modAnim">
        <pc:chgData name="Jesper Buch Poignée" userId="e9c179cb-b07f-48e2-8bc5-99357f35e469" providerId="ADAL" clId="{0FA08CF4-302B-405B-A75E-5DF504EDE4A1}" dt="2026-03-13T07:35:00.620" v="18249"/>
        <pc:sldMkLst>
          <pc:docMk/>
          <pc:sldMk cId="1478239569" sldId="305"/>
        </pc:sldMkLst>
        <pc:spChg chg="mod">
          <ac:chgData name="Jesper Buch Poignée" userId="e9c179cb-b07f-48e2-8bc5-99357f35e469" providerId="ADAL" clId="{0FA08CF4-302B-405B-A75E-5DF504EDE4A1}" dt="2026-03-12T14:28:55.786" v="17470" actId="6549"/>
          <ac:spMkLst>
            <pc:docMk/>
            <pc:sldMk cId="1478239569" sldId="305"/>
            <ac:spMk id="2" creationId="{5B689AAE-660E-52E0-77AC-C3B2D8877716}"/>
          </ac:spMkLst>
        </pc:spChg>
        <pc:spChg chg="mod">
          <ac:chgData name="Jesper Buch Poignée" userId="e9c179cb-b07f-48e2-8bc5-99357f35e469" providerId="ADAL" clId="{0FA08CF4-302B-405B-A75E-5DF504EDE4A1}" dt="2026-03-12T14:29:15.923" v="17473" actId="20577"/>
          <ac:spMkLst>
            <pc:docMk/>
            <pc:sldMk cId="1478239569" sldId="305"/>
            <ac:spMk id="5" creationId="{9C3D110E-05CE-EFCF-DE3B-3933591FC808}"/>
          </ac:spMkLst>
        </pc:spChg>
        <pc:spChg chg="mod">
          <ac:chgData name="Jesper Buch Poignée" userId="e9c179cb-b07f-48e2-8bc5-99357f35e469" providerId="ADAL" clId="{0FA08CF4-302B-405B-A75E-5DF504EDE4A1}" dt="2026-03-13T07:19:50.401" v="18029" actId="6549"/>
          <ac:spMkLst>
            <pc:docMk/>
            <pc:sldMk cId="1478239569" sldId="305"/>
            <ac:spMk id="6" creationId="{6355774D-0812-4DDA-30ED-C7074082B95E}"/>
          </ac:spMkLst>
        </pc:spChg>
        <pc:graphicFrameChg chg="add mod">
          <ac:chgData name="Jesper Buch Poignée" userId="e9c179cb-b07f-48e2-8bc5-99357f35e469" providerId="ADAL" clId="{0FA08CF4-302B-405B-A75E-5DF504EDE4A1}" dt="2026-03-12T14:32:53.893" v="17520"/>
          <ac:graphicFrameMkLst>
            <pc:docMk/>
            <pc:sldMk cId="1478239569" sldId="305"/>
            <ac:graphicFrameMk id="3" creationId="{0F65FF97-8A5D-7BE7-91DF-9F480312EF51}"/>
          </ac:graphicFrameMkLst>
        </pc:graphicFrameChg>
      </pc:sldChg>
      <pc:sldChg chg="addSp delSp modSp new mod ord modClrScheme chgLayout">
        <pc:chgData name="Jesper Buch Poignée" userId="e9c179cb-b07f-48e2-8bc5-99357f35e469" providerId="ADAL" clId="{0FA08CF4-302B-405B-A75E-5DF504EDE4A1}" dt="2026-03-13T07:36:14.591" v="18251"/>
        <pc:sldMkLst>
          <pc:docMk/>
          <pc:sldMk cId="2327628173" sldId="306"/>
        </pc:sldMkLst>
        <pc:spChg chg="mod ord">
          <ac:chgData name="Jesper Buch Poignée" userId="e9c179cb-b07f-48e2-8bc5-99357f35e469" providerId="ADAL" clId="{0FA08CF4-302B-405B-A75E-5DF504EDE4A1}" dt="2026-03-13T07:34:36.226" v="18245" actId="700"/>
          <ac:spMkLst>
            <pc:docMk/>
            <pc:sldMk cId="2327628173" sldId="306"/>
            <ac:spMk id="2" creationId="{08992C06-9D24-177D-3B00-12866D8A191D}"/>
          </ac:spMkLst>
        </pc:spChg>
        <pc:spChg chg="del mod ord">
          <ac:chgData name="Jesper Buch Poignée" userId="e9c179cb-b07f-48e2-8bc5-99357f35e469" providerId="ADAL" clId="{0FA08CF4-302B-405B-A75E-5DF504EDE4A1}" dt="2026-03-13T07:34:36.226" v="18245" actId="700"/>
          <ac:spMkLst>
            <pc:docMk/>
            <pc:sldMk cId="2327628173" sldId="306"/>
            <ac:spMk id="3" creationId="{1FCE2647-5DB8-8591-5CC4-191BFF2E6BE3}"/>
          </ac:spMkLst>
        </pc:spChg>
        <pc:spChg chg="del">
          <ac:chgData name="Jesper Buch Poignée" userId="e9c179cb-b07f-48e2-8bc5-99357f35e469" providerId="ADAL" clId="{0FA08CF4-302B-405B-A75E-5DF504EDE4A1}" dt="2026-03-13T07:34:36.226" v="18245" actId="700"/>
          <ac:spMkLst>
            <pc:docMk/>
            <pc:sldMk cId="2327628173" sldId="306"/>
            <ac:spMk id="4" creationId="{9C901C03-A54C-4451-8B23-1ED76AF1AD44}"/>
          </ac:spMkLst>
        </pc:spChg>
        <pc:spChg chg="add mod ord">
          <ac:chgData name="Jesper Buch Poignée" userId="e9c179cb-b07f-48e2-8bc5-99357f35e469" providerId="ADAL" clId="{0FA08CF4-302B-405B-A75E-5DF504EDE4A1}" dt="2026-03-13T07:34:36.226" v="18245" actId="700"/>
          <ac:spMkLst>
            <pc:docMk/>
            <pc:sldMk cId="2327628173" sldId="306"/>
            <ac:spMk id="5" creationId="{6FE9E32C-8AB4-154E-4E81-6A015AA8DA08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3-13T07:26:34.297" v="18075" actId="20577"/>
        <pc:sldMkLst>
          <pc:docMk/>
          <pc:sldMk cId="4100888328" sldId="307"/>
        </pc:sldMkLst>
        <pc:spChg chg="mod ord">
          <ac:chgData name="Jesper Buch Poignée" userId="e9c179cb-b07f-48e2-8bc5-99357f35e469" providerId="ADAL" clId="{0FA08CF4-302B-405B-A75E-5DF504EDE4A1}" dt="2026-03-13T07:25:11.019" v="18051" actId="20577"/>
          <ac:spMkLst>
            <pc:docMk/>
            <pc:sldMk cId="4100888328" sldId="307"/>
            <ac:spMk id="2" creationId="{48B86166-1DBC-7DF5-68CF-8986257824F3}"/>
          </ac:spMkLst>
        </pc:spChg>
        <pc:spChg chg="del mod ord">
          <ac:chgData name="Jesper Buch Poignée" userId="e9c179cb-b07f-48e2-8bc5-99357f35e469" providerId="ADAL" clId="{0FA08CF4-302B-405B-A75E-5DF504EDE4A1}" dt="2026-03-13T07:24:47.309" v="18036" actId="700"/>
          <ac:spMkLst>
            <pc:docMk/>
            <pc:sldMk cId="4100888328" sldId="307"/>
            <ac:spMk id="3" creationId="{1CE20454-9935-F0BA-33A4-BE11CBA99F6A}"/>
          </ac:spMkLst>
        </pc:spChg>
        <pc:spChg chg="add del">
          <ac:chgData name="Jesper Buch Poignée" userId="e9c179cb-b07f-48e2-8bc5-99357f35e469" providerId="ADAL" clId="{0FA08CF4-302B-405B-A75E-5DF504EDE4A1}" dt="2026-03-13T07:24:47.309" v="18036" actId="700"/>
          <ac:spMkLst>
            <pc:docMk/>
            <pc:sldMk cId="4100888328" sldId="307"/>
            <ac:spMk id="4" creationId="{0D6BA8E4-3F98-3BD8-3C9E-1314F85C6AD0}"/>
          </ac:spMkLst>
        </pc:spChg>
        <pc:spChg chg="add del mod ord">
          <ac:chgData name="Jesper Buch Poignée" userId="e9c179cb-b07f-48e2-8bc5-99357f35e469" providerId="ADAL" clId="{0FA08CF4-302B-405B-A75E-5DF504EDE4A1}" dt="2026-03-13T07:24:49.816" v="18037" actId="1032"/>
          <ac:spMkLst>
            <pc:docMk/>
            <pc:sldMk cId="4100888328" sldId="307"/>
            <ac:spMk id="6" creationId="{55BAD08E-4CCF-3EF5-4E02-4E12110F0A2A}"/>
          </ac:spMkLst>
        </pc:spChg>
        <pc:graphicFrameChg chg="add mod">
          <ac:chgData name="Jesper Buch Poignée" userId="e9c179cb-b07f-48e2-8bc5-99357f35e469" providerId="ADAL" clId="{0FA08CF4-302B-405B-A75E-5DF504EDE4A1}" dt="2026-03-13T07:24:38.286" v="18035"/>
          <ac:graphicFrameMkLst>
            <pc:docMk/>
            <pc:sldMk cId="4100888328" sldId="307"/>
            <ac:graphicFrameMk id="5" creationId="{79899CFD-1C5E-E306-098E-24CA2CDE3433}"/>
          </ac:graphicFrameMkLst>
        </pc:graphicFrameChg>
        <pc:graphicFrameChg chg="add mod modGraphic">
          <ac:chgData name="Jesper Buch Poignée" userId="e9c179cb-b07f-48e2-8bc5-99357f35e469" providerId="ADAL" clId="{0FA08CF4-302B-405B-A75E-5DF504EDE4A1}" dt="2026-03-13T07:26:34.297" v="18075" actId="20577"/>
          <ac:graphicFrameMkLst>
            <pc:docMk/>
            <pc:sldMk cId="4100888328" sldId="307"/>
            <ac:graphicFrameMk id="7" creationId="{F43830CF-2C4D-CB7D-ED2C-39136A90A25A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3-12T22:08:31.387" v="17930" actId="20577"/>
        <pc:sldMkLst>
          <pc:docMk/>
          <pc:sldMk cId="27508951" sldId="308"/>
        </pc:sldMkLst>
        <pc:spChg chg="mod ord">
          <ac:chgData name="Jesper Buch Poignée" userId="e9c179cb-b07f-48e2-8bc5-99357f35e469" providerId="ADAL" clId="{0FA08CF4-302B-405B-A75E-5DF504EDE4A1}" dt="2026-03-12T22:05:49.741" v="17718" actId="700"/>
          <ac:spMkLst>
            <pc:docMk/>
            <pc:sldMk cId="27508951" sldId="308"/>
            <ac:spMk id="2" creationId="{48F9389C-CDEC-4EBC-600B-8C38CE2407D5}"/>
          </ac:spMkLst>
        </pc:spChg>
        <pc:spChg chg="del mod ord">
          <ac:chgData name="Jesper Buch Poignée" userId="e9c179cb-b07f-48e2-8bc5-99357f35e469" providerId="ADAL" clId="{0FA08CF4-302B-405B-A75E-5DF504EDE4A1}" dt="2026-03-12T22:05:49.741" v="17718" actId="700"/>
          <ac:spMkLst>
            <pc:docMk/>
            <pc:sldMk cId="27508951" sldId="308"/>
            <ac:spMk id="3" creationId="{722E107E-07FA-0F5E-7E96-FFC9EA274520}"/>
          </ac:spMkLst>
        </pc:spChg>
        <pc:spChg chg="del">
          <ac:chgData name="Jesper Buch Poignée" userId="e9c179cb-b07f-48e2-8bc5-99357f35e469" providerId="ADAL" clId="{0FA08CF4-302B-405B-A75E-5DF504EDE4A1}" dt="2026-03-12T22:05:49.741" v="17718" actId="700"/>
          <ac:spMkLst>
            <pc:docMk/>
            <pc:sldMk cId="27508951" sldId="308"/>
            <ac:spMk id="4" creationId="{B5308F3B-C2C1-88B3-A882-6942327AAEAD}"/>
          </ac:spMkLst>
        </pc:spChg>
        <pc:spChg chg="add del mod ord">
          <ac:chgData name="Jesper Buch Poignée" userId="e9c179cb-b07f-48e2-8bc5-99357f35e469" providerId="ADAL" clId="{0FA08CF4-302B-405B-A75E-5DF504EDE4A1}" dt="2026-03-12T22:05:53.606" v="17719" actId="1032"/>
          <ac:spMkLst>
            <pc:docMk/>
            <pc:sldMk cId="27508951" sldId="308"/>
            <ac:spMk id="5" creationId="{DAF65ECB-A610-27F5-2634-52EE0BFCD907}"/>
          </ac:spMkLst>
        </pc:spChg>
        <pc:graphicFrameChg chg="add mod modGraphic">
          <ac:chgData name="Jesper Buch Poignée" userId="e9c179cb-b07f-48e2-8bc5-99357f35e469" providerId="ADAL" clId="{0FA08CF4-302B-405B-A75E-5DF504EDE4A1}" dt="2026-03-12T22:08:31.387" v="17930" actId="20577"/>
          <ac:graphicFrameMkLst>
            <pc:docMk/>
            <pc:sldMk cId="27508951" sldId="308"/>
            <ac:graphicFrameMk id="6" creationId="{D7775F71-0F8C-E65B-7B05-613EB137EDA2}"/>
          </ac:graphicFrameMkLst>
        </pc:graphicFrameChg>
      </pc:sldChg>
      <pc:sldChg chg="addSp delSp modSp add mod">
        <pc:chgData name="Jesper Buch Poignée" userId="e9c179cb-b07f-48e2-8bc5-99357f35e469" providerId="ADAL" clId="{0FA08CF4-302B-405B-A75E-5DF504EDE4A1}" dt="2026-03-13T08:41:56.758" v="18267" actId="20577"/>
        <pc:sldMkLst>
          <pc:docMk/>
          <pc:sldMk cId="72739491" sldId="309"/>
        </pc:sldMkLst>
        <pc:spChg chg="mod">
          <ac:chgData name="Jesper Buch Poignée" userId="e9c179cb-b07f-48e2-8bc5-99357f35e469" providerId="ADAL" clId="{0FA08CF4-302B-405B-A75E-5DF504EDE4A1}" dt="2026-03-13T08:41:56.758" v="18267" actId="20577"/>
          <ac:spMkLst>
            <pc:docMk/>
            <pc:sldMk cId="72739491" sldId="309"/>
            <ac:spMk id="2" creationId="{D21D8F33-17B0-3344-1F92-BBF97CCF5466}"/>
          </ac:spMkLst>
        </pc:spChg>
        <pc:spChg chg="del mod">
          <ac:chgData name="Jesper Buch Poignée" userId="e9c179cb-b07f-48e2-8bc5-99357f35e469" providerId="ADAL" clId="{0FA08CF4-302B-405B-A75E-5DF504EDE4A1}" dt="2026-03-13T07:13:25.013" v="17953"/>
          <ac:spMkLst>
            <pc:docMk/>
            <pc:sldMk cId="72739491" sldId="309"/>
            <ac:spMk id="3" creationId="{32F7DD37-0011-F4A5-7786-28750D1C1C00}"/>
          </ac:spMkLst>
        </pc:spChg>
        <pc:spChg chg="mod">
          <ac:chgData name="Jesper Buch Poignée" userId="e9c179cb-b07f-48e2-8bc5-99357f35e469" providerId="ADAL" clId="{0FA08CF4-302B-405B-A75E-5DF504EDE4A1}" dt="2026-03-13T07:15:00.114" v="17977" actId="207"/>
          <ac:spMkLst>
            <pc:docMk/>
            <pc:sldMk cId="72739491" sldId="309"/>
            <ac:spMk id="4" creationId="{DB93B366-07BA-17C6-3844-D9F1BAD5C4E9}"/>
          </ac:spMkLst>
        </pc:spChg>
        <pc:spChg chg="add mod">
          <ac:chgData name="Jesper Buch Poignée" userId="e9c179cb-b07f-48e2-8bc5-99357f35e469" providerId="ADAL" clId="{0FA08CF4-302B-405B-A75E-5DF504EDE4A1}" dt="2026-03-13T07:15:05.662" v="17978" actId="207"/>
          <ac:spMkLst>
            <pc:docMk/>
            <pc:sldMk cId="72739491" sldId="309"/>
            <ac:spMk id="6" creationId="{28AC89DB-082B-A1EB-1C20-091CFD8BB8E0}"/>
          </ac:spMkLst>
        </pc:spChg>
        <pc:picChg chg="add mod">
          <ac:chgData name="Jesper Buch Poignée" userId="e9c179cb-b07f-48e2-8bc5-99357f35e469" providerId="ADAL" clId="{0FA08CF4-302B-405B-A75E-5DF504EDE4A1}" dt="2026-03-13T07:15:00.114" v="17977" actId="207"/>
          <ac:picMkLst>
            <pc:docMk/>
            <pc:sldMk cId="72739491" sldId="309"/>
            <ac:picMk id="5" creationId="{F5DEF9B9-5EFA-D942-EE69-28A12B199BC6}"/>
          </ac:picMkLst>
        </pc:picChg>
      </pc:sldChg>
      <pc:sldChg chg="addSp delSp modSp new mod modAnim">
        <pc:chgData name="Jesper Buch Poignée" userId="e9c179cb-b07f-48e2-8bc5-99357f35e469" providerId="ADAL" clId="{0FA08CF4-302B-405B-A75E-5DF504EDE4A1}" dt="2026-03-13T07:32:48.272" v="18236"/>
        <pc:sldMkLst>
          <pc:docMk/>
          <pc:sldMk cId="2971562552" sldId="310"/>
        </pc:sldMkLst>
        <pc:spChg chg="mod">
          <ac:chgData name="Jesper Buch Poignée" userId="e9c179cb-b07f-48e2-8bc5-99357f35e469" providerId="ADAL" clId="{0FA08CF4-302B-405B-A75E-5DF504EDE4A1}" dt="2026-03-13T07:28:21.268" v="18095" actId="20577"/>
          <ac:spMkLst>
            <pc:docMk/>
            <pc:sldMk cId="2971562552" sldId="310"/>
            <ac:spMk id="2" creationId="{0184D302-7A46-D396-928C-60664518F459}"/>
          </ac:spMkLst>
        </pc:spChg>
        <pc:spChg chg="del">
          <ac:chgData name="Jesper Buch Poignée" userId="e9c179cb-b07f-48e2-8bc5-99357f35e469" providerId="ADAL" clId="{0FA08CF4-302B-405B-A75E-5DF504EDE4A1}" dt="2026-03-13T07:28:24.904" v="18096" actId="1032"/>
          <ac:spMkLst>
            <pc:docMk/>
            <pc:sldMk cId="2971562552" sldId="310"/>
            <ac:spMk id="3" creationId="{53883E80-8229-9811-E02D-EE62EBB8862A}"/>
          </ac:spMkLst>
        </pc:spChg>
        <pc:graphicFrameChg chg="add mod modGraphic">
          <ac:chgData name="Jesper Buch Poignée" userId="e9c179cb-b07f-48e2-8bc5-99357f35e469" providerId="ADAL" clId="{0FA08CF4-302B-405B-A75E-5DF504EDE4A1}" dt="2026-03-13T07:32:31.540" v="18234" actId="20577"/>
          <ac:graphicFrameMkLst>
            <pc:docMk/>
            <pc:sldMk cId="2971562552" sldId="310"/>
            <ac:graphicFrameMk id="4" creationId="{2F8DE3E9-26D7-4939-E4D6-ED7D41FAB8FA}"/>
          </ac:graphicFrameMkLst>
        </pc:graphicFrameChg>
      </pc:sldChg>
      <pc:sldChg chg="addSp delSp modSp add mod modClrScheme chgLayout">
        <pc:chgData name="Jesper Buch Poignée" userId="e9c179cb-b07f-48e2-8bc5-99357f35e469" providerId="ADAL" clId="{0FA08CF4-302B-405B-A75E-5DF504EDE4A1}" dt="2026-03-13T07:34:41.296" v="18248" actId="20577"/>
        <pc:sldMkLst>
          <pc:docMk/>
          <pc:sldMk cId="737382564" sldId="311"/>
        </pc:sldMkLst>
        <pc:spChg chg="mod ord">
          <ac:chgData name="Jesper Buch Poignée" userId="e9c179cb-b07f-48e2-8bc5-99357f35e469" providerId="ADAL" clId="{0FA08CF4-302B-405B-A75E-5DF504EDE4A1}" dt="2026-03-13T07:34:41.296" v="18248" actId="20577"/>
          <ac:spMkLst>
            <pc:docMk/>
            <pc:sldMk cId="737382564" sldId="311"/>
            <ac:spMk id="2" creationId="{815536BD-E983-49D4-B953-29475727D94A}"/>
          </ac:spMkLst>
        </pc:spChg>
        <pc:spChg chg="del mod ord">
          <ac:chgData name="Jesper Buch Poignée" userId="e9c179cb-b07f-48e2-8bc5-99357f35e469" providerId="ADAL" clId="{0FA08CF4-302B-405B-A75E-5DF504EDE4A1}" dt="2026-03-13T07:34:39.438" v="18246" actId="700"/>
          <ac:spMkLst>
            <pc:docMk/>
            <pc:sldMk cId="737382564" sldId="311"/>
            <ac:spMk id="3" creationId="{B9F3A702-02E2-D5CE-DD5D-0B6922201A9D}"/>
          </ac:spMkLst>
        </pc:spChg>
        <pc:spChg chg="del">
          <ac:chgData name="Jesper Buch Poignée" userId="e9c179cb-b07f-48e2-8bc5-99357f35e469" providerId="ADAL" clId="{0FA08CF4-302B-405B-A75E-5DF504EDE4A1}" dt="2026-03-13T07:34:39.438" v="18246" actId="700"/>
          <ac:spMkLst>
            <pc:docMk/>
            <pc:sldMk cId="737382564" sldId="311"/>
            <ac:spMk id="4" creationId="{80FBFE9B-8AF4-6431-2E9F-CB0DCEDC8080}"/>
          </ac:spMkLst>
        </pc:spChg>
        <pc:spChg chg="add mod ord">
          <ac:chgData name="Jesper Buch Poignée" userId="e9c179cb-b07f-48e2-8bc5-99357f35e469" providerId="ADAL" clId="{0FA08CF4-302B-405B-A75E-5DF504EDE4A1}" dt="2026-03-13T07:34:39.438" v="18246" actId="700"/>
          <ac:spMkLst>
            <pc:docMk/>
            <pc:sldMk cId="737382564" sldId="311"/>
            <ac:spMk id="5" creationId="{DCC19743-AC8B-1AD8-8450-6F72889E1661}"/>
          </ac:spMkLst>
        </pc:spChg>
      </pc:sldChg>
      <pc:sldChg chg="modSp new del mod ord">
        <pc:chgData name="Jesper Buch Poignée" userId="e9c179cb-b07f-48e2-8bc5-99357f35e469" providerId="ADAL" clId="{0FA08CF4-302B-405B-A75E-5DF504EDE4A1}" dt="2026-03-12T07:16:43.800" v="16434" actId="2696"/>
        <pc:sldMkLst>
          <pc:docMk/>
          <pc:sldMk cId="3369001520" sldId="327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12T07:17:16.150" v="16474" actId="2696"/>
        <pc:sldMkLst>
          <pc:docMk/>
          <pc:sldMk cId="3176817188" sldId="328"/>
        </pc:sldMkLst>
      </pc:sldChg>
      <pc:sldChg chg="addSp delSp modSp new del mod">
        <pc:chgData name="Jesper Buch Poignée" userId="e9c179cb-b07f-48e2-8bc5-99357f35e469" providerId="ADAL" clId="{0FA08CF4-302B-405B-A75E-5DF504EDE4A1}" dt="2026-03-12T07:17:16.150" v="16474" actId="2696"/>
        <pc:sldMkLst>
          <pc:docMk/>
          <pc:sldMk cId="556436753" sldId="329"/>
        </pc:sldMkLst>
      </pc:sldChg>
      <pc:sldChg chg="addSp delSp modSp new del mod">
        <pc:chgData name="Jesper Buch Poignée" userId="e9c179cb-b07f-48e2-8bc5-99357f35e469" providerId="ADAL" clId="{0FA08CF4-302B-405B-A75E-5DF504EDE4A1}" dt="2026-03-12T07:17:16.150" v="16474" actId="2696"/>
        <pc:sldMkLst>
          <pc:docMk/>
          <pc:sldMk cId="547483070" sldId="330"/>
        </pc:sldMkLst>
      </pc:sldChg>
      <pc:sldChg chg="addSp delSp modSp new del mod">
        <pc:chgData name="Jesper Buch Poignée" userId="e9c179cb-b07f-48e2-8bc5-99357f35e469" providerId="ADAL" clId="{0FA08CF4-302B-405B-A75E-5DF504EDE4A1}" dt="2026-03-12T07:17:16.150" v="16474" actId="2696"/>
        <pc:sldMkLst>
          <pc:docMk/>
          <pc:sldMk cId="1256512066" sldId="331"/>
        </pc:sldMkLst>
      </pc:sldChg>
      <pc:sldChg chg="addSp delSp modSp add del mod">
        <pc:chgData name="Jesper Buch Poignée" userId="e9c179cb-b07f-48e2-8bc5-99357f35e469" providerId="ADAL" clId="{0FA08CF4-302B-405B-A75E-5DF504EDE4A1}" dt="2026-03-12T07:17:16.150" v="16474" actId="2696"/>
        <pc:sldMkLst>
          <pc:docMk/>
          <pc:sldMk cId="822990431" sldId="332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12T07:17:16.150" v="16474" actId="2696"/>
        <pc:sldMkLst>
          <pc:docMk/>
          <pc:sldMk cId="3965037504" sldId="333"/>
        </pc:sldMkLst>
      </pc:sldChg>
      <pc:sldChg chg="modSp new del mod ord">
        <pc:chgData name="Jesper Buch Poignée" userId="e9c179cb-b07f-48e2-8bc5-99357f35e469" providerId="ADAL" clId="{0FA08CF4-302B-405B-A75E-5DF504EDE4A1}" dt="2026-03-12T07:16:43.800" v="16434" actId="2696"/>
        <pc:sldMkLst>
          <pc:docMk/>
          <pc:sldMk cId="984879586" sldId="334"/>
        </pc:sldMkLst>
      </pc:sldChg>
      <pc:sldChg chg="modSp new del mod">
        <pc:chgData name="Jesper Buch Poignée" userId="e9c179cb-b07f-48e2-8bc5-99357f35e469" providerId="ADAL" clId="{0FA08CF4-302B-405B-A75E-5DF504EDE4A1}" dt="2026-03-12T07:17:16.150" v="16474" actId="2696"/>
        <pc:sldMkLst>
          <pc:docMk/>
          <pc:sldMk cId="2574497699" sldId="33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0CCFC1-808B-4B92-9138-78E49C3F31AC}" type="doc">
      <dgm:prSet loTypeId="urn:microsoft.com/office/officeart/2005/8/layout/hierarchy2" loCatId="hierarchy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3BBBF98C-6796-4FB5-9065-6D02C84F6D31}">
      <dgm:prSet/>
      <dgm:spPr/>
      <dgm:t>
        <a:bodyPr/>
        <a:lstStyle/>
        <a:p>
          <a:r>
            <a:rPr lang="da-DK"/>
            <a:t>Kortlægning af data med henblik på værdien af data, for eksempel i kategorierne:</a:t>
          </a:r>
          <a:endParaRPr lang="en-US"/>
        </a:p>
      </dgm:t>
    </dgm:pt>
    <dgm:pt modelId="{BECBEE42-7589-4D2F-A52E-3F2FB22ED26E}" type="parTrans" cxnId="{50EBF8D7-429A-4BAB-A919-129E644633F8}">
      <dgm:prSet/>
      <dgm:spPr/>
      <dgm:t>
        <a:bodyPr/>
        <a:lstStyle/>
        <a:p>
          <a:endParaRPr lang="en-US"/>
        </a:p>
      </dgm:t>
    </dgm:pt>
    <dgm:pt modelId="{A9D9058D-B483-4111-8438-B24B8DDEB2F1}" type="sibTrans" cxnId="{50EBF8D7-429A-4BAB-A919-129E644633F8}">
      <dgm:prSet/>
      <dgm:spPr/>
      <dgm:t>
        <a:bodyPr/>
        <a:lstStyle/>
        <a:p>
          <a:endParaRPr lang="en-US"/>
        </a:p>
      </dgm:t>
    </dgm:pt>
    <dgm:pt modelId="{ECDB7D31-B72A-4C68-B013-979090436296}">
      <dgm:prSet/>
      <dgm:spPr/>
      <dgm:t>
        <a:bodyPr/>
        <a:lstStyle/>
        <a:p>
          <a:r>
            <a:rPr lang="da-DK"/>
            <a:t>Offentlige data</a:t>
          </a:r>
          <a:endParaRPr lang="en-US"/>
        </a:p>
      </dgm:t>
    </dgm:pt>
    <dgm:pt modelId="{0E7B4ED1-6AAD-495D-A0ED-A7342211D320}" type="parTrans" cxnId="{034F093E-1054-4C79-9343-646CF073DD9E}">
      <dgm:prSet/>
      <dgm:spPr/>
      <dgm:t>
        <a:bodyPr/>
        <a:lstStyle/>
        <a:p>
          <a:endParaRPr lang="en-US"/>
        </a:p>
      </dgm:t>
    </dgm:pt>
    <dgm:pt modelId="{D95EE733-17C9-427F-B43E-512FFC9B1AF1}" type="sibTrans" cxnId="{034F093E-1054-4C79-9343-646CF073DD9E}">
      <dgm:prSet/>
      <dgm:spPr/>
      <dgm:t>
        <a:bodyPr/>
        <a:lstStyle/>
        <a:p>
          <a:endParaRPr lang="en-US"/>
        </a:p>
      </dgm:t>
    </dgm:pt>
    <dgm:pt modelId="{8FAEA8B7-09A8-4A4C-B03B-6AD01ECBBACC}">
      <dgm:prSet/>
      <dgm:spPr/>
      <dgm:t>
        <a:bodyPr/>
        <a:lstStyle/>
        <a:p>
          <a:r>
            <a:rPr lang="da-DK"/>
            <a:t>Interne data</a:t>
          </a:r>
          <a:endParaRPr lang="en-US"/>
        </a:p>
      </dgm:t>
    </dgm:pt>
    <dgm:pt modelId="{D813DD41-7DDB-4A15-81CD-68DBE28A1AED}" type="parTrans" cxnId="{27351570-B3B1-4FC5-A8FC-BFA911FC36BC}">
      <dgm:prSet/>
      <dgm:spPr/>
      <dgm:t>
        <a:bodyPr/>
        <a:lstStyle/>
        <a:p>
          <a:endParaRPr lang="en-US"/>
        </a:p>
      </dgm:t>
    </dgm:pt>
    <dgm:pt modelId="{487467D7-251C-40F5-9ACC-196606C9BB4D}" type="sibTrans" cxnId="{27351570-B3B1-4FC5-A8FC-BFA911FC36BC}">
      <dgm:prSet/>
      <dgm:spPr/>
      <dgm:t>
        <a:bodyPr/>
        <a:lstStyle/>
        <a:p>
          <a:endParaRPr lang="en-US"/>
        </a:p>
      </dgm:t>
    </dgm:pt>
    <dgm:pt modelId="{E6ACACD3-F09C-427F-A87C-9A263907190B}">
      <dgm:prSet/>
      <dgm:spPr/>
      <dgm:t>
        <a:bodyPr/>
        <a:lstStyle/>
        <a:p>
          <a:r>
            <a:rPr lang="da-DK"/>
            <a:t>Fortrolige data</a:t>
          </a:r>
          <a:endParaRPr lang="en-US"/>
        </a:p>
      </dgm:t>
    </dgm:pt>
    <dgm:pt modelId="{42D76193-D86F-4471-AAAA-FF6A1B8A90C2}" type="parTrans" cxnId="{09EAB53E-AB3B-463F-BD5E-20E7170DCEB4}">
      <dgm:prSet/>
      <dgm:spPr/>
      <dgm:t>
        <a:bodyPr/>
        <a:lstStyle/>
        <a:p>
          <a:endParaRPr lang="en-US"/>
        </a:p>
      </dgm:t>
    </dgm:pt>
    <dgm:pt modelId="{38A7CFE7-A02A-4BFC-A552-AE79EC2566BB}" type="sibTrans" cxnId="{09EAB53E-AB3B-463F-BD5E-20E7170DCEB4}">
      <dgm:prSet/>
      <dgm:spPr/>
      <dgm:t>
        <a:bodyPr/>
        <a:lstStyle/>
        <a:p>
          <a:endParaRPr lang="en-US"/>
        </a:p>
      </dgm:t>
    </dgm:pt>
    <dgm:pt modelId="{FCBEFF30-8472-4BF8-BD8F-4090D05BB8C1}">
      <dgm:prSet/>
      <dgm:spPr/>
      <dgm:t>
        <a:bodyPr/>
        <a:lstStyle/>
        <a:p>
          <a:r>
            <a:rPr lang="da-DK"/>
            <a:t>Virksomhedens datamodel (ER-diagrammer)</a:t>
          </a:r>
          <a:endParaRPr lang="en-US"/>
        </a:p>
      </dgm:t>
    </dgm:pt>
    <dgm:pt modelId="{28544BF5-9FBE-4361-A366-A2233AFCC14E}" type="parTrans" cxnId="{59D5ED7C-E04E-4DDD-9DBE-2C397A103AC6}">
      <dgm:prSet/>
      <dgm:spPr/>
      <dgm:t>
        <a:bodyPr/>
        <a:lstStyle/>
        <a:p>
          <a:endParaRPr lang="en-US"/>
        </a:p>
      </dgm:t>
    </dgm:pt>
    <dgm:pt modelId="{B6428670-6E9B-4E51-BF17-52BD24752777}" type="sibTrans" cxnId="{59D5ED7C-E04E-4DDD-9DBE-2C397A103AC6}">
      <dgm:prSet/>
      <dgm:spPr/>
      <dgm:t>
        <a:bodyPr/>
        <a:lstStyle/>
        <a:p>
          <a:endParaRPr lang="en-US"/>
        </a:p>
      </dgm:t>
    </dgm:pt>
    <dgm:pt modelId="{8B60A362-5B73-4C0C-BC5E-17FF613EE29F}" type="pres">
      <dgm:prSet presAssocID="{520CCFC1-808B-4B92-9138-78E49C3F31A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BE9BEB8-725A-46FF-9D2E-1E2D8B45FCB2}" type="pres">
      <dgm:prSet presAssocID="{3BBBF98C-6796-4FB5-9065-6D02C84F6D31}" presName="root1" presStyleCnt="0"/>
      <dgm:spPr/>
    </dgm:pt>
    <dgm:pt modelId="{B0A8803A-6CB5-4EE2-8579-7547A60AE357}" type="pres">
      <dgm:prSet presAssocID="{3BBBF98C-6796-4FB5-9065-6D02C84F6D31}" presName="LevelOneTextNode" presStyleLbl="node0" presStyleIdx="0" presStyleCnt="2">
        <dgm:presLayoutVars>
          <dgm:chPref val="3"/>
        </dgm:presLayoutVars>
      </dgm:prSet>
      <dgm:spPr/>
    </dgm:pt>
    <dgm:pt modelId="{4484E304-B2FB-4309-9C46-407C127E831D}" type="pres">
      <dgm:prSet presAssocID="{3BBBF98C-6796-4FB5-9065-6D02C84F6D31}" presName="level2hierChild" presStyleCnt="0"/>
      <dgm:spPr/>
    </dgm:pt>
    <dgm:pt modelId="{66CC5EF6-A981-4C98-9A15-014D3DE50FBA}" type="pres">
      <dgm:prSet presAssocID="{0E7B4ED1-6AAD-495D-A0ED-A7342211D320}" presName="conn2-1" presStyleLbl="parChTrans1D2" presStyleIdx="0" presStyleCnt="3"/>
      <dgm:spPr/>
    </dgm:pt>
    <dgm:pt modelId="{8EB3CD9C-531B-4F78-9A0B-1F5FFF7DDA9C}" type="pres">
      <dgm:prSet presAssocID="{0E7B4ED1-6AAD-495D-A0ED-A7342211D320}" presName="connTx" presStyleLbl="parChTrans1D2" presStyleIdx="0" presStyleCnt="3"/>
      <dgm:spPr/>
    </dgm:pt>
    <dgm:pt modelId="{9FA83FC2-D4DF-4B9E-973E-9E660C3F4190}" type="pres">
      <dgm:prSet presAssocID="{ECDB7D31-B72A-4C68-B013-979090436296}" presName="root2" presStyleCnt="0"/>
      <dgm:spPr/>
    </dgm:pt>
    <dgm:pt modelId="{0D9EF1F9-6AEF-4ED5-9C9A-F82B105145EC}" type="pres">
      <dgm:prSet presAssocID="{ECDB7D31-B72A-4C68-B013-979090436296}" presName="LevelTwoTextNode" presStyleLbl="node2" presStyleIdx="0" presStyleCnt="3">
        <dgm:presLayoutVars>
          <dgm:chPref val="3"/>
        </dgm:presLayoutVars>
      </dgm:prSet>
      <dgm:spPr/>
    </dgm:pt>
    <dgm:pt modelId="{D84B1E43-8261-4577-8A26-AF654BD11E27}" type="pres">
      <dgm:prSet presAssocID="{ECDB7D31-B72A-4C68-B013-979090436296}" presName="level3hierChild" presStyleCnt="0"/>
      <dgm:spPr/>
    </dgm:pt>
    <dgm:pt modelId="{0A0EDDA5-24C9-47B1-A39C-6C412B3A958C}" type="pres">
      <dgm:prSet presAssocID="{D813DD41-7DDB-4A15-81CD-68DBE28A1AED}" presName="conn2-1" presStyleLbl="parChTrans1D2" presStyleIdx="1" presStyleCnt="3"/>
      <dgm:spPr/>
    </dgm:pt>
    <dgm:pt modelId="{327218BF-7EE6-4546-BAF0-576E59B46741}" type="pres">
      <dgm:prSet presAssocID="{D813DD41-7DDB-4A15-81CD-68DBE28A1AED}" presName="connTx" presStyleLbl="parChTrans1D2" presStyleIdx="1" presStyleCnt="3"/>
      <dgm:spPr/>
    </dgm:pt>
    <dgm:pt modelId="{29A3E63E-A462-41F0-B41C-ED52DDAB2C8D}" type="pres">
      <dgm:prSet presAssocID="{8FAEA8B7-09A8-4A4C-B03B-6AD01ECBBACC}" presName="root2" presStyleCnt="0"/>
      <dgm:spPr/>
    </dgm:pt>
    <dgm:pt modelId="{5F4D92B3-31A6-49E5-8DA9-9D39A50768D2}" type="pres">
      <dgm:prSet presAssocID="{8FAEA8B7-09A8-4A4C-B03B-6AD01ECBBACC}" presName="LevelTwoTextNode" presStyleLbl="node2" presStyleIdx="1" presStyleCnt="3">
        <dgm:presLayoutVars>
          <dgm:chPref val="3"/>
        </dgm:presLayoutVars>
      </dgm:prSet>
      <dgm:spPr/>
    </dgm:pt>
    <dgm:pt modelId="{F2ED8990-9996-49C4-BB6F-FA032468CD33}" type="pres">
      <dgm:prSet presAssocID="{8FAEA8B7-09A8-4A4C-B03B-6AD01ECBBACC}" presName="level3hierChild" presStyleCnt="0"/>
      <dgm:spPr/>
    </dgm:pt>
    <dgm:pt modelId="{81F51A52-D6E0-4D19-8CE2-4667A1BBC040}" type="pres">
      <dgm:prSet presAssocID="{42D76193-D86F-4471-AAAA-FF6A1B8A90C2}" presName="conn2-1" presStyleLbl="parChTrans1D2" presStyleIdx="2" presStyleCnt="3"/>
      <dgm:spPr/>
    </dgm:pt>
    <dgm:pt modelId="{94116B2B-7FF3-4058-AA08-9191E2DC5110}" type="pres">
      <dgm:prSet presAssocID="{42D76193-D86F-4471-AAAA-FF6A1B8A90C2}" presName="connTx" presStyleLbl="parChTrans1D2" presStyleIdx="2" presStyleCnt="3"/>
      <dgm:spPr/>
    </dgm:pt>
    <dgm:pt modelId="{31DA36ED-C97F-4C67-A4C8-CAEFCD33B358}" type="pres">
      <dgm:prSet presAssocID="{E6ACACD3-F09C-427F-A87C-9A263907190B}" presName="root2" presStyleCnt="0"/>
      <dgm:spPr/>
    </dgm:pt>
    <dgm:pt modelId="{E224E742-3F1A-404F-B3A7-47CA78FA14DC}" type="pres">
      <dgm:prSet presAssocID="{E6ACACD3-F09C-427F-A87C-9A263907190B}" presName="LevelTwoTextNode" presStyleLbl="node2" presStyleIdx="2" presStyleCnt="3">
        <dgm:presLayoutVars>
          <dgm:chPref val="3"/>
        </dgm:presLayoutVars>
      </dgm:prSet>
      <dgm:spPr/>
    </dgm:pt>
    <dgm:pt modelId="{2D121711-A98A-4B59-B3BE-1B8F6311965B}" type="pres">
      <dgm:prSet presAssocID="{E6ACACD3-F09C-427F-A87C-9A263907190B}" presName="level3hierChild" presStyleCnt="0"/>
      <dgm:spPr/>
    </dgm:pt>
    <dgm:pt modelId="{899BB89D-D9FA-47B6-B7CC-6C4F10D40304}" type="pres">
      <dgm:prSet presAssocID="{FCBEFF30-8472-4BF8-BD8F-4090D05BB8C1}" presName="root1" presStyleCnt="0"/>
      <dgm:spPr/>
    </dgm:pt>
    <dgm:pt modelId="{E63EACDB-48D4-4D97-9C34-E78FB8F59780}" type="pres">
      <dgm:prSet presAssocID="{FCBEFF30-8472-4BF8-BD8F-4090D05BB8C1}" presName="LevelOneTextNode" presStyleLbl="node0" presStyleIdx="1" presStyleCnt="2">
        <dgm:presLayoutVars>
          <dgm:chPref val="3"/>
        </dgm:presLayoutVars>
      </dgm:prSet>
      <dgm:spPr/>
    </dgm:pt>
    <dgm:pt modelId="{097FF170-F22C-45E4-8503-B0A0E0BCD9CC}" type="pres">
      <dgm:prSet presAssocID="{FCBEFF30-8472-4BF8-BD8F-4090D05BB8C1}" presName="level2hierChild" presStyleCnt="0"/>
      <dgm:spPr/>
    </dgm:pt>
  </dgm:ptLst>
  <dgm:cxnLst>
    <dgm:cxn modelId="{4E5B9307-0C82-4473-AD98-8B7D97522702}" type="presOf" srcId="{FCBEFF30-8472-4BF8-BD8F-4090D05BB8C1}" destId="{E63EACDB-48D4-4D97-9C34-E78FB8F59780}" srcOrd="0" destOrd="0" presId="urn:microsoft.com/office/officeart/2005/8/layout/hierarchy2"/>
    <dgm:cxn modelId="{034F093E-1054-4C79-9343-646CF073DD9E}" srcId="{3BBBF98C-6796-4FB5-9065-6D02C84F6D31}" destId="{ECDB7D31-B72A-4C68-B013-979090436296}" srcOrd="0" destOrd="0" parTransId="{0E7B4ED1-6AAD-495D-A0ED-A7342211D320}" sibTransId="{D95EE733-17C9-427F-B43E-512FFC9B1AF1}"/>
    <dgm:cxn modelId="{09EAB53E-AB3B-463F-BD5E-20E7170DCEB4}" srcId="{3BBBF98C-6796-4FB5-9065-6D02C84F6D31}" destId="{E6ACACD3-F09C-427F-A87C-9A263907190B}" srcOrd="2" destOrd="0" parTransId="{42D76193-D86F-4471-AAAA-FF6A1B8A90C2}" sibTransId="{38A7CFE7-A02A-4BFC-A552-AE79EC2566BB}"/>
    <dgm:cxn modelId="{9395536C-67DF-4F79-9E83-162383B4ECE2}" type="presOf" srcId="{0E7B4ED1-6AAD-495D-A0ED-A7342211D320}" destId="{66CC5EF6-A981-4C98-9A15-014D3DE50FBA}" srcOrd="0" destOrd="0" presId="urn:microsoft.com/office/officeart/2005/8/layout/hierarchy2"/>
    <dgm:cxn modelId="{27351570-B3B1-4FC5-A8FC-BFA911FC36BC}" srcId="{3BBBF98C-6796-4FB5-9065-6D02C84F6D31}" destId="{8FAEA8B7-09A8-4A4C-B03B-6AD01ECBBACC}" srcOrd="1" destOrd="0" parTransId="{D813DD41-7DDB-4A15-81CD-68DBE28A1AED}" sibTransId="{487467D7-251C-40F5-9ACC-196606C9BB4D}"/>
    <dgm:cxn modelId="{E96E7F5A-FC74-4A52-99AA-6AE56E38B56C}" type="presOf" srcId="{D813DD41-7DDB-4A15-81CD-68DBE28A1AED}" destId="{327218BF-7EE6-4546-BAF0-576E59B46741}" srcOrd="1" destOrd="0" presId="urn:microsoft.com/office/officeart/2005/8/layout/hierarchy2"/>
    <dgm:cxn modelId="{59D5ED7C-E04E-4DDD-9DBE-2C397A103AC6}" srcId="{520CCFC1-808B-4B92-9138-78E49C3F31AC}" destId="{FCBEFF30-8472-4BF8-BD8F-4090D05BB8C1}" srcOrd="1" destOrd="0" parTransId="{28544BF5-9FBE-4361-A366-A2233AFCC14E}" sibTransId="{B6428670-6E9B-4E51-BF17-52BD24752777}"/>
    <dgm:cxn modelId="{574A5FA0-4FDF-44B6-A2C2-4FCEC6710EB6}" type="presOf" srcId="{8FAEA8B7-09A8-4A4C-B03B-6AD01ECBBACC}" destId="{5F4D92B3-31A6-49E5-8DA9-9D39A50768D2}" srcOrd="0" destOrd="0" presId="urn:microsoft.com/office/officeart/2005/8/layout/hierarchy2"/>
    <dgm:cxn modelId="{5CBFBFB0-BCFF-4E2B-9430-891123BBC9A1}" type="presOf" srcId="{3BBBF98C-6796-4FB5-9065-6D02C84F6D31}" destId="{B0A8803A-6CB5-4EE2-8579-7547A60AE357}" srcOrd="0" destOrd="0" presId="urn:microsoft.com/office/officeart/2005/8/layout/hierarchy2"/>
    <dgm:cxn modelId="{DB2691BC-A114-441B-B28F-7F5FD6A0D2F9}" type="presOf" srcId="{ECDB7D31-B72A-4C68-B013-979090436296}" destId="{0D9EF1F9-6AEF-4ED5-9C9A-F82B105145EC}" srcOrd="0" destOrd="0" presId="urn:microsoft.com/office/officeart/2005/8/layout/hierarchy2"/>
    <dgm:cxn modelId="{50EBF8D7-429A-4BAB-A919-129E644633F8}" srcId="{520CCFC1-808B-4B92-9138-78E49C3F31AC}" destId="{3BBBF98C-6796-4FB5-9065-6D02C84F6D31}" srcOrd="0" destOrd="0" parTransId="{BECBEE42-7589-4D2F-A52E-3F2FB22ED26E}" sibTransId="{A9D9058D-B483-4111-8438-B24B8DDEB2F1}"/>
    <dgm:cxn modelId="{534D7BDB-D560-4AEC-BACE-A69BC7522992}" type="presOf" srcId="{E6ACACD3-F09C-427F-A87C-9A263907190B}" destId="{E224E742-3F1A-404F-B3A7-47CA78FA14DC}" srcOrd="0" destOrd="0" presId="urn:microsoft.com/office/officeart/2005/8/layout/hierarchy2"/>
    <dgm:cxn modelId="{97DCFBE4-C3BD-4A7D-A1DB-7CC5731C5815}" type="presOf" srcId="{520CCFC1-808B-4B92-9138-78E49C3F31AC}" destId="{8B60A362-5B73-4C0C-BC5E-17FF613EE29F}" srcOrd="0" destOrd="0" presId="urn:microsoft.com/office/officeart/2005/8/layout/hierarchy2"/>
    <dgm:cxn modelId="{5D4663EA-68C9-4148-B889-ADF5F3A464E4}" type="presOf" srcId="{42D76193-D86F-4471-AAAA-FF6A1B8A90C2}" destId="{81F51A52-D6E0-4D19-8CE2-4667A1BBC040}" srcOrd="0" destOrd="0" presId="urn:microsoft.com/office/officeart/2005/8/layout/hierarchy2"/>
    <dgm:cxn modelId="{ACF83BEC-2AA4-4A6D-A7C5-C38FFE2196EE}" type="presOf" srcId="{42D76193-D86F-4471-AAAA-FF6A1B8A90C2}" destId="{94116B2B-7FF3-4058-AA08-9191E2DC5110}" srcOrd="1" destOrd="0" presId="urn:microsoft.com/office/officeart/2005/8/layout/hierarchy2"/>
    <dgm:cxn modelId="{F610D9F2-78CB-4145-B0D3-AF68A04A86B2}" type="presOf" srcId="{0E7B4ED1-6AAD-495D-A0ED-A7342211D320}" destId="{8EB3CD9C-531B-4F78-9A0B-1F5FFF7DDA9C}" srcOrd="1" destOrd="0" presId="urn:microsoft.com/office/officeart/2005/8/layout/hierarchy2"/>
    <dgm:cxn modelId="{D2E4C6FF-4A44-4ADC-8B4A-F3FAB19B057E}" type="presOf" srcId="{D813DD41-7DDB-4A15-81CD-68DBE28A1AED}" destId="{0A0EDDA5-24C9-47B1-A39C-6C412B3A958C}" srcOrd="0" destOrd="0" presId="urn:microsoft.com/office/officeart/2005/8/layout/hierarchy2"/>
    <dgm:cxn modelId="{807D2119-E621-4F40-A250-2CAD24B7662C}" type="presParOf" srcId="{8B60A362-5B73-4C0C-BC5E-17FF613EE29F}" destId="{FBE9BEB8-725A-46FF-9D2E-1E2D8B45FCB2}" srcOrd="0" destOrd="0" presId="urn:microsoft.com/office/officeart/2005/8/layout/hierarchy2"/>
    <dgm:cxn modelId="{DC9FBAB0-EA1A-4AEC-8EA4-F8D4967121D3}" type="presParOf" srcId="{FBE9BEB8-725A-46FF-9D2E-1E2D8B45FCB2}" destId="{B0A8803A-6CB5-4EE2-8579-7547A60AE357}" srcOrd="0" destOrd="0" presId="urn:microsoft.com/office/officeart/2005/8/layout/hierarchy2"/>
    <dgm:cxn modelId="{9448FBEE-6AB3-4A5D-9196-3B6ED1CAA934}" type="presParOf" srcId="{FBE9BEB8-725A-46FF-9D2E-1E2D8B45FCB2}" destId="{4484E304-B2FB-4309-9C46-407C127E831D}" srcOrd="1" destOrd="0" presId="urn:microsoft.com/office/officeart/2005/8/layout/hierarchy2"/>
    <dgm:cxn modelId="{5CA4CF04-3606-47E4-944A-E70F75150B0C}" type="presParOf" srcId="{4484E304-B2FB-4309-9C46-407C127E831D}" destId="{66CC5EF6-A981-4C98-9A15-014D3DE50FBA}" srcOrd="0" destOrd="0" presId="urn:microsoft.com/office/officeart/2005/8/layout/hierarchy2"/>
    <dgm:cxn modelId="{9D30E080-5994-4515-92B3-76504EB4D13C}" type="presParOf" srcId="{66CC5EF6-A981-4C98-9A15-014D3DE50FBA}" destId="{8EB3CD9C-531B-4F78-9A0B-1F5FFF7DDA9C}" srcOrd="0" destOrd="0" presId="urn:microsoft.com/office/officeart/2005/8/layout/hierarchy2"/>
    <dgm:cxn modelId="{50B1AFAF-B6B4-44BD-8C2F-6306826FBC8A}" type="presParOf" srcId="{4484E304-B2FB-4309-9C46-407C127E831D}" destId="{9FA83FC2-D4DF-4B9E-973E-9E660C3F4190}" srcOrd="1" destOrd="0" presId="urn:microsoft.com/office/officeart/2005/8/layout/hierarchy2"/>
    <dgm:cxn modelId="{E4718202-C817-4B82-86C3-B246B2D1F67E}" type="presParOf" srcId="{9FA83FC2-D4DF-4B9E-973E-9E660C3F4190}" destId="{0D9EF1F9-6AEF-4ED5-9C9A-F82B105145EC}" srcOrd="0" destOrd="0" presId="urn:microsoft.com/office/officeart/2005/8/layout/hierarchy2"/>
    <dgm:cxn modelId="{CCCFDD05-1A68-4123-9CA3-AB6776F5904D}" type="presParOf" srcId="{9FA83FC2-D4DF-4B9E-973E-9E660C3F4190}" destId="{D84B1E43-8261-4577-8A26-AF654BD11E27}" srcOrd="1" destOrd="0" presId="urn:microsoft.com/office/officeart/2005/8/layout/hierarchy2"/>
    <dgm:cxn modelId="{EF2E1BEB-5276-4A53-868F-5E1C413C079C}" type="presParOf" srcId="{4484E304-B2FB-4309-9C46-407C127E831D}" destId="{0A0EDDA5-24C9-47B1-A39C-6C412B3A958C}" srcOrd="2" destOrd="0" presId="urn:microsoft.com/office/officeart/2005/8/layout/hierarchy2"/>
    <dgm:cxn modelId="{B1CFAE4D-292B-4130-9611-E9E44A9DF917}" type="presParOf" srcId="{0A0EDDA5-24C9-47B1-A39C-6C412B3A958C}" destId="{327218BF-7EE6-4546-BAF0-576E59B46741}" srcOrd="0" destOrd="0" presId="urn:microsoft.com/office/officeart/2005/8/layout/hierarchy2"/>
    <dgm:cxn modelId="{E8DCD6F5-2DDF-421B-ADCB-0AFD4A2A1B8A}" type="presParOf" srcId="{4484E304-B2FB-4309-9C46-407C127E831D}" destId="{29A3E63E-A462-41F0-B41C-ED52DDAB2C8D}" srcOrd="3" destOrd="0" presId="urn:microsoft.com/office/officeart/2005/8/layout/hierarchy2"/>
    <dgm:cxn modelId="{123D38C5-94D3-470C-941C-69AEF0A384D6}" type="presParOf" srcId="{29A3E63E-A462-41F0-B41C-ED52DDAB2C8D}" destId="{5F4D92B3-31A6-49E5-8DA9-9D39A50768D2}" srcOrd="0" destOrd="0" presId="urn:microsoft.com/office/officeart/2005/8/layout/hierarchy2"/>
    <dgm:cxn modelId="{A6C288D0-01F6-4B01-A4AE-239125833791}" type="presParOf" srcId="{29A3E63E-A462-41F0-B41C-ED52DDAB2C8D}" destId="{F2ED8990-9996-49C4-BB6F-FA032468CD33}" srcOrd="1" destOrd="0" presId="urn:microsoft.com/office/officeart/2005/8/layout/hierarchy2"/>
    <dgm:cxn modelId="{0CD23F20-BC77-431F-A706-A42AEC8BBDD0}" type="presParOf" srcId="{4484E304-B2FB-4309-9C46-407C127E831D}" destId="{81F51A52-D6E0-4D19-8CE2-4667A1BBC040}" srcOrd="4" destOrd="0" presId="urn:microsoft.com/office/officeart/2005/8/layout/hierarchy2"/>
    <dgm:cxn modelId="{3DD15552-D672-4ACD-A41E-6C051E543FB3}" type="presParOf" srcId="{81F51A52-D6E0-4D19-8CE2-4667A1BBC040}" destId="{94116B2B-7FF3-4058-AA08-9191E2DC5110}" srcOrd="0" destOrd="0" presId="urn:microsoft.com/office/officeart/2005/8/layout/hierarchy2"/>
    <dgm:cxn modelId="{781523EE-2686-499E-963C-16319CD77A70}" type="presParOf" srcId="{4484E304-B2FB-4309-9C46-407C127E831D}" destId="{31DA36ED-C97F-4C67-A4C8-CAEFCD33B358}" srcOrd="5" destOrd="0" presId="urn:microsoft.com/office/officeart/2005/8/layout/hierarchy2"/>
    <dgm:cxn modelId="{CBE0C2CF-158F-4D88-BA4E-216319778AF5}" type="presParOf" srcId="{31DA36ED-C97F-4C67-A4C8-CAEFCD33B358}" destId="{E224E742-3F1A-404F-B3A7-47CA78FA14DC}" srcOrd="0" destOrd="0" presId="urn:microsoft.com/office/officeart/2005/8/layout/hierarchy2"/>
    <dgm:cxn modelId="{A8A80A3A-95FB-4586-B2BC-66138D7B849C}" type="presParOf" srcId="{31DA36ED-C97F-4C67-A4C8-CAEFCD33B358}" destId="{2D121711-A98A-4B59-B3BE-1B8F6311965B}" srcOrd="1" destOrd="0" presId="urn:microsoft.com/office/officeart/2005/8/layout/hierarchy2"/>
    <dgm:cxn modelId="{DE5B79AB-9C01-4D29-BEA9-C137F8670F98}" type="presParOf" srcId="{8B60A362-5B73-4C0C-BC5E-17FF613EE29F}" destId="{899BB89D-D9FA-47B6-B7CC-6C4F10D40304}" srcOrd="1" destOrd="0" presId="urn:microsoft.com/office/officeart/2005/8/layout/hierarchy2"/>
    <dgm:cxn modelId="{A20E279A-373A-4009-AB66-C18FFB581507}" type="presParOf" srcId="{899BB89D-D9FA-47B6-B7CC-6C4F10D40304}" destId="{E63EACDB-48D4-4D97-9C34-E78FB8F59780}" srcOrd="0" destOrd="0" presId="urn:microsoft.com/office/officeart/2005/8/layout/hierarchy2"/>
    <dgm:cxn modelId="{EF50AC78-142F-452A-8753-8ACAEA630426}" type="presParOf" srcId="{899BB89D-D9FA-47B6-B7CC-6C4F10D40304}" destId="{097FF170-F22C-45E4-8503-B0A0E0BCD9C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F5E190-EB18-4694-ADCA-12793580E55A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06FFA26B-87F1-4A4F-91C1-1CCDEE30CFA8}">
      <dgm:prSet phldrT="[Tekst]" phldr="0"/>
      <dgm:spPr/>
      <dgm:t>
        <a:bodyPr/>
        <a:lstStyle/>
        <a:p>
          <a:r>
            <a:rPr lang="da-DK" dirty="0"/>
            <a:t>Adskillelse af backupsystemets netværk og produktionsnetværket</a:t>
          </a:r>
        </a:p>
      </dgm:t>
    </dgm:pt>
    <dgm:pt modelId="{DE4F55D9-8CB6-4323-B619-4DFDF7544434}" type="parTrans" cxnId="{6710D845-76C4-46C9-BD85-BE095FCDB3AA}">
      <dgm:prSet/>
      <dgm:spPr/>
      <dgm:t>
        <a:bodyPr/>
        <a:lstStyle/>
        <a:p>
          <a:endParaRPr lang="da-DK"/>
        </a:p>
      </dgm:t>
    </dgm:pt>
    <dgm:pt modelId="{61EAF8A7-21A0-43EB-861B-C45F40233302}" type="sibTrans" cxnId="{6710D845-76C4-46C9-BD85-BE095FCDB3AA}">
      <dgm:prSet/>
      <dgm:spPr/>
      <dgm:t>
        <a:bodyPr/>
        <a:lstStyle/>
        <a:p>
          <a:endParaRPr lang="da-DK"/>
        </a:p>
      </dgm:t>
    </dgm:pt>
    <dgm:pt modelId="{C042A691-ABD3-4906-A1DD-3BEB4E347D03}">
      <dgm:prSet phldrT="[Tekst]" phldr="0"/>
      <dgm:spPr/>
      <dgm:t>
        <a:bodyPr/>
        <a:lstStyle/>
        <a:p>
          <a:r>
            <a:rPr lang="da-DK"/>
            <a:t>Kryptering af backupdata på filniveau og helst også under transport</a:t>
          </a:r>
        </a:p>
      </dgm:t>
    </dgm:pt>
    <dgm:pt modelId="{E7D4D88E-F6E7-453F-8DC2-8A4EFD14D126}" type="parTrans" cxnId="{7C1A18B4-B370-49CE-B702-C0C41F45A072}">
      <dgm:prSet/>
      <dgm:spPr/>
    </dgm:pt>
    <dgm:pt modelId="{7C3FFD1C-28B7-43E7-A997-96940B7A5D29}" type="sibTrans" cxnId="{7C1A18B4-B370-49CE-B702-C0C41F45A072}">
      <dgm:prSet/>
      <dgm:spPr/>
    </dgm:pt>
    <dgm:pt modelId="{062C2F21-217A-4DD5-A167-CCA7377096AE}">
      <dgm:prSet phldrT="[Tekst]" phldr="0"/>
      <dgm:spPr/>
      <dgm:t>
        <a:bodyPr/>
        <a:lstStyle/>
        <a:p>
          <a:r>
            <a:rPr lang="da-DK" dirty="0"/>
            <a:t>Minimale rettigheder for brugerkonti </a:t>
          </a:r>
          <a:r>
            <a:rPr lang="da-DK"/>
            <a:t>til backup</a:t>
          </a:r>
          <a:endParaRPr lang="da-DK" dirty="0"/>
        </a:p>
      </dgm:t>
    </dgm:pt>
    <dgm:pt modelId="{F6E8FBD2-4852-4904-BFB1-EEC9F40B7AD6}" type="parTrans" cxnId="{ADBBC004-B0AC-4D65-B4ED-1602D42B4CE4}">
      <dgm:prSet/>
      <dgm:spPr/>
    </dgm:pt>
    <dgm:pt modelId="{B85C2314-3E35-4CC3-B61E-F820D668C877}" type="sibTrans" cxnId="{ADBBC004-B0AC-4D65-B4ED-1602D42B4CE4}">
      <dgm:prSet/>
      <dgm:spPr/>
    </dgm:pt>
    <dgm:pt modelId="{5D3B35E6-1CC5-4BCE-A90E-A92968A655A3}" type="pres">
      <dgm:prSet presAssocID="{E1F5E190-EB18-4694-ADCA-12793580E55A}" presName="diagram" presStyleCnt="0">
        <dgm:presLayoutVars>
          <dgm:dir/>
          <dgm:resizeHandles val="exact"/>
        </dgm:presLayoutVars>
      </dgm:prSet>
      <dgm:spPr/>
    </dgm:pt>
    <dgm:pt modelId="{1F79E535-2ACE-4ADA-B083-7F81D05D4CD3}" type="pres">
      <dgm:prSet presAssocID="{06FFA26B-87F1-4A4F-91C1-1CCDEE30CFA8}" presName="node" presStyleLbl="node1" presStyleIdx="0" presStyleCnt="3">
        <dgm:presLayoutVars>
          <dgm:bulletEnabled val="1"/>
        </dgm:presLayoutVars>
      </dgm:prSet>
      <dgm:spPr/>
    </dgm:pt>
    <dgm:pt modelId="{50F0336F-08D1-4F25-B007-74A6E6BFBC0C}" type="pres">
      <dgm:prSet presAssocID="{61EAF8A7-21A0-43EB-861B-C45F40233302}" presName="sibTrans" presStyleCnt="0"/>
      <dgm:spPr/>
    </dgm:pt>
    <dgm:pt modelId="{78B47E0C-7B65-436E-BF44-765C8238A002}" type="pres">
      <dgm:prSet presAssocID="{C042A691-ABD3-4906-A1DD-3BEB4E347D03}" presName="node" presStyleLbl="node1" presStyleIdx="1" presStyleCnt="3">
        <dgm:presLayoutVars>
          <dgm:bulletEnabled val="1"/>
        </dgm:presLayoutVars>
      </dgm:prSet>
      <dgm:spPr/>
    </dgm:pt>
    <dgm:pt modelId="{B3F16E97-6670-4552-9149-2475AD1C872B}" type="pres">
      <dgm:prSet presAssocID="{7C3FFD1C-28B7-43E7-A997-96940B7A5D29}" presName="sibTrans" presStyleCnt="0"/>
      <dgm:spPr/>
    </dgm:pt>
    <dgm:pt modelId="{6C69D444-6308-4DF5-820E-3F844CEB8F96}" type="pres">
      <dgm:prSet presAssocID="{062C2F21-217A-4DD5-A167-CCA7377096AE}" presName="node" presStyleLbl="node1" presStyleIdx="2" presStyleCnt="3">
        <dgm:presLayoutVars>
          <dgm:bulletEnabled val="1"/>
        </dgm:presLayoutVars>
      </dgm:prSet>
      <dgm:spPr/>
    </dgm:pt>
  </dgm:ptLst>
  <dgm:cxnLst>
    <dgm:cxn modelId="{ADBBC004-B0AC-4D65-B4ED-1602D42B4CE4}" srcId="{E1F5E190-EB18-4694-ADCA-12793580E55A}" destId="{062C2F21-217A-4DD5-A167-CCA7377096AE}" srcOrd="2" destOrd="0" parTransId="{F6E8FBD2-4852-4904-BFB1-EEC9F40B7AD6}" sibTransId="{B85C2314-3E35-4CC3-B61E-F820D668C877}"/>
    <dgm:cxn modelId="{53819144-36A3-45B2-9D10-1D8883CDE58A}" type="presOf" srcId="{062C2F21-217A-4DD5-A167-CCA7377096AE}" destId="{6C69D444-6308-4DF5-820E-3F844CEB8F96}" srcOrd="0" destOrd="0" presId="urn:microsoft.com/office/officeart/2005/8/layout/default"/>
    <dgm:cxn modelId="{6710D845-76C4-46C9-BD85-BE095FCDB3AA}" srcId="{E1F5E190-EB18-4694-ADCA-12793580E55A}" destId="{06FFA26B-87F1-4A4F-91C1-1CCDEE30CFA8}" srcOrd="0" destOrd="0" parTransId="{DE4F55D9-8CB6-4323-B619-4DFDF7544434}" sibTransId="{61EAF8A7-21A0-43EB-861B-C45F40233302}"/>
    <dgm:cxn modelId="{65DB108A-8626-4B98-BDFE-33AC4B6557E3}" type="presOf" srcId="{E1F5E190-EB18-4694-ADCA-12793580E55A}" destId="{5D3B35E6-1CC5-4BCE-A90E-A92968A655A3}" srcOrd="0" destOrd="0" presId="urn:microsoft.com/office/officeart/2005/8/layout/default"/>
    <dgm:cxn modelId="{7C1A18B4-B370-49CE-B702-C0C41F45A072}" srcId="{E1F5E190-EB18-4694-ADCA-12793580E55A}" destId="{C042A691-ABD3-4906-A1DD-3BEB4E347D03}" srcOrd="1" destOrd="0" parTransId="{E7D4D88E-F6E7-453F-8DC2-8A4EFD14D126}" sibTransId="{7C3FFD1C-28B7-43E7-A997-96940B7A5D29}"/>
    <dgm:cxn modelId="{2FA09EC3-20D5-4C31-85CC-1E0B77B72ABE}" type="presOf" srcId="{C042A691-ABD3-4906-A1DD-3BEB4E347D03}" destId="{78B47E0C-7B65-436E-BF44-765C8238A002}" srcOrd="0" destOrd="0" presId="urn:microsoft.com/office/officeart/2005/8/layout/default"/>
    <dgm:cxn modelId="{507A36DE-73CD-4E32-8C67-665263796741}" type="presOf" srcId="{06FFA26B-87F1-4A4F-91C1-1CCDEE30CFA8}" destId="{1F79E535-2ACE-4ADA-B083-7F81D05D4CD3}" srcOrd="0" destOrd="0" presId="urn:microsoft.com/office/officeart/2005/8/layout/default"/>
    <dgm:cxn modelId="{4096A0FD-48F6-4D4C-B277-2465FD8BE901}" type="presParOf" srcId="{5D3B35E6-1CC5-4BCE-A90E-A92968A655A3}" destId="{1F79E535-2ACE-4ADA-B083-7F81D05D4CD3}" srcOrd="0" destOrd="0" presId="urn:microsoft.com/office/officeart/2005/8/layout/default"/>
    <dgm:cxn modelId="{FF5ED47F-1936-42F5-960F-8E09DBE03CE4}" type="presParOf" srcId="{5D3B35E6-1CC5-4BCE-A90E-A92968A655A3}" destId="{50F0336F-08D1-4F25-B007-74A6E6BFBC0C}" srcOrd="1" destOrd="0" presId="urn:microsoft.com/office/officeart/2005/8/layout/default"/>
    <dgm:cxn modelId="{B279AC1B-5AF9-4BA3-8F8E-437AD557A27E}" type="presParOf" srcId="{5D3B35E6-1CC5-4BCE-A90E-A92968A655A3}" destId="{78B47E0C-7B65-436E-BF44-765C8238A002}" srcOrd="2" destOrd="0" presId="urn:microsoft.com/office/officeart/2005/8/layout/default"/>
    <dgm:cxn modelId="{5BCE07CE-77B9-46DE-984E-E4A6D4A97CA4}" type="presParOf" srcId="{5D3B35E6-1CC5-4BCE-A90E-A92968A655A3}" destId="{B3F16E97-6670-4552-9149-2475AD1C872B}" srcOrd="3" destOrd="0" presId="urn:microsoft.com/office/officeart/2005/8/layout/default"/>
    <dgm:cxn modelId="{BEFABC3A-E58B-4779-A53A-2BA0BD3CAE10}" type="presParOf" srcId="{5D3B35E6-1CC5-4BCE-A90E-A92968A655A3}" destId="{6C69D444-6308-4DF5-820E-3F844CEB8F9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04E2B3-CBF3-406C-89C7-596FB5BD12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894E2D3D-CC6A-402B-B0F1-4E33274AF0A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Kan backupbilledet læses, valideres og </a:t>
          </a:r>
          <a:r>
            <a:rPr lang="da-DK" b="0" i="0" dirty="0" err="1"/>
            <a:t>mountes</a:t>
          </a:r>
          <a:r>
            <a:rPr lang="da-DK" b="0" i="0" dirty="0"/>
            <a:t>?</a:t>
          </a:r>
        </a:p>
      </dgm:t>
    </dgm:pt>
    <dgm:pt modelId="{002A5018-9DDF-4966-B3AF-42D819B65C9A}" type="parTrans" cxnId="{89E4AE93-DAB3-4C31-BD97-32468EEF3EDD}">
      <dgm:prSet/>
      <dgm:spPr/>
      <dgm:t>
        <a:bodyPr/>
        <a:lstStyle/>
        <a:p>
          <a:endParaRPr lang="da-DK"/>
        </a:p>
      </dgm:t>
    </dgm:pt>
    <dgm:pt modelId="{6B018CF8-FFF2-4292-879B-FD53F678781D}" type="sibTrans" cxnId="{89E4AE93-DAB3-4C31-BD97-32468EEF3EDD}">
      <dgm:prSet/>
      <dgm:spPr/>
      <dgm:t>
        <a:bodyPr/>
        <a:lstStyle/>
        <a:p>
          <a:endParaRPr lang="da-DK"/>
        </a:p>
      </dgm:t>
    </dgm:pt>
    <dgm:pt modelId="{2BEAFB87-AE42-4DDF-A9C6-1CBD036CB43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Kan databasen startes i korrekt tilstand efter gendannelse?</a:t>
          </a:r>
        </a:p>
      </dgm:t>
    </dgm:pt>
    <dgm:pt modelId="{A41ECA33-5E00-4408-BD10-302CC42EA7F0}" type="parTrans" cxnId="{6389897B-62B3-482A-95F5-AD4EC992D55E}">
      <dgm:prSet/>
      <dgm:spPr/>
      <dgm:t>
        <a:bodyPr/>
        <a:lstStyle/>
        <a:p>
          <a:endParaRPr lang="da-DK"/>
        </a:p>
      </dgm:t>
    </dgm:pt>
    <dgm:pt modelId="{1A57DAD3-220E-4401-800C-D00B2C95ADC3}" type="sibTrans" cxnId="{6389897B-62B3-482A-95F5-AD4EC992D55E}">
      <dgm:prSet/>
      <dgm:spPr/>
      <dgm:t>
        <a:bodyPr/>
        <a:lstStyle/>
        <a:p>
          <a:endParaRPr lang="da-DK"/>
        </a:p>
      </dgm:t>
    </dgm:pt>
    <dgm:pt modelId="{6F7F475A-20AE-4B7A-823E-B4D65E5400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Matcher gendannelsestiden de fastsatte RTO‑mål?</a:t>
          </a:r>
        </a:p>
      </dgm:t>
    </dgm:pt>
    <dgm:pt modelId="{AF46C7A7-717B-47D4-88D8-99D26E1F2EFD}" type="parTrans" cxnId="{B8D0EEB8-B7DC-4F6E-9B7F-D8E5BBEA0FA0}">
      <dgm:prSet/>
      <dgm:spPr/>
      <dgm:t>
        <a:bodyPr/>
        <a:lstStyle/>
        <a:p>
          <a:endParaRPr lang="da-DK"/>
        </a:p>
      </dgm:t>
    </dgm:pt>
    <dgm:pt modelId="{A91D9D60-A1CF-4D38-A4D4-0BD564775920}" type="sibTrans" cxnId="{B8D0EEB8-B7DC-4F6E-9B7F-D8E5BBEA0FA0}">
      <dgm:prSet/>
      <dgm:spPr/>
      <dgm:t>
        <a:bodyPr/>
        <a:lstStyle/>
        <a:p>
          <a:endParaRPr lang="da-DK"/>
        </a:p>
      </dgm:t>
    </dgm:pt>
    <dgm:pt modelId="{FF48FB4D-A54D-4F50-B7C9-42B1FC58131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Er alle objekter med? Tabeller, triggers, </a:t>
          </a:r>
          <a:r>
            <a:rPr lang="da-DK" b="0" i="0" dirty="0" err="1"/>
            <a:t>stored</a:t>
          </a:r>
          <a:r>
            <a:rPr lang="da-DK" b="0" i="0" dirty="0"/>
            <a:t> procedures?</a:t>
          </a:r>
        </a:p>
      </dgm:t>
    </dgm:pt>
    <dgm:pt modelId="{ECC83FBF-845A-48F3-B605-D3394BC27C78}" type="parTrans" cxnId="{C68490BE-31A8-4964-99E1-C796AEC9D546}">
      <dgm:prSet/>
      <dgm:spPr/>
      <dgm:t>
        <a:bodyPr/>
        <a:lstStyle/>
        <a:p>
          <a:endParaRPr lang="da-DK"/>
        </a:p>
      </dgm:t>
    </dgm:pt>
    <dgm:pt modelId="{7E08F8F0-2781-40BD-A3B9-3F777E3FA551}" type="sibTrans" cxnId="{C68490BE-31A8-4964-99E1-C796AEC9D546}">
      <dgm:prSet/>
      <dgm:spPr/>
      <dgm:t>
        <a:bodyPr/>
        <a:lstStyle/>
        <a:p>
          <a:endParaRPr lang="da-DK"/>
        </a:p>
      </dgm:t>
    </dgm:pt>
    <dgm:pt modelId="{D5E66450-2846-45D4-BDD3-3F91EC60A74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/>
            <a:t>Er miljøet kompatibelt (version, OS, konfiguration)?</a:t>
          </a:r>
          <a:endParaRPr lang="da-DK" b="0" i="0" dirty="0"/>
        </a:p>
      </dgm:t>
    </dgm:pt>
    <dgm:pt modelId="{B8C3D386-448F-4E16-8114-438FFB06CFE9}" type="parTrans" cxnId="{97B24593-5ADA-44D4-89CD-CCD902B64DAD}">
      <dgm:prSet/>
      <dgm:spPr/>
      <dgm:t>
        <a:bodyPr/>
        <a:lstStyle/>
        <a:p>
          <a:endParaRPr lang="da-DK"/>
        </a:p>
      </dgm:t>
    </dgm:pt>
    <dgm:pt modelId="{74D491DC-A64A-44DB-B416-0A8E258EC394}" type="sibTrans" cxnId="{97B24593-5ADA-44D4-89CD-CCD902B64DAD}">
      <dgm:prSet/>
      <dgm:spPr/>
      <dgm:t>
        <a:bodyPr/>
        <a:lstStyle/>
        <a:p>
          <a:endParaRPr lang="da-DK"/>
        </a:p>
      </dgm:t>
    </dgm:pt>
    <dgm:pt modelId="{C6298C73-DE10-41E3-A7CC-61BD74BE748A}" type="pres">
      <dgm:prSet presAssocID="{D304E2B3-CBF3-406C-89C7-596FB5BD12C9}" presName="diagram" presStyleCnt="0">
        <dgm:presLayoutVars>
          <dgm:dir/>
          <dgm:resizeHandles val="exact"/>
        </dgm:presLayoutVars>
      </dgm:prSet>
      <dgm:spPr/>
    </dgm:pt>
    <dgm:pt modelId="{2333DD3F-DE20-4642-AB60-8881B4C6757F}" type="pres">
      <dgm:prSet presAssocID="{894E2D3D-CC6A-402B-B0F1-4E33274AF0A2}" presName="node" presStyleLbl="node1" presStyleIdx="0" presStyleCnt="5">
        <dgm:presLayoutVars>
          <dgm:bulletEnabled val="1"/>
        </dgm:presLayoutVars>
      </dgm:prSet>
      <dgm:spPr/>
    </dgm:pt>
    <dgm:pt modelId="{A7A42D7A-84F0-44D4-917D-0A014932AD56}" type="pres">
      <dgm:prSet presAssocID="{6B018CF8-FFF2-4292-879B-FD53F678781D}" presName="sibTrans" presStyleCnt="0"/>
      <dgm:spPr/>
    </dgm:pt>
    <dgm:pt modelId="{7CB976E5-91A4-432C-B353-D8633C72F324}" type="pres">
      <dgm:prSet presAssocID="{2BEAFB87-AE42-4DDF-A9C6-1CBD036CB436}" presName="node" presStyleLbl="node1" presStyleIdx="1" presStyleCnt="5">
        <dgm:presLayoutVars>
          <dgm:bulletEnabled val="1"/>
        </dgm:presLayoutVars>
      </dgm:prSet>
      <dgm:spPr/>
    </dgm:pt>
    <dgm:pt modelId="{ED6EA888-5E19-41BC-A4BA-C0B287A9B73E}" type="pres">
      <dgm:prSet presAssocID="{1A57DAD3-220E-4401-800C-D00B2C95ADC3}" presName="sibTrans" presStyleCnt="0"/>
      <dgm:spPr/>
    </dgm:pt>
    <dgm:pt modelId="{41AEFBEE-86C6-4D51-A052-102C89E4C2E9}" type="pres">
      <dgm:prSet presAssocID="{6F7F475A-20AE-4B7A-823E-B4D65E540082}" presName="node" presStyleLbl="node1" presStyleIdx="2" presStyleCnt="5">
        <dgm:presLayoutVars>
          <dgm:bulletEnabled val="1"/>
        </dgm:presLayoutVars>
      </dgm:prSet>
      <dgm:spPr/>
    </dgm:pt>
    <dgm:pt modelId="{08E8C45A-CDBA-4F86-822E-B44A58E80394}" type="pres">
      <dgm:prSet presAssocID="{A91D9D60-A1CF-4D38-A4D4-0BD564775920}" presName="sibTrans" presStyleCnt="0"/>
      <dgm:spPr/>
    </dgm:pt>
    <dgm:pt modelId="{D7417D1B-7F9A-42B4-AAA9-26D3E7632385}" type="pres">
      <dgm:prSet presAssocID="{FF48FB4D-A54D-4F50-B7C9-42B1FC58131B}" presName="node" presStyleLbl="node1" presStyleIdx="3" presStyleCnt="5">
        <dgm:presLayoutVars>
          <dgm:bulletEnabled val="1"/>
        </dgm:presLayoutVars>
      </dgm:prSet>
      <dgm:spPr/>
    </dgm:pt>
    <dgm:pt modelId="{6F723CEB-2C15-4BFE-9470-D120321362F4}" type="pres">
      <dgm:prSet presAssocID="{7E08F8F0-2781-40BD-A3B9-3F777E3FA551}" presName="sibTrans" presStyleCnt="0"/>
      <dgm:spPr/>
    </dgm:pt>
    <dgm:pt modelId="{0606F288-AB0F-4796-B73E-37FE5A311D07}" type="pres">
      <dgm:prSet presAssocID="{D5E66450-2846-45D4-BDD3-3F91EC60A745}" presName="node" presStyleLbl="node1" presStyleIdx="4" presStyleCnt="5">
        <dgm:presLayoutVars>
          <dgm:bulletEnabled val="1"/>
        </dgm:presLayoutVars>
      </dgm:prSet>
      <dgm:spPr/>
    </dgm:pt>
  </dgm:ptLst>
  <dgm:cxnLst>
    <dgm:cxn modelId="{6389897B-62B3-482A-95F5-AD4EC992D55E}" srcId="{D304E2B3-CBF3-406C-89C7-596FB5BD12C9}" destId="{2BEAFB87-AE42-4DDF-A9C6-1CBD036CB436}" srcOrd="1" destOrd="0" parTransId="{A41ECA33-5E00-4408-BD10-302CC42EA7F0}" sibTransId="{1A57DAD3-220E-4401-800C-D00B2C95ADC3}"/>
    <dgm:cxn modelId="{97B24593-5ADA-44D4-89CD-CCD902B64DAD}" srcId="{D304E2B3-CBF3-406C-89C7-596FB5BD12C9}" destId="{D5E66450-2846-45D4-BDD3-3F91EC60A745}" srcOrd="4" destOrd="0" parTransId="{B8C3D386-448F-4E16-8114-438FFB06CFE9}" sibTransId="{74D491DC-A64A-44DB-B416-0A8E258EC394}"/>
    <dgm:cxn modelId="{89E4AE93-DAB3-4C31-BD97-32468EEF3EDD}" srcId="{D304E2B3-CBF3-406C-89C7-596FB5BD12C9}" destId="{894E2D3D-CC6A-402B-B0F1-4E33274AF0A2}" srcOrd="0" destOrd="0" parTransId="{002A5018-9DDF-4966-B3AF-42D819B65C9A}" sibTransId="{6B018CF8-FFF2-4292-879B-FD53F678781D}"/>
    <dgm:cxn modelId="{31CF0F9B-3F25-4E7B-BA47-55BD6CCF84F5}" type="presOf" srcId="{6F7F475A-20AE-4B7A-823E-B4D65E540082}" destId="{41AEFBEE-86C6-4D51-A052-102C89E4C2E9}" srcOrd="0" destOrd="0" presId="urn:microsoft.com/office/officeart/2005/8/layout/default"/>
    <dgm:cxn modelId="{6B842CA6-53A9-43BD-A005-100BBD137A05}" type="presOf" srcId="{FF48FB4D-A54D-4F50-B7C9-42B1FC58131B}" destId="{D7417D1B-7F9A-42B4-AAA9-26D3E7632385}" srcOrd="0" destOrd="0" presId="urn:microsoft.com/office/officeart/2005/8/layout/default"/>
    <dgm:cxn modelId="{643BA6AF-C2E4-4F84-9DEA-FA5B9FFA7B45}" type="presOf" srcId="{D304E2B3-CBF3-406C-89C7-596FB5BD12C9}" destId="{C6298C73-DE10-41E3-A7CC-61BD74BE748A}" srcOrd="0" destOrd="0" presId="urn:microsoft.com/office/officeart/2005/8/layout/default"/>
    <dgm:cxn modelId="{B8D0EEB8-B7DC-4F6E-9B7F-D8E5BBEA0FA0}" srcId="{D304E2B3-CBF3-406C-89C7-596FB5BD12C9}" destId="{6F7F475A-20AE-4B7A-823E-B4D65E540082}" srcOrd="2" destOrd="0" parTransId="{AF46C7A7-717B-47D4-88D8-99D26E1F2EFD}" sibTransId="{A91D9D60-A1CF-4D38-A4D4-0BD564775920}"/>
    <dgm:cxn modelId="{C68490BE-31A8-4964-99E1-C796AEC9D546}" srcId="{D304E2B3-CBF3-406C-89C7-596FB5BD12C9}" destId="{FF48FB4D-A54D-4F50-B7C9-42B1FC58131B}" srcOrd="3" destOrd="0" parTransId="{ECC83FBF-845A-48F3-B605-D3394BC27C78}" sibTransId="{7E08F8F0-2781-40BD-A3B9-3F777E3FA551}"/>
    <dgm:cxn modelId="{CA1ED7C9-9836-49B4-867C-6C8F1BF8507D}" type="presOf" srcId="{894E2D3D-CC6A-402B-B0F1-4E33274AF0A2}" destId="{2333DD3F-DE20-4642-AB60-8881B4C6757F}" srcOrd="0" destOrd="0" presId="urn:microsoft.com/office/officeart/2005/8/layout/default"/>
    <dgm:cxn modelId="{4279FACA-E3E4-4144-8D8C-BBD651C0FE68}" type="presOf" srcId="{2BEAFB87-AE42-4DDF-A9C6-1CBD036CB436}" destId="{7CB976E5-91A4-432C-B353-D8633C72F324}" srcOrd="0" destOrd="0" presId="urn:microsoft.com/office/officeart/2005/8/layout/default"/>
    <dgm:cxn modelId="{31A3A3DA-18ED-48EC-B894-644D47038E7F}" type="presOf" srcId="{D5E66450-2846-45D4-BDD3-3F91EC60A745}" destId="{0606F288-AB0F-4796-B73E-37FE5A311D07}" srcOrd="0" destOrd="0" presId="urn:microsoft.com/office/officeart/2005/8/layout/default"/>
    <dgm:cxn modelId="{29E4D64E-52D1-4F11-8AD8-8F7915FCC9A1}" type="presParOf" srcId="{C6298C73-DE10-41E3-A7CC-61BD74BE748A}" destId="{2333DD3F-DE20-4642-AB60-8881B4C6757F}" srcOrd="0" destOrd="0" presId="urn:microsoft.com/office/officeart/2005/8/layout/default"/>
    <dgm:cxn modelId="{D186183B-25A2-4FA1-B4C1-C3D02909EC59}" type="presParOf" srcId="{C6298C73-DE10-41E3-A7CC-61BD74BE748A}" destId="{A7A42D7A-84F0-44D4-917D-0A014932AD56}" srcOrd="1" destOrd="0" presId="urn:microsoft.com/office/officeart/2005/8/layout/default"/>
    <dgm:cxn modelId="{60470F20-1FEA-4D1F-A4A1-F733C0405542}" type="presParOf" srcId="{C6298C73-DE10-41E3-A7CC-61BD74BE748A}" destId="{7CB976E5-91A4-432C-B353-D8633C72F324}" srcOrd="2" destOrd="0" presId="urn:microsoft.com/office/officeart/2005/8/layout/default"/>
    <dgm:cxn modelId="{CEBA20BB-5474-4209-96AA-B087947F0E47}" type="presParOf" srcId="{C6298C73-DE10-41E3-A7CC-61BD74BE748A}" destId="{ED6EA888-5E19-41BC-A4BA-C0B287A9B73E}" srcOrd="3" destOrd="0" presId="urn:microsoft.com/office/officeart/2005/8/layout/default"/>
    <dgm:cxn modelId="{863C28B0-BEDC-4A5E-9FF1-B17F927DCCD7}" type="presParOf" srcId="{C6298C73-DE10-41E3-A7CC-61BD74BE748A}" destId="{41AEFBEE-86C6-4D51-A052-102C89E4C2E9}" srcOrd="4" destOrd="0" presId="urn:microsoft.com/office/officeart/2005/8/layout/default"/>
    <dgm:cxn modelId="{3B3947E7-3945-4745-BD80-035CEB9803E7}" type="presParOf" srcId="{C6298C73-DE10-41E3-A7CC-61BD74BE748A}" destId="{08E8C45A-CDBA-4F86-822E-B44A58E80394}" srcOrd="5" destOrd="0" presId="urn:microsoft.com/office/officeart/2005/8/layout/default"/>
    <dgm:cxn modelId="{1E7E143F-DD94-41D5-AD0D-422FD9C4A2E6}" type="presParOf" srcId="{C6298C73-DE10-41E3-A7CC-61BD74BE748A}" destId="{D7417D1B-7F9A-42B4-AAA9-26D3E7632385}" srcOrd="6" destOrd="0" presId="urn:microsoft.com/office/officeart/2005/8/layout/default"/>
    <dgm:cxn modelId="{D38FACA5-12D0-4E7B-B431-9693A1715F63}" type="presParOf" srcId="{C6298C73-DE10-41E3-A7CC-61BD74BE748A}" destId="{6F723CEB-2C15-4BFE-9470-D120321362F4}" srcOrd="7" destOrd="0" presId="urn:microsoft.com/office/officeart/2005/8/layout/default"/>
    <dgm:cxn modelId="{966C4064-497E-4401-8813-BCD705EE74FC}" type="presParOf" srcId="{C6298C73-DE10-41E3-A7CC-61BD74BE748A}" destId="{0606F288-AB0F-4796-B73E-37FE5A311D0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8F025E-195D-49A9-A6EE-3CB49D9BF9EE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063B6A1A-1BA7-4DEE-A5EE-C447260992F6}">
      <dgm:prSet phldrT="[Tekst]"/>
      <dgm:spPr/>
      <dgm:t>
        <a:bodyPr/>
        <a:lstStyle/>
        <a:p>
          <a:pPr>
            <a:buNone/>
          </a:pPr>
          <a:r>
            <a:rPr lang="en-US" b="1" i="0" dirty="0" err="1"/>
            <a:t>Scenarie</a:t>
          </a:r>
          <a:r>
            <a:rPr lang="en-US" b="1" i="0" dirty="0"/>
            <a:t>:</a:t>
          </a:r>
          <a:r>
            <a:rPr lang="en-US" b="0" i="0" dirty="0"/>
            <a:t> </a:t>
          </a:r>
          <a:r>
            <a:rPr lang="en-US" b="0" i="0" dirty="0" err="1"/>
            <a:t>Virksomheden</a:t>
          </a:r>
          <a:r>
            <a:rPr lang="en-US" b="0" i="0" dirty="0"/>
            <a:t> </a:t>
          </a:r>
          <a:r>
            <a:rPr lang="en-US" b="0" i="0" dirty="0" err="1"/>
            <a:t>foretager</a:t>
          </a:r>
          <a:r>
            <a:rPr lang="en-US" b="0" i="0" dirty="0"/>
            <a:t> </a:t>
          </a:r>
          <a:r>
            <a:rPr lang="en-US" b="0" i="0" dirty="0" err="1"/>
            <a:t>natlig</a:t>
          </a:r>
          <a:r>
            <a:rPr lang="en-US" b="0" i="0" dirty="0"/>
            <a:t> </a:t>
          </a:r>
          <a:r>
            <a:rPr lang="en-US" b="0" i="0" dirty="0" err="1"/>
            <a:t>fuld</a:t>
          </a:r>
          <a:r>
            <a:rPr lang="en-US" b="0" i="0" dirty="0"/>
            <a:t> </a:t>
          </a:r>
          <a:r>
            <a:rPr lang="en-US" b="0" i="0" dirty="0" err="1"/>
            <a:t>og</a:t>
          </a:r>
          <a:r>
            <a:rPr lang="en-US" b="0" i="0" dirty="0"/>
            <a:t> </a:t>
          </a:r>
          <a:r>
            <a:rPr lang="en-US" b="0" i="0" dirty="0" err="1"/>
            <a:t>daglig</a:t>
          </a:r>
          <a:r>
            <a:rPr lang="en-US" b="0" i="0" dirty="0"/>
            <a:t> </a:t>
          </a:r>
          <a:r>
            <a:rPr lang="en-US" b="0" i="0" dirty="0" err="1"/>
            <a:t>inkrementelle</a:t>
          </a:r>
          <a:r>
            <a:rPr lang="en-US" b="0" i="0" dirty="0"/>
            <a:t> backups.</a:t>
          </a:r>
          <a:endParaRPr lang="da-DK" dirty="0"/>
        </a:p>
      </dgm:t>
    </dgm:pt>
    <dgm:pt modelId="{F4395C14-E7A9-4FE1-BA79-A639F6124232}" type="parTrans" cxnId="{E5A3A828-1D0F-4B5D-AB70-98894A23EA34}">
      <dgm:prSet/>
      <dgm:spPr/>
      <dgm:t>
        <a:bodyPr/>
        <a:lstStyle/>
        <a:p>
          <a:endParaRPr lang="da-DK"/>
        </a:p>
      </dgm:t>
    </dgm:pt>
    <dgm:pt modelId="{A385B4B0-EC1A-450A-B521-4E0920F598E6}" type="sibTrans" cxnId="{E5A3A828-1D0F-4B5D-AB70-98894A23EA34}">
      <dgm:prSet/>
      <dgm:spPr/>
      <dgm:t>
        <a:bodyPr/>
        <a:lstStyle/>
        <a:p>
          <a:endParaRPr lang="da-DK"/>
        </a:p>
      </dgm:t>
    </dgm:pt>
    <dgm:pt modelId="{A13099F4-764E-4E30-8074-860C42C141FA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Gendan fuld backup i separat testmiljø.</a:t>
          </a:r>
        </a:p>
      </dgm:t>
    </dgm:pt>
    <dgm:pt modelId="{A77A823F-F7EF-4917-BC0D-A8E85A65A4A7}" type="parTrans" cxnId="{8D1D13F0-4ECD-41D8-8C62-A191E219A06C}">
      <dgm:prSet/>
      <dgm:spPr/>
      <dgm:t>
        <a:bodyPr/>
        <a:lstStyle/>
        <a:p>
          <a:endParaRPr lang="da-DK"/>
        </a:p>
      </dgm:t>
    </dgm:pt>
    <dgm:pt modelId="{B07FBDCD-8CCE-4D84-B5F0-581D8C354A3B}" type="sibTrans" cxnId="{8D1D13F0-4ECD-41D8-8C62-A191E219A06C}">
      <dgm:prSet/>
      <dgm:spPr/>
      <dgm:t>
        <a:bodyPr/>
        <a:lstStyle/>
        <a:p>
          <a:endParaRPr lang="da-DK"/>
        </a:p>
      </dgm:t>
    </dgm:pt>
    <dgm:pt modelId="{885E7B5D-33A1-4CCE-A04B-BD98E3794131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Genspil inkrementelle logs frem til det valgte tidspunkt (PITR).</a:t>
          </a:r>
        </a:p>
      </dgm:t>
    </dgm:pt>
    <dgm:pt modelId="{0DBAAE2A-3C68-4098-B7F4-E2242C684040}" type="parTrans" cxnId="{5F24DAC1-4225-4D9D-AE4F-0105C804E8BA}">
      <dgm:prSet/>
      <dgm:spPr/>
      <dgm:t>
        <a:bodyPr/>
        <a:lstStyle/>
        <a:p>
          <a:endParaRPr lang="da-DK"/>
        </a:p>
      </dgm:t>
    </dgm:pt>
    <dgm:pt modelId="{19694D3E-5255-42B6-B060-D99C90076BE5}" type="sibTrans" cxnId="{5F24DAC1-4225-4D9D-AE4F-0105C804E8BA}">
      <dgm:prSet/>
      <dgm:spPr/>
      <dgm:t>
        <a:bodyPr/>
        <a:lstStyle/>
        <a:p>
          <a:endParaRPr lang="da-DK"/>
        </a:p>
      </dgm:t>
    </dgm:pt>
    <dgm:pt modelId="{EEC7BAD2-999D-4147-8618-13478FDFFE55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Sammenlign outputdata med forventet dataset.</a:t>
          </a:r>
        </a:p>
      </dgm:t>
    </dgm:pt>
    <dgm:pt modelId="{C45E6141-B224-4C1B-93DA-8DCD88CE749F}" type="parTrans" cxnId="{6CB71574-CB66-48EE-98CE-8038BF0EC961}">
      <dgm:prSet/>
      <dgm:spPr/>
      <dgm:t>
        <a:bodyPr/>
        <a:lstStyle/>
        <a:p>
          <a:endParaRPr lang="da-DK"/>
        </a:p>
      </dgm:t>
    </dgm:pt>
    <dgm:pt modelId="{F4260E80-262B-4D4C-8C1B-1D4119433433}" type="sibTrans" cxnId="{6CB71574-CB66-48EE-98CE-8038BF0EC961}">
      <dgm:prSet/>
      <dgm:spPr/>
      <dgm:t>
        <a:bodyPr/>
        <a:lstStyle/>
        <a:p>
          <a:endParaRPr lang="da-DK"/>
        </a:p>
      </dgm:t>
    </dgm:pt>
    <dgm:pt modelId="{FB4A245B-BB90-443A-8B43-A04FBF415826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Mål RTO og noter forskelle mellem forventet og faktisk tid.</a:t>
          </a:r>
        </a:p>
      </dgm:t>
    </dgm:pt>
    <dgm:pt modelId="{0D52FEAA-7D1B-4A2C-B739-808B0871AB15}" type="parTrans" cxnId="{59B6D801-5F90-481C-B438-76F5D5B65086}">
      <dgm:prSet/>
      <dgm:spPr/>
      <dgm:t>
        <a:bodyPr/>
        <a:lstStyle/>
        <a:p>
          <a:endParaRPr lang="da-DK"/>
        </a:p>
      </dgm:t>
    </dgm:pt>
    <dgm:pt modelId="{4A63845D-23D0-41B3-A3FD-E59AF44A0BC5}" type="sibTrans" cxnId="{59B6D801-5F90-481C-B438-76F5D5B65086}">
      <dgm:prSet/>
      <dgm:spPr/>
      <dgm:t>
        <a:bodyPr/>
        <a:lstStyle/>
        <a:p>
          <a:endParaRPr lang="da-DK"/>
        </a:p>
      </dgm:t>
    </dgm:pt>
    <dgm:pt modelId="{D53BBD37-AA4C-4F71-A037-9871902AF45C}">
      <dgm:prSet/>
      <dgm:spPr/>
      <dgm:t>
        <a:bodyPr/>
        <a:lstStyle/>
        <a:p>
          <a:pPr>
            <a:buNone/>
          </a:pPr>
          <a:r>
            <a:rPr lang="da-DK" b="1" i="0" dirty="0"/>
            <a:t>Scenarie:</a:t>
          </a:r>
          <a:r>
            <a:rPr lang="da-DK" b="0" i="0" dirty="0"/>
            <a:t> Gendannelse fra en </a:t>
          </a:r>
          <a:r>
            <a:rPr lang="da-DK" b="0" i="0" dirty="0" err="1"/>
            <a:t>offsite</a:t>
          </a:r>
          <a:r>
            <a:rPr lang="da-DK" b="0" i="0" dirty="0"/>
            <a:t>‑backup, der antages at være kompromitteret.</a:t>
          </a:r>
        </a:p>
      </dgm:t>
    </dgm:pt>
    <dgm:pt modelId="{CB99CD04-24C7-49AF-AE05-A2F86E36C308}" type="parTrans" cxnId="{C52A60DD-21CE-4FAB-97D1-62413C46EDFD}">
      <dgm:prSet/>
      <dgm:spPr/>
      <dgm:t>
        <a:bodyPr/>
        <a:lstStyle/>
        <a:p>
          <a:endParaRPr lang="da-DK"/>
        </a:p>
      </dgm:t>
    </dgm:pt>
    <dgm:pt modelId="{5217D505-D054-4228-82DB-C8D13E5762F4}" type="sibTrans" cxnId="{C52A60DD-21CE-4FAB-97D1-62413C46EDFD}">
      <dgm:prSet/>
      <dgm:spPr/>
      <dgm:t>
        <a:bodyPr/>
        <a:lstStyle/>
        <a:p>
          <a:endParaRPr lang="da-DK"/>
        </a:p>
      </dgm:t>
    </dgm:pt>
    <dgm:pt modelId="{B1B4825A-1D62-41F2-918F-880C01117271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Forsøg gendannelse fra cloud/</a:t>
          </a:r>
          <a:r>
            <a:rPr lang="da-DK" b="0" i="0" dirty="0" err="1"/>
            <a:t>offsite</a:t>
          </a:r>
          <a:r>
            <a:rPr lang="da-DK" b="0" i="0" dirty="0"/>
            <a:t> kopi.</a:t>
          </a:r>
        </a:p>
      </dgm:t>
    </dgm:pt>
    <dgm:pt modelId="{6E761F32-218B-4926-AD0E-68B98362F334}" type="parTrans" cxnId="{A5DAB201-5804-486F-A4F3-D0121D5A5422}">
      <dgm:prSet/>
      <dgm:spPr/>
      <dgm:t>
        <a:bodyPr/>
        <a:lstStyle/>
        <a:p>
          <a:endParaRPr lang="da-DK"/>
        </a:p>
      </dgm:t>
    </dgm:pt>
    <dgm:pt modelId="{6B1F098B-ED0D-4B03-8CEB-E401B28548DF}" type="sibTrans" cxnId="{A5DAB201-5804-486F-A4F3-D0121D5A5422}">
      <dgm:prSet/>
      <dgm:spPr/>
      <dgm:t>
        <a:bodyPr/>
        <a:lstStyle/>
        <a:p>
          <a:endParaRPr lang="da-DK"/>
        </a:p>
      </dgm:t>
    </dgm:pt>
    <dgm:pt modelId="{5C01A1BB-06B8-417A-8E31-072840986A5A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Verificér om kopien er skrivebeskyttet – et centralt værn mod angreb.</a:t>
          </a:r>
        </a:p>
      </dgm:t>
    </dgm:pt>
    <dgm:pt modelId="{80C2C2DC-B0FB-45FE-B8A4-F8E2CB4447FB}" type="parTrans" cxnId="{203BF853-E2E1-4841-85FC-B17C250553A5}">
      <dgm:prSet/>
      <dgm:spPr/>
      <dgm:t>
        <a:bodyPr/>
        <a:lstStyle/>
        <a:p>
          <a:endParaRPr lang="da-DK"/>
        </a:p>
      </dgm:t>
    </dgm:pt>
    <dgm:pt modelId="{D5310EBD-985C-428D-A3FE-27370BB69A43}" type="sibTrans" cxnId="{203BF853-E2E1-4841-85FC-B17C250553A5}">
      <dgm:prSet/>
      <dgm:spPr/>
      <dgm:t>
        <a:bodyPr/>
        <a:lstStyle/>
        <a:p>
          <a:endParaRPr lang="da-DK"/>
        </a:p>
      </dgm:t>
    </dgm:pt>
    <dgm:pt modelId="{F9EC2F37-D6D7-4778-92DB-4C7C4936058C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Kontrollér, at </a:t>
          </a:r>
          <a:r>
            <a:rPr lang="da-DK" b="0" i="0" dirty="0" err="1"/>
            <a:t>credentials</a:t>
          </a:r>
          <a:r>
            <a:rPr lang="da-DK" b="0" i="0" dirty="0"/>
            <a:t> til </a:t>
          </a:r>
          <a:r>
            <a:rPr lang="da-DK" b="0" i="0" dirty="0" err="1"/>
            <a:t>offsite</a:t>
          </a:r>
          <a:r>
            <a:rPr lang="da-DK" b="0" i="0" dirty="0"/>
            <a:t> ikke deles med produktionsmiljøet.</a:t>
          </a:r>
        </a:p>
      </dgm:t>
    </dgm:pt>
    <dgm:pt modelId="{D052E6D6-9ED8-41EF-85E9-237E0417D816}" type="parTrans" cxnId="{05FFC999-EE93-4AC5-A815-13849CA0B5F4}">
      <dgm:prSet/>
      <dgm:spPr/>
      <dgm:t>
        <a:bodyPr/>
        <a:lstStyle/>
        <a:p>
          <a:endParaRPr lang="da-DK"/>
        </a:p>
      </dgm:t>
    </dgm:pt>
    <dgm:pt modelId="{D2218FF0-A21E-4301-82D3-D7EC4889937F}" type="sibTrans" cxnId="{05FFC999-EE93-4AC5-A815-13849CA0B5F4}">
      <dgm:prSet/>
      <dgm:spPr/>
      <dgm:t>
        <a:bodyPr/>
        <a:lstStyle/>
        <a:p>
          <a:endParaRPr lang="da-DK"/>
        </a:p>
      </dgm:t>
    </dgm:pt>
    <dgm:pt modelId="{6D6FD717-C59D-4DD4-8336-222B53F987F3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Dokumentér om </a:t>
          </a:r>
          <a:r>
            <a:rPr lang="da-DK" b="0" i="0" dirty="0" err="1"/>
            <a:t>backupen</a:t>
          </a:r>
          <a:r>
            <a:rPr lang="da-DK" b="0" i="0" dirty="0"/>
            <a:t> faktisk kunne modstå angrebet.</a:t>
          </a:r>
        </a:p>
      </dgm:t>
    </dgm:pt>
    <dgm:pt modelId="{8A169567-5EBD-46F6-8308-1D26F042141B}" type="parTrans" cxnId="{E31173EB-240B-4AD2-8CF7-857B6B9C26EC}">
      <dgm:prSet/>
      <dgm:spPr/>
      <dgm:t>
        <a:bodyPr/>
        <a:lstStyle/>
        <a:p>
          <a:endParaRPr lang="da-DK"/>
        </a:p>
      </dgm:t>
    </dgm:pt>
    <dgm:pt modelId="{3A1A0AE7-A06F-4FD2-9299-47D2ED17311E}" type="sibTrans" cxnId="{E31173EB-240B-4AD2-8CF7-857B6B9C26EC}">
      <dgm:prSet/>
      <dgm:spPr/>
      <dgm:t>
        <a:bodyPr/>
        <a:lstStyle/>
        <a:p>
          <a:endParaRPr lang="da-DK"/>
        </a:p>
      </dgm:t>
    </dgm:pt>
    <dgm:pt modelId="{FEE069FB-6C90-4B43-A301-F4EBAD0E5CB8}">
      <dgm:prSet/>
      <dgm:spPr/>
      <dgm:t>
        <a:bodyPr/>
        <a:lstStyle/>
        <a:p>
          <a:pPr>
            <a:buNone/>
          </a:pPr>
          <a:r>
            <a:rPr lang="da-DK" b="1" i="0" dirty="0"/>
            <a:t>Scenarie:</a:t>
          </a:r>
          <a:r>
            <a:rPr lang="da-DK" b="0" i="0" dirty="0"/>
            <a:t> En DB2‑database indeholder </a:t>
          </a:r>
          <a:r>
            <a:rPr lang="da-DK" b="0" i="0" dirty="0" err="1"/>
            <a:t>stored</a:t>
          </a:r>
          <a:r>
            <a:rPr lang="da-DK" b="0" i="0" dirty="0"/>
            <a:t> procedures, triggers og store mængder binære data.</a:t>
          </a:r>
        </a:p>
      </dgm:t>
    </dgm:pt>
    <dgm:pt modelId="{7B0C0909-368A-42B1-A7A2-8C1ACE5602EB}" type="parTrans" cxnId="{CE8A9211-BDEC-4037-B873-AA14D1E81B74}">
      <dgm:prSet/>
      <dgm:spPr/>
      <dgm:t>
        <a:bodyPr/>
        <a:lstStyle/>
        <a:p>
          <a:endParaRPr lang="da-DK"/>
        </a:p>
      </dgm:t>
    </dgm:pt>
    <dgm:pt modelId="{2E8C71C6-8BE6-4B82-B5DC-5D6C65AD4B2F}" type="sibTrans" cxnId="{CE8A9211-BDEC-4037-B873-AA14D1E81B74}">
      <dgm:prSet/>
      <dgm:spPr/>
      <dgm:t>
        <a:bodyPr/>
        <a:lstStyle/>
        <a:p>
          <a:endParaRPr lang="da-DK"/>
        </a:p>
      </dgm:t>
    </dgm:pt>
    <dgm:pt modelId="{DC5994CD-C53A-4A3A-AAC3-B0294AD3EC2D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Gendan backup i testmiljø.</a:t>
          </a:r>
        </a:p>
      </dgm:t>
    </dgm:pt>
    <dgm:pt modelId="{20425CC2-BCD9-4544-AF73-0D810A444CA4}" type="parTrans" cxnId="{D2E2D722-B9D2-474F-952A-E2B517029BFC}">
      <dgm:prSet/>
      <dgm:spPr/>
      <dgm:t>
        <a:bodyPr/>
        <a:lstStyle/>
        <a:p>
          <a:endParaRPr lang="da-DK"/>
        </a:p>
      </dgm:t>
    </dgm:pt>
    <dgm:pt modelId="{2F8D49F7-C10D-4505-B04A-98A7F47E75DC}" type="sibTrans" cxnId="{D2E2D722-B9D2-474F-952A-E2B517029BFC}">
      <dgm:prSet/>
      <dgm:spPr/>
      <dgm:t>
        <a:bodyPr/>
        <a:lstStyle/>
        <a:p>
          <a:endParaRPr lang="da-DK"/>
        </a:p>
      </dgm:t>
    </dgm:pt>
    <dgm:pt modelId="{D9033E9A-DA37-419D-8972-A722281EA2BA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Verificér at alle databaseobjekter findes og virker.</a:t>
          </a:r>
          <a:br>
            <a:rPr lang="da-DK" b="0" i="0" dirty="0"/>
          </a:br>
          <a:r>
            <a:rPr lang="da-DK" b="0" i="0" dirty="0"/>
            <a:t>– DB2‑miljøer fejler ofte her, hvis backup ikke indeholder alle objekter. </a:t>
          </a:r>
        </a:p>
      </dgm:t>
    </dgm:pt>
    <dgm:pt modelId="{7BB2682C-D2A9-49E1-A7DC-C0989A38918E}" type="parTrans" cxnId="{6E4DA2DA-F16F-47F0-BBFD-06815D52E37B}">
      <dgm:prSet/>
      <dgm:spPr/>
      <dgm:t>
        <a:bodyPr/>
        <a:lstStyle/>
        <a:p>
          <a:endParaRPr lang="da-DK"/>
        </a:p>
      </dgm:t>
    </dgm:pt>
    <dgm:pt modelId="{E33D49BE-3A3B-4B2E-B493-830BAB17DD71}" type="sibTrans" cxnId="{6E4DA2DA-F16F-47F0-BBFD-06815D52E37B}">
      <dgm:prSet/>
      <dgm:spPr/>
      <dgm:t>
        <a:bodyPr/>
        <a:lstStyle/>
        <a:p>
          <a:endParaRPr lang="da-DK"/>
        </a:p>
      </dgm:t>
    </dgm:pt>
    <dgm:pt modelId="{1A011DA7-1F59-42F6-944D-89C43A77E611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Kør automatiserede applikations-tests for at validere </a:t>
          </a:r>
          <a:r>
            <a:rPr lang="da-DK" b="0" i="0" dirty="0" err="1"/>
            <a:t>datalogik</a:t>
          </a:r>
          <a:r>
            <a:rPr lang="da-DK" b="0" i="0" dirty="0"/>
            <a:t>.</a:t>
          </a:r>
        </a:p>
      </dgm:t>
    </dgm:pt>
    <dgm:pt modelId="{75CEE6B9-639A-4B42-AF74-EC87CC069A98}" type="parTrans" cxnId="{CA9105EB-E2E6-4E45-BDB7-6F77F64D643A}">
      <dgm:prSet/>
      <dgm:spPr/>
      <dgm:t>
        <a:bodyPr/>
        <a:lstStyle/>
        <a:p>
          <a:endParaRPr lang="da-DK"/>
        </a:p>
      </dgm:t>
    </dgm:pt>
    <dgm:pt modelId="{AC98D9EF-35B3-4FCC-97BF-561E5BE06BB2}" type="sibTrans" cxnId="{CA9105EB-E2E6-4E45-BDB7-6F77F64D643A}">
      <dgm:prSet/>
      <dgm:spPr/>
      <dgm:t>
        <a:bodyPr/>
        <a:lstStyle/>
        <a:p>
          <a:endParaRPr lang="da-DK"/>
        </a:p>
      </dgm:t>
    </dgm:pt>
    <dgm:pt modelId="{B1D0BA61-1E8F-41DB-80C2-F1686D995D7F}">
      <dgm:prSet/>
      <dgm:spPr/>
      <dgm:t>
        <a:bodyPr/>
        <a:lstStyle/>
        <a:p>
          <a:pPr>
            <a:buNone/>
          </a:pPr>
          <a:r>
            <a:rPr lang="da-DK" b="1" i="0" dirty="0"/>
            <a:t>Scenarie:</a:t>
          </a:r>
          <a:r>
            <a:rPr lang="da-DK" b="0" i="0" dirty="0"/>
            <a:t> Hele miljøet er utilgængeligt.</a:t>
          </a:r>
        </a:p>
      </dgm:t>
    </dgm:pt>
    <dgm:pt modelId="{C481D99D-C5F3-414D-86C0-C540135E9749}" type="parTrans" cxnId="{9369BE46-1725-4BEF-BE9A-595D882ED16C}">
      <dgm:prSet/>
      <dgm:spPr/>
      <dgm:t>
        <a:bodyPr/>
        <a:lstStyle/>
        <a:p>
          <a:endParaRPr lang="da-DK"/>
        </a:p>
      </dgm:t>
    </dgm:pt>
    <dgm:pt modelId="{CF565B44-0298-48D2-8FE1-BAB64A99945F}" type="sibTrans" cxnId="{9369BE46-1725-4BEF-BE9A-595D882ED16C}">
      <dgm:prSet/>
      <dgm:spPr/>
      <dgm:t>
        <a:bodyPr/>
        <a:lstStyle/>
        <a:p>
          <a:endParaRPr lang="da-DK"/>
        </a:p>
      </dgm:t>
    </dgm:pt>
    <dgm:pt modelId="{A9E276AA-1701-44DC-9FA7-B17B17491872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Gendan fra </a:t>
          </a:r>
          <a:r>
            <a:rPr lang="da-DK" b="0" i="0" dirty="0" err="1"/>
            <a:t>offsite</a:t>
          </a:r>
          <a:r>
            <a:rPr lang="da-DK" b="0" i="0" dirty="0"/>
            <a:t> kopi (cloud eller sekundært datacenter).</a:t>
          </a:r>
          <a:br>
            <a:rPr lang="da-DK" b="0" i="0" dirty="0"/>
          </a:br>
          <a:r>
            <a:rPr lang="da-DK" b="0" i="0" dirty="0"/>
            <a:t>– </a:t>
          </a:r>
          <a:r>
            <a:rPr lang="da-DK" b="0" i="0" dirty="0" err="1"/>
            <a:t>Offsite</a:t>
          </a:r>
          <a:r>
            <a:rPr lang="da-DK" b="0" i="0" dirty="0"/>
            <a:t> kopier er en central del af moderne backupstrategier.</a:t>
          </a:r>
        </a:p>
      </dgm:t>
    </dgm:pt>
    <dgm:pt modelId="{2ADE786C-4047-427B-A600-3891AA29E05C}" type="parTrans" cxnId="{935D53A5-D004-403C-894E-0543463BCD38}">
      <dgm:prSet/>
      <dgm:spPr/>
      <dgm:t>
        <a:bodyPr/>
        <a:lstStyle/>
        <a:p>
          <a:endParaRPr lang="da-DK"/>
        </a:p>
      </dgm:t>
    </dgm:pt>
    <dgm:pt modelId="{36477CD1-510F-4BFF-A73F-27D687CD0488}" type="sibTrans" cxnId="{935D53A5-D004-403C-894E-0543463BCD38}">
      <dgm:prSet/>
      <dgm:spPr/>
      <dgm:t>
        <a:bodyPr/>
        <a:lstStyle/>
        <a:p>
          <a:endParaRPr lang="da-DK"/>
        </a:p>
      </dgm:t>
    </dgm:pt>
    <dgm:pt modelId="{F14E481E-4F3D-48EB-A7DE-FA0925789751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Mål total genetableringstid.</a:t>
          </a:r>
        </a:p>
      </dgm:t>
    </dgm:pt>
    <dgm:pt modelId="{E2B821F8-4A86-4131-8405-51D3AD013B59}" type="parTrans" cxnId="{A1E83A9D-D9EE-4480-BAF1-B6254C8EB4C8}">
      <dgm:prSet/>
      <dgm:spPr/>
      <dgm:t>
        <a:bodyPr/>
        <a:lstStyle/>
        <a:p>
          <a:endParaRPr lang="da-DK"/>
        </a:p>
      </dgm:t>
    </dgm:pt>
    <dgm:pt modelId="{B7815180-A99B-48C0-B09C-3809810D7F3F}" type="sibTrans" cxnId="{A1E83A9D-D9EE-4480-BAF1-B6254C8EB4C8}">
      <dgm:prSet/>
      <dgm:spPr/>
      <dgm:t>
        <a:bodyPr/>
        <a:lstStyle/>
        <a:p>
          <a:endParaRPr lang="da-DK"/>
        </a:p>
      </dgm:t>
    </dgm:pt>
    <dgm:pt modelId="{7F2F0EC7-C545-4861-8812-6384BB0526CE}">
      <dgm:prSet/>
      <dgm:spPr/>
      <dgm:t>
        <a:bodyPr/>
        <a:lstStyle/>
        <a:p>
          <a:pPr>
            <a:buFont typeface="+mj-lt"/>
            <a:buAutoNum type="arabicPeriod"/>
          </a:pPr>
          <a:r>
            <a:rPr lang="da-DK" b="0" i="0" dirty="0"/>
            <a:t>Kontrollér netværkskonfigurationer og eksterne integrationer (</a:t>
          </a:r>
          <a:r>
            <a:rPr lang="da-DK" b="0" i="0" dirty="0" err="1"/>
            <a:t>API’er</a:t>
          </a:r>
          <a:r>
            <a:rPr lang="da-DK" b="0" i="0" dirty="0"/>
            <a:t>, brugertilgange mv.).</a:t>
          </a:r>
        </a:p>
      </dgm:t>
    </dgm:pt>
    <dgm:pt modelId="{EE2FC6BC-0778-43E4-8A2D-CE5E5575A4A9}" type="parTrans" cxnId="{DC12FA80-ABC7-48E5-BAB7-0A65602EC2CC}">
      <dgm:prSet/>
      <dgm:spPr/>
      <dgm:t>
        <a:bodyPr/>
        <a:lstStyle/>
        <a:p>
          <a:endParaRPr lang="da-DK"/>
        </a:p>
      </dgm:t>
    </dgm:pt>
    <dgm:pt modelId="{5F890D2F-B6A0-4498-B248-F6C58A28FAB6}" type="sibTrans" cxnId="{DC12FA80-ABC7-48E5-BAB7-0A65602EC2CC}">
      <dgm:prSet/>
      <dgm:spPr/>
      <dgm:t>
        <a:bodyPr/>
        <a:lstStyle/>
        <a:p>
          <a:endParaRPr lang="da-DK"/>
        </a:p>
      </dgm:t>
    </dgm:pt>
    <dgm:pt modelId="{22C07FCD-2D70-4943-A543-EE1B5CDE5B85}" type="pres">
      <dgm:prSet presAssocID="{A38F025E-195D-49A9-A6EE-3CB49D9BF9EE}" presName="Name0" presStyleCnt="0">
        <dgm:presLayoutVars>
          <dgm:dir/>
          <dgm:animLvl val="lvl"/>
          <dgm:resizeHandles val="exact"/>
        </dgm:presLayoutVars>
      </dgm:prSet>
      <dgm:spPr/>
    </dgm:pt>
    <dgm:pt modelId="{0B37E9DD-3817-4284-8E84-8E9430FB274D}" type="pres">
      <dgm:prSet presAssocID="{063B6A1A-1BA7-4DEE-A5EE-C447260992F6}" presName="composite" presStyleCnt="0"/>
      <dgm:spPr/>
    </dgm:pt>
    <dgm:pt modelId="{57B531DE-D706-47A9-8589-BC1165E8E0A5}" type="pres">
      <dgm:prSet presAssocID="{063B6A1A-1BA7-4DEE-A5EE-C447260992F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2543E8A9-108D-4939-9817-B32018125E3E}" type="pres">
      <dgm:prSet presAssocID="{063B6A1A-1BA7-4DEE-A5EE-C447260992F6}" presName="desTx" presStyleLbl="alignAccFollowNode1" presStyleIdx="0" presStyleCnt="4">
        <dgm:presLayoutVars>
          <dgm:bulletEnabled val="1"/>
        </dgm:presLayoutVars>
      </dgm:prSet>
      <dgm:spPr/>
    </dgm:pt>
    <dgm:pt modelId="{70642212-6E2D-4B14-9A0E-A104465D8BD0}" type="pres">
      <dgm:prSet presAssocID="{A385B4B0-EC1A-450A-B521-4E0920F598E6}" presName="space" presStyleCnt="0"/>
      <dgm:spPr/>
    </dgm:pt>
    <dgm:pt modelId="{C6CA1AD0-4D57-49AB-BD3E-08313C99770A}" type="pres">
      <dgm:prSet presAssocID="{D53BBD37-AA4C-4F71-A037-9871902AF45C}" presName="composite" presStyleCnt="0"/>
      <dgm:spPr/>
    </dgm:pt>
    <dgm:pt modelId="{05B98BDA-9396-4A8B-9256-905CBE4301BA}" type="pres">
      <dgm:prSet presAssocID="{D53BBD37-AA4C-4F71-A037-9871902AF45C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2E0ED73-BA41-4C71-A3BC-084B2D92B240}" type="pres">
      <dgm:prSet presAssocID="{D53BBD37-AA4C-4F71-A037-9871902AF45C}" presName="desTx" presStyleLbl="alignAccFollowNode1" presStyleIdx="1" presStyleCnt="4">
        <dgm:presLayoutVars>
          <dgm:bulletEnabled val="1"/>
        </dgm:presLayoutVars>
      </dgm:prSet>
      <dgm:spPr/>
    </dgm:pt>
    <dgm:pt modelId="{0CBE7D59-7C4A-45DC-BCC6-17C41DB0423C}" type="pres">
      <dgm:prSet presAssocID="{5217D505-D054-4228-82DB-C8D13E5762F4}" presName="space" presStyleCnt="0"/>
      <dgm:spPr/>
    </dgm:pt>
    <dgm:pt modelId="{C12F5AC8-8412-41EF-B0BA-77FED5C043DA}" type="pres">
      <dgm:prSet presAssocID="{FEE069FB-6C90-4B43-A301-F4EBAD0E5CB8}" presName="composite" presStyleCnt="0"/>
      <dgm:spPr/>
    </dgm:pt>
    <dgm:pt modelId="{A47463F5-2ED6-414E-BDFD-AF058CBE070D}" type="pres">
      <dgm:prSet presAssocID="{FEE069FB-6C90-4B43-A301-F4EBAD0E5CB8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BAC6E9F-3BAF-4AC8-AD28-AEB55EA87EDB}" type="pres">
      <dgm:prSet presAssocID="{FEE069FB-6C90-4B43-A301-F4EBAD0E5CB8}" presName="desTx" presStyleLbl="alignAccFollowNode1" presStyleIdx="2" presStyleCnt="4">
        <dgm:presLayoutVars>
          <dgm:bulletEnabled val="1"/>
        </dgm:presLayoutVars>
      </dgm:prSet>
      <dgm:spPr/>
    </dgm:pt>
    <dgm:pt modelId="{333A23D3-0728-4AB6-BCBD-472CF1031975}" type="pres">
      <dgm:prSet presAssocID="{2E8C71C6-8BE6-4B82-B5DC-5D6C65AD4B2F}" presName="space" presStyleCnt="0"/>
      <dgm:spPr/>
    </dgm:pt>
    <dgm:pt modelId="{B8E76049-CCE9-406A-BEAC-5D5944B08CD4}" type="pres">
      <dgm:prSet presAssocID="{B1D0BA61-1E8F-41DB-80C2-F1686D995D7F}" presName="composite" presStyleCnt="0"/>
      <dgm:spPr/>
    </dgm:pt>
    <dgm:pt modelId="{9CD8D3F0-10B6-4F08-A902-DC59D27A9F22}" type="pres">
      <dgm:prSet presAssocID="{B1D0BA61-1E8F-41DB-80C2-F1686D995D7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E7EC5B9-C1E1-4573-8D6E-2B6019331D50}" type="pres">
      <dgm:prSet presAssocID="{B1D0BA61-1E8F-41DB-80C2-F1686D995D7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5DAB201-5804-486F-A4F3-D0121D5A5422}" srcId="{D53BBD37-AA4C-4F71-A037-9871902AF45C}" destId="{B1B4825A-1D62-41F2-918F-880C01117271}" srcOrd="0" destOrd="0" parTransId="{6E761F32-218B-4926-AD0E-68B98362F334}" sibTransId="{6B1F098B-ED0D-4B03-8CEB-E401B28548DF}"/>
    <dgm:cxn modelId="{59B6D801-5F90-481C-B438-76F5D5B65086}" srcId="{063B6A1A-1BA7-4DEE-A5EE-C447260992F6}" destId="{FB4A245B-BB90-443A-8B43-A04FBF415826}" srcOrd="3" destOrd="0" parTransId="{0D52FEAA-7D1B-4A2C-B739-808B0871AB15}" sibTransId="{4A63845D-23D0-41B3-A3FD-E59AF44A0BC5}"/>
    <dgm:cxn modelId="{0761DD0D-068D-411C-9495-D0B8918A09E2}" type="presOf" srcId="{DC5994CD-C53A-4A3A-AAC3-B0294AD3EC2D}" destId="{FBAC6E9F-3BAF-4AC8-AD28-AEB55EA87EDB}" srcOrd="0" destOrd="0" presId="urn:microsoft.com/office/officeart/2005/8/layout/hList1"/>
    <dgm:cxn modelId="{CE8A9211-BDEC-4037-B873-AA14D1E81B74}" srcId="{A38F025E-195D-49A9-A6EE-3CB49D9BF9EE}" destId="{FEE069FB-6C90-4B43-A301-F4EBAD0E5CB8}" srcOrd="2" destOrd="0" parTransId="{7B0C0909-368A-42B1-A7A2-8C1ACE5602EB}" sibTransId="{2E8C71C6-8BE6-4B82-B5DC-5D6C65AD4B2F}"/>
    <dgm:cxn modelId="{50657F13-FF48-4ABF-8066-0EE2BC91ADED}" type="presOf" srcId="{7F2F0EC7-C545-4861-8812-6384BB0526CE}" destId="{2E7EC5B9-C1E1-4573-8D6E-2B6019331D50}" srcOrd="0" destOrd="2" presId="urn:microsoft.com/office/officeart/2005/8/layout/hList1"/>
    <dgm:cxn modelId="{D2E2D722-B9D2-474F-952A-E2B517029BFC}" srcId="{FEE069FB-6C90-4B43-A301-F4EBAD0E5CB8}" destId="{DC5994CD-C53A-4A3A-AAC3-B0294AD3EC2D}" srcOrd="0" destOrd="0" parTransId="{20425CC2-BCD9-4544-AF73-0D810A444CA4}" sibTransId="{2F8D49F7-C10D-4505-B04A-98A7F47E75DC}"/>
    <dgm:cxn modelId="{E5A3A828-1D0F-4B5D-AB70-98894A23EA34}" srcId="{A38F025E-195D-49A9-A6EE-3CB49D9BF9EE}" destId="{063B6A1A-1BA7-4DEE-A5EE-C447260992F6}" srcOrd="0" destOrd="0" parTransId="{F4395C14-E7A9-4FE1-BA79-A639F6124232}" sibTransId="{A385B4B0-EC1A-450A-B521-4E0920F598E6}"/>
    <dgm:cxn modelId="{834A3B35-EB41-4D99-8D2E-91577830DDD9}" type="presOf" srcId="{F14E481E-4F3D-48EB-A7DE-FA0925789751}" destId="{2E7EC5B9-C1E1-4573-8D6E-2B6019331D50}" srcOrd="0" destOrd="1" presId="urn:microsoft.com/office/officeart/2005/8/layout/hList1"/>
    <dgm:cxn modelId="{811D373B-771B-4BBD-BB03-59D4020E2C27}" type="presOf" srcId="{6D6FD717-C59D-4DD4-8336-222B53F987F3}" destId="{F2E0ED73-BA41-4C71-A3BC-084B2D92B240}" srcOrd="0" destOrd="3" presId="urn:microsoft.com/office/officeart/2005/8/layout/hList1"/>
    <dgm:cxn modelId="{DF41873B-E1BD-42D8-82CB-6EA8020A4646}" type="presOf" srcId="{A13099F4-764E-4E30-8074-860C42C141FA}" destId="{2543E8A9-108D-4939-9817-B32018125E3E}" srcOrd="0" destOrd="0" presId="urn:microsoft.com/office/officeart/2005/8/layout/hList1"/>
    <dgm:cxn modelId="{D14BBD3D-A41E-42AB-BF55-3551E2DF5E84}" type="presOf" srcId="{FEE069FB-6C90-4B43-A301-F4EBAD0E5CB8}" destId="{A47463F5-2ED6-414E-BDFD-AF058CBE070D}" srcOrd="0" destOrd="0" presId="urn:microsoft.com/office/officeart/2005/8/layout/hList1"/>
    <dgm:cxn modelId="{DB8F705B-7E7B-41E1-B33B-321DD0E994C0}" type="presOf" srcId="{D53BBD37-AA4C-4F71-A037-9871902AF45C}" destId="{05B98BDA-9396-4A8B-9256-905CBE4301BA}" srcOrd="0" destOrd="0" presId="urn:microsoft.com/office/officeart/2005/8/layout/hList1"/>
    <dgm:cxn modelId="{9369BE46-1725-4BEF-BE9A-595D882ED16C}" srcId="{A38F025E-195D-49A9-A6EE-3CB49D9BF9EE}" destId="{B1D0BA61-1E8F-41DB-80C2-F1686D995D7F}" srcOrd="3" destOrd="0" parTransId="{C481D99D-C5F3-414D-86C0-C540135E9749}" sibTransId="{CF565B44-0298-48D2-8FE1-BAB64A99945F}"/>
    <dgm:cxn modelId="{0289B353-1817-4468-BC0B-E000B8AC4C30}" type="presOf" srcId="{FB4A245B-BB90-443A-8B43-A04FBF415826}" destId="{2543E8A9-108D-4939-9817-B32018125E3E}" srcOrd="0" destOrd="3" presId="urn:microsoft.com/office/officeart/2005/8/layout/hList1"/>
    <dgm:cxn modelId="{203BF853-E2E1-4841-85FC-B17C250553A5}" srcId="{D53BBD37-AA4C-4F71-A037-9871902AF45C}" destId="{5C01A1BB-06B8-417A-8E31-072840986A5A}" srcOrd="1" destOrd="0" parTransId="{80C2C2DC-B0FB-45FE-B8A4-F8E2CB4447FB}" sibTransId="{D5310EBD-985C-428D-A3FE-27370BB69A43}"/>
    <dgm:cxn modelId="{6CB71574-CB66-48EE-98CE-8038BF0EC961}" srcId="{063B6A1A-1BA7-4DEE-A5EE-C447260992F6}" destId="{EEC7BAD2-999D-4147-8618-13478FDFFE55}" srcOrd="2" destOrd="0" parTransId="{C45E6141-B224-4C1B-93DA-8DCD88CE749F}" sibTransId="{F4260E80-262B-4D4C-8C1B-1D4119433433}"/>
    <dgm:cxn modelId="{4DCABD7A-AA60-46F1-AC4A-3B4F69964EF1}" type="presOf" srcId="{063B6A1A-1BA7-4DEE-A5EE-C447260992F6}" destId="{57B531DE-D706-47A9-8589-BC1165E8E0A5}" srcOrd="0" destOrd="0" presId="urn:microsoft.com/office/officeart/2005/8/layout/hList1"/>
    <dgm:cxn modelId="{DC12FA80-ABC7-48E5-BAB7-0A65602EC2CC}" srcId="{B1D0BA61-1E8F-41DB-80C2-F1686D995D7F}" destId="{7F2F0EC7-C545-4861-8812-6384BB0526CE}" srcOrd="2" destOrd="0" parTransId="{EE2FC6BC-0778-43E4-8A2D-CE5E5575A4A9}" sibTransId="{5F890D2F-B6A0-4498-B248-F6C58A28FAB6}"/>
    <dgm:cxn modelId="{A0CCF787-B5D7-43AF-909A-73D9D5B4FC0E}" type="presOf" srcId="{885E7B5D-33A1-4CCE-A04B-BD98E3794131}" destId="{2543E8A9-108D-4939-9817-B32018125E3E}" srcOrd="0" destOrd="1" presId="urn:microsoft.com/office/officeart/2005/8/layout/hList1"/>
    <dgm:cxn modelId="{69BEB489-3220-42A1-8166-461947E09E3C}" type="presOf" srcId="{1A011DA7-1F59-42F6-944D-89C43A77E611}" destId="{FBAC6E9F-3BAF-4AC8-AD28-AEB55EA87EDB}" srcOrd="0" destOrd="2" presId="urn:microsoft.com/office/officeart/2005/8/layout/hList1"/>
    <dgm:cxn modelId="{8526768C-4817-497E-AF64-8E90532AAD08}" type="presOf" srcId="{A38F025E-195D-49A9-A6EE-3CB49D9BF9EE}" destId="{22C07FCD-2D70-4943-A543-EE1B5CDE5B85}" srcOrd="0" destOrd="0" presId="urn:microsoft.com/office/officeart/2005/8/layout/hList1"/>
    <dgm:cxn modelId="{05FFC999-EE93-4AC5-A815-13849CA0B5F4}" srcId="{D53BBD37-AA4C-4F71-A037-9871902AF45C}" destId="{F9EC2F37-D6D7-4778-92DB-4C7C4936058C}" srcOrd="2" destOrd="0" parTransId="{D052E6D6-9ED8-41EF-85E9-237E0417D816}" sibTransId="{D2218FF0-A21E-4301-82D3-D7EC4889937F}"/>
    <dgm:cxn modelId="{A1E83A9D-D9EE-4480-BAF1-B6254C8EB4C8}" srcId="{B1D0BA61-1E8F-41DB-80C2-F1686D995D7F}" destId="{F14E481E-4F3D-48EB-A7DE-FA0925789751}" srcOrd="1" destOrd="0" parTransId="{E2B821F8-4A86-4131-8405-51D3AD013B59}" sibTransId="{B7815180-A99B-48C0-B09C-3809810D7F3F}"/>
    <dgm:cxn modelId="{935D53A5-D004-403C-894E-0543463BCD38}" srcId="{B1D0BA61-1E8F-41DB-80C2-F1686D995D7F}" destId="{A9E276AA-1701-44DC-9FA7-B17B17491872}" srcOrd="0" destOrd="0" parTransId="{2ADE786C-4047-427B-A600-3891AA29E05C}" sibTransId="{36477CD1-510F-4BFF-A73F-27D687CD0488}"/>
    <dgm:cxn modelId="{250127AB-48A4-4CCF-B5E9-0BB5898C0009}" type="presOf" srcId="{B1D0BA61-1E8F-41DB-80C2-F1686D995D7F}" destId="{9CD8D3F0-10B6-4F08-A902-DC59D27A9F22}" srcOrd="0" destOrd="0" presId="urn:microsoft.com/office/officeart/2005/8/layout/hList1"/>
    <dgm:cxn modelId="{C55ED8B2-E239-4BF4-A727-2000C5DB577A}" type="presOf" srcId="{5C01A1BB-06B8-417A-8E31-072840986A5A}" destId="{F2E0ED73-BA41-4C71-A3BC-084B2D92B240}" srcOrd="0" destOrd="1" presId="urn:microsoft.com/office/officeart/2005/8/layout/hList1"/>
    <dgm:cxn modelId="{5F24DAC1-4225-4D9D-AE4F-0105C804E8BA}" srcId="{063B6A1A-1BA7-4DEE-A5EE-C447260992F6}" destId="{885E7B5D-33A1-4CCE-A04B-BD98E3794131}" srcOrd="1" destOrd="0" parTransId="{0DBAAE2A-3C68-4098-B7F4-E2242C684040}" sibTransId="{19694D3E-5255-42B6-B060-D99C90076BE5}"/>
    <dgm:cxn modelId="{6E4DA2DA-F16F-47F0-BBFD-06815D52E37B}" srcId="{FEE069FB-6C90-4B43-A301-F4EBAD0E5CB8}" destId="{D9033E9A-DA37-419D-8972-A722281EA2BA}" srcOrd="1" destOrd="0" parTransId="{7BB2682C-D2A9-49E1-A7DC-C0989A38918E}" sibTransId="{E33D49BE-3A3B-4B2E-B493-830BAB17DD71}"/>
    <dgm:cxn modelId="{C52A60DD-21CE-4FAB-97D1-62413C46EDFD}" srcId="{A38F025E-195D-49A9-A6EE-3CB49D9BF9EE}" destId="{D53BBD37-AA4C-4F71-A037-9871902AF45C}" srcOrd="1" destOrd="0" parTransId="{CB99CD04-24C7-49AF-AE05-A2F86E36C308}" sibTransId="{5217D505-D054-4228-82DB-C8D13E5762F4}"/>
    <dgm:cxn modelId="{CA9105EB-E2E6-4E45-BDB7-6F77F64D643A}" srcId="{FEE069FB-6C90-4B43-A301-F4EBAD0E5CB8}" destId="{1A011DA7-1F59-42F6-944D-89C43A77E611}" srcOrd="2" destOrd="0" parTransId="{75CEE6B9-639A-4B42-AF74-EC87CC069A98}" sibTransId="{AC98D9EF-35B3-4FCC-97BF-561E5BE06BB2}"/>
    <dgm:cxn modelId="{E31173EB-240B-4AD2-8CF7-857B6B9C26EC}" srcId="{D53BBD37-AA4C-4F71-A037-9871902AF45C}" destId="{6D6FD717-C59D-4DD4-8336-222B53F987F3}" srcOrd="3" destOrd="0" parTransId="{8A169567-5EBD-46F6-8308-1D26F042141B}" sibTransId="{3A1A0AE7-A06F-4FD2-9299-47D2ED17311E}"/>
    <dgm:cxn modelId="{233E82EF-8E6C-4204-B534-02189F3DA358}" type="presOf" srcId="{EEC7BAD2-999D-4147-8618-13478FDFFE55}" destId="{2543E8A9-108D-4939-9817-B32018125E3E}" srcOrd="0" destOrd="2" presId="urn:microsoft.com/office/officeart/2005/8/layout/hList1"/>
    <dgm:cxn modelId="{8D1D13F0-4ECD-41D8-8C62-A191E219A06C}" srcId="{063B6A1A-1BA7-4DEE-A5EE-C447260992F6}" destId="{A13099F4-764E-4E30-8074-860C42C141FA}" srcOrd="0" destOrd="0" parTransId="{A77A823F-F7EF-4917-BC0D-A8E85A65A4A7}" sibTransId="{B07FBDCD-8CCE-4D84-B5F0-581D8C354A3B}"/>
    <dgm:cxn modelId="{62DFC9F0-5981-4807-AFBA-6A32ABDCED42}" type="presOf" srcId="{F9EC2F37-D6D7-4778-92DB-4C7C4936058C}" destId="{F2E0ED73-BA41-4C71-A3BC-084B2D92B240}" srcOrd="0" destOrd="2" presId="urn:microsoft.com/office/officeart/2005/8/layout/hList1"/>
    <dgm:cxn modelId="{DA3218F8-F0AE-4478-882E-428914C52B04}" type="presOf" srcId="{A9E276AA-1701-44DC-9FA7-B17B17491872}" destId="{2E7EC5B9-C1E1-4573-8D6E-2B6019331D50}" srcOrd="0" destOrd="0" presId="urn:microsoft.com/office/officeart/2005/8/layout/hList1"/>
    <dgm:cxn modelId="{A13F34F9-5059-470D-BC21-F0E622BC6F82}" type="presOf" srcId="{D9033E9A-DA37-419D-8972-A722281EA2BA}" destId="{FBAC6E9F-3BAF-4AC8-AD28-AEB55EA87EDB}" srcOrd="0" destOrd="1" presId="urn:microsoft.com/office/officeart/2005/8/layout/hList1"/>
    <dgm:cxn modelId="{BA9E1BFC-0D01-4647-ACF2-A8C1B619245D}" type="presOf" srcId="{B1B4825A-1D62-41F2-918F-880C01117271}" destId="{F2E0ED73-BA41-4C71-A3BC-084B2D92B240}" srcOrd="0" destOrd="0" presId="urn:microsoft.com/office/officeart/2005/8/layout/hList1"/>
    <dgm:cxn modelId="{8BE8C16B-0679-4214-B4DD-EBCA9D917455}" type="presParOf" srcId="{22C07FCD-2D70-4943-A543-EE1B5CDE5B85}" destId="{0B37E9DD-3817-4284-8E84-8E9430FB274D}" srcOrd="0" destOrd="0" presId="urn:microsoft.com/office/officeart/2005/8/layout/hList1"/>
    <dgm:cxn modelId="{D3D662C6-E7A6-4B51-8B82-9DB4DB9618DB}" type="presParOf" srcId="{0B37E9DD-3817-4284-8E84-8E9430FB274D}" destId="{57B531DE-D706-47A9-8589-BC1165E8E0A5}" srcOrd="0" destOrd="0" presId="urn:microsoft.com/office/officeart/2005/8/layout/hList1"/>
    <dgm:cxn modelId="{8CEE9EF3-EA29-4AB2-B40D-B6E3EA5B6B3B}" type="presParOf" srcId="{0B37E9DD-3817-4284-8E84-8E9430FB274D}" destId="{2543E8A9-108D-4939-9817-B32018125E3E}" srcOrd="1" destOrd="0" presId="urn:microsoft.com/office/officeart/2005/8/layout/hList1"/>
    <dgm:cxn modelId="{2601A137-EFBE-4262-9412-F57B3FFC9ED6}" type="presParOf" srcId="{22C07FCD-2D70-4943-A543-EE1B5CDE5B85}" destId="{70642212-6E2D-4B14-9A0E-A104465D8BD0}" srcOrd="1" destOrd="0" presId="urn:microsoft.com/office/officeart/2005/8/layout/hList1"/>
    <dgm:cxn modelId="{224373E3-5142-45AC-BFBD-91B0E836B22C}" type="presParOf" srcId="{22C07FCD-2D70-4943-A543-EE1B5CDE5B85}" destId="{C6CA1AD0-4D57-49AB-BD3E-08313C99770A}" srcOrd="2" destOrd="0" presId="urn:microsoft.com/office/officeart/2005/8/layout/hList1"/>
    <dgm:cxn modelId="{705D5511-4B09-4BED-8353-42ACEE955242}" type="presParOf" srcId="{C6CA1AD0-4D57-49AB-BD3E-08313C99770A}" destId="{05B98BDA-9396-4A8B-9256-905CBE4301BA}" srcOrd="0" destOrd="0" presId="urn:microsoft.com/office/officeart/2005/8/layout/hList1"/>
    <dgm:cxn modelId="{8349AA17-4EEC-4287-AAD7-3CE6044A3877}" type="presParOf" srcId="{C6CA1AD0-4D57-49AB-BD3E-08313C99770A}" destId="{F2E0ED73-BA41-4C71-A3BC-084B2D92B240}" srcOrd="1" destOrd="0" presId="urn:microsoft.com/office/officeart/2005/8/layout/hList1"/>
    <dgm:cxn modelId="{B6ECFC19-09EF-4C02-BCB0-9768E976B927}" type="presParOf" srcId="{22C07FCD-2D70-4943-A543-EE1B5CDE5B85}" destId="{0CBE7D59-7C4A-45DC-BCC6-17C41DB0423C}" srcOrd="3" destOrd="0" presId="urn:microsoft.com/office/officeart/2005/8/layout/hList1"/>
    <dgm:cxn modelId="{CF5EA7C9-EBA3-42F0-A102-44447E9B6DED}" type="presParOf" srcId="{22C07FCD-2D70-4943-A543-EE1B5CDE5B85}" destId="{C12F5AC8-8412-41EF-B0BA-77FED5C043DA}" srcOrd="4" destOrd="0" presId="urn:microsoft.com/office/officeart/2005/8/layout/hList1"/>
    <dgm:cxn modelId="{9ACE9170-473F-4C5F-B99E-BA2850F29DC3}" type="presParOf" srcId="{C12F5AC8-8412-41EF-B0BA-77FED5C043DA}" destId="{A47463F5-2ED6-414E-BDFD-AF058CBE070D}" srcOrd="0" destOrd="0" presId="urn:microsoft.com/office/officeart/2005/8/layout/hList1"/>
    <dgm:cxn modelId="{F6164145-9708-48BE-BAA4-2F19D72A2674}" type="presParOf" srcId="{C12F5AC8-8412-41EF-B0BA-77FED5C043DA}" destId="{FBAC6E9F-3BAF-4AC8-AD28-AEB55EA87EDB}" srcOrd="1" destOrd="0" presId="urn:microsoft.com/office/officeart/2005/8/layout/hList1"/>
    <dgm:cxn modelId="{7C652655-0259-4685-9A8C-E2C7E103CB8C}" type="presParOf" srcId="{22C07FCD-2D70-4943-A543-EE1B5CDE5B85}" destId="{333A23D3-0728-4AB6-BCBD-472CF1031975}" srcOrd="5" destOrd="0" presId="urn:microsoft.com/office/officeart/2005/8/layout/hList1"/>
    <dgm:cxn modelId="{10139804-ABB8-4C8E-855B-63AE4B9594FF}" type="presParOf" srcId="{22C07FCD-2D70-4943-A543-EE1B5CDE5B85}" destId="{B8E76049-CCE9-406A-BEAC-5D5944B08CD4}" srcOrd="6" destOrd="0" presId="urn:microsoft.com/office/officeart/2005/8/layout/hList1"/>
    <dgm:cxn modelId="{D6080232-FE1F-450C-A06C-3D89502D2229}" type="presParOf" srcId="{B8E76049-CCE9-406A-BEAC-5D5944B08CD4}" destId="{9CD8D3F0-10B6-4F08-A902-DC59D27A9F22}" srcOrd="0" destOrd="0" presId="urn:microsoft.com/office/officeart/2005/8/layout/hList1"/>
    <dgm:cxn modelId="{79AEA03F-E226-4FCF-A521-8AA09937AAFA}" type="presParOf" srcId="{B8E76049-CCE9-406A-BEAC-5D5944B08CD4}" destId="{2E7EC5B9-C1E1-4573-8D6E-2B6019331D5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8803A-6CB5-4EE2-8579-7547A60AE357}">
      <dsp:nvSpPr>
        <dsp:cNvPr id="0" name=""/>
        <dsp:cNvSpPr/>
      </dsp:nvSpPr>
      <dsp:spPr>
        <a:xfrm>
          <a:off x="1799" y="1609570"/>
          <a:ext cx="2242167" cy="11210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Kortlægning af data med henblik på værdien af data, for eksempel i kategorierne:</a:t>
          </a:r>
          <a:endParaRPr lang="en-US" sz="1700" kern="1200"/>
        </a:p>
      </dsp:txBody>
      <dsp:txXfrm>
        <a:off x="34634" y="1642405"/>
        <a:ext cx="2176497" cy="1055413"/>
      </dsp:txXfrm>
    </dsp:sp>
    <dsp:sp modelId="{66CC5EF6-A981-4C98-9A15-014D3DE50FBA}">
      <dsp:nvSpPr>
        <dsp:cNvPr id="0" name=""/>
        <dsp:cNvSpPr/>
      </dsp:nvSpPr>
      <dsp:spPr>
        <a:xfrm rot="18289469">
          <a:off x="1907141" y="1502242"/>
          <a:ext cx="1570517" cy="46494"/>
        </a:xfrm>
        <a:custGeom>
          <a:avLst/>
          <a:gdLst/>
          <a:ahLst/>
          <a:cxnLst/>
          <a:rect l="0" t="0" r="0" b="0"/>
          <a:pathLst>
            <a:path>
              <a:moveTo>
                <a:pt x="0" y="23247"/>
              </a:moveTo>
              <a:lnTo>
                <a:pt x="1570517" y="23247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53137" y="1486226"/>
        <a:ext cx="78525" cy="78525"/>
      </dsp:txXfrm>
    </dsp:sp>
    <dsp:sp modelId="{0D9EF1F9-6AEF-4ED5-9C9A-F82B105145EC}">
      <dsp:nvSpPr>
        <dsp:cNvPr id="0" name=""/>
        <dsp:cNvSpPr/>
      </dsp:nvSpPr>
      <dsp:spPr>
        <a:xfrm>
          <a:off x="3140833" y="320324"/>
          <a:ext cx="2242167" cy="11210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Offentlige data</a:t>
          </a:r>
          <a:endParaRPr lang="en-US" sz="1700" kern="1200"/>
        </a:p>
      </dsp:txBody>
      <dsp:txXfrm>
        <a:off x="3173668" y="353159"/>
        <a:ext cx="2176497" cy="1055413"/>
      </dsp:txXfrm>
    </dsp:sp>
    <dsp:sp modelId="{0A0EDDA5-24C9-47B1-A39C-6C412B3A958C}">
      <dsp:nvSpPr>
        <dsp:cNvPr id="0" name=""/>
        <dsp:cNvSpPr/>
      </dsp:nvSpPr>
      <dsp:spPr>
        <a:xfrm>
          <a:off x="2243966" y="2146865"/>
          <a:ext cx="896866" cy="46494"/>
        </a:xfrm>
        <a:custGeom>
          <a:avLst/>
          <a:gdLst/>
          <a:ahLst/>
          <a:cxnLst/>
          <a:rect l="0" t="0" r="0" b="0"/>
          <a:pathLst>
            <a:path>
              <a:moveTo>
                <a:pt x="0" y="23247"/>
              </a:moveTo>
              <a:lnTo>
                <a:pt x="896866" y="23247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69978" y="2147690"/>
        <a:ext cx="44843" cy="44843"/>
      </dsp:txXfrm>
    </dsp:sp>
    <dsp:sp modelId="{5F4D92B3-31A6-49E5-8DA9-9D39A50768D2}">
      <dsp:nvSpPr>
        <dsp:cNvPr id="0" name=""/>
        <dsp:cNvSpPr/>
      </dsp:nvSpPr>
      <dsp:spPr>
        <a:xfrm>
          <a:off x="3140833" y="1609570"/>
          <a:ext cx="2242167" cy="11210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Interne data</a:t>
          </a:r>
          <a:endParaRPr lang="en-US" sz="1700" kern="1200"/>
        </a:p>
      </dsp:txBody>
      <dsp:txXfrm>
        <a:off x="3173668" y="1642405"/>
        <a:ext cx="2176497" cy="1055413"/>
      </dsp:txXfrm>
    </dsp:sp>
    <dsp:sp modelId="{81F51A52-D6E0-4D19-8CE2-4667A1BBC040}">
      <dsp:nvSpPr>
        <dsp:cNvPr id="0" name=""/>
        <dsp:cNvSpPr/>
      </dsp:nvSpPr>
      <dsp:spPr>
        <a:xfrm rot="3310531">
          <a:off x="1907141" y="2791488"/>
          <a:ext cx="1570517" cy="46494"/>
        </a:xfrm>
        <a:custGeom>
          <a:avLst/>
          <a:gdLst/>
          <a:ahLst/>
          <a:cxnLst/>
          <a:rect l="0" t="0" r="0" b="0"/>
          <a:pathLst>
            <a:path>
              <a:moveTo>
                <a:pt x="0" y="23247"/>
              </a:moveTo>
              <a:lnTo>
                <a:pt x="1570517" y="23247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53137" y="2775472"/>
        <a:ext cx="78525" cy="78525"/>
      </dsp:txXfrm>
    </dsp:sp>
    <dsp:sp modelId="{E224E742-3F1A-404F-B3A7-47CA78FA14DC}">
      <dsp:nvSpPr>
        <dsp:cNvPr id="0" name=""/>
        <dsp:cNvSpPr/>
      </dsp:nvSpPr>
      <dsp:spPr>
        <a:xfrm>
          <a:off x="3140833" y="2898816"/>
          <a:ext cx="2242167" cy="11210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Fortrolige data</a:t>
          </a:r>
          <a:endParaRPr lang="en-US" sz="1700" kern="1200"/>
        </a:p>
      </dsp:txBody>
      <dsp:txXfrm>
        <a:off x="3173668" y="2931651"/>
        <a:ext cx="2176497" cy="1055413"/>
      </dsp:txXfrm>
    </dsp:sp>
    <dsp:sp modelId="{E63EACDB-48D4-4D97-9C34-E78FB8F59780}">
      <dsp:nvSpPr>
        <dsp:cNvPr id="0" name=""/>
        <dsp:cNvSpPr/>
      </dsp:nvSpPr>
      <dsp:spPr>
        <a:xfrm>
          <a:off x="1799" y="2898816"/>
          <a:ext cx="2242167" cy="11210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Virksomhedens datamodel (ER-diagrammer)</a:t>
          </a:r>
          <a:endParaRPr lang="en-US" sz="1700" kern="1200"/>
        </a:p>
      </dsp:txBody>
      <dsp:txXfrm>
        <a:off x="34634" y="2931651"/>
        <a:ext cx="2176497" cy="1055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9E535-2ACE-4ADA-B083-7F81D05D4CD3}">
      <dsp:nvSpPr>
        <dsp:cNvPr id="0" name=""/>
        <dsp:cNvSpPr/>
      </dsp:nvSpPr>
      <dsp:spPr>
        <a:xfrm>
          <a:off x="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kern="1200" dirty="0"/>
            <a:t>Adskillelse af backupsystemets netværk og produktionsnetværket</a:t>
          </a:r>
        </a:p>
      </dsp:txBody>
      <dsp:txXfrm>
        <a:off x="0" y="1161255"/>
        <a:ext cx="3428999" cy="2057400"/>
      </dsp:txXfrm>
    </dsp:sp>
    <dsp:sp modelId="{78B47E0C-7B65-436E-BF44-765C8238A002}">
      <dsp:nvSpPr>
        <dsp:cNvPr id="0" name=""/>
        <dsp:cNvSpPr/>
      </dsp:nvSpPr>
      <dsp:spPr>
        <a:xfrm>
          <a:off x="377190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kern="1200"/>
            <a:t>Kryptering af backupdata på filniveau og helst også under transport</a:t>
          </a:r>
        </a:p>
      </dsp:txBody>
      <dsp:txXfrm>
        <a:off x="3771900" y="1161255"/>
        <a:ext cx="3428999" cy="2057400"/>
      </dsp:txXfrm>
    </dsp:sp>
    <dsp:sp modelId="{6C69D444-6308-4DF5-820E-3F844CEB8F96}">
      <dsp:nvSpPr>
        <dsp:cNvPr id="0" name=""/>
        <dsp:cNvSpPr/>
      </dsp:nvSpPr>
      <dsp:spPr>
        <a:xfrm>
          <a:off x="754380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kern="1200" dirty="0"/>
            <a:t>Minimale rettigheder for brugerkonti </a:t>
          </a:r>
          <a:r>
            <a:rPr lang="da-DK" sz="2700" kern="1200"/>
            <a:t>til backup</a:t>
          </a:r>
          <a:endParaRPr lang="da-DK" sz="2700" kern="1200" dirty="0"/>
        </a:p>
      </dsp:txBody>
      <dsp:txXfrm>
        <a:off x="7543800" y="1161255"/>
        <a:ext cx="3428999" cy="2057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33DD3F-DE20-4642-AB60-8881B4C6757F}">
      <dsp:nvSpPr>
        <dsp:cNvPr id="0" name=""/>
        <dsp:cNvSpPr/>
      </dsp:nvSpPr>
      <dsp:spPr>
        <a:xfrm>
          <a:off x="102870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100" b="0" i="0" kern="1200" dirty="0"/>
            <a:t>Kan backupbilledet læses, valideres og </a:t>
          </a:r>
          <a:r>
            <a:rPr lang="da-DK" sz="3100" b="0" i="0" kern="1200" dirty="0" err="1"/>
            <a:t>mountes</a:t>
          </a:r>
          <a:r>
            <a:rPr lang="da-DK" sz="3100" b="0" i="0" kern="1200" dirty="0"/>
            <a:t>?</a:t>
          </a:r>
        </a:p>
      </dsp:txBody>
      <dsp:txXfrm>
        <a:off x="102870" y="2896"/>
        <a:ext cx="3364706" cy="2018823"/>
      </dsp:txXfrm>
    </dsp:sp>
    <dsp:sp modelId="{7CB976E5-91A4-432C-B353-D8633C72F324}">
      <dsp:nvSpPr>
        <dsp:cNvPr id="0" name=""/>
        <dsp:cNvSpPr/>
      </dsp:nvSpPr>
      <dsp:spPr>
        <a:xfrm>
          <a:off x="3804046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100" b="0" i="0" kern="1200" dirty="0"/>
            <a:t>Kan databasen startes i korrekt tilstand efter gendannelse?</a:t>
          </a:r>
        </a:p>
      </dsp:txBody>
      <dsp:txXfrm>
        <a:off x="3804046" y="2896"/>
        <a:ext cx="3364706" cy="2018823"/>
      </dsp:txXfrm>
    </dsp:sp>
    <dsp:sp modelId="{41AEFBEE-86C6-4D51-A052-102C89E4C2E9}">
      <dsp:nvSpPr>
        <dsp:cNvPr id="0" name=""/>
        <dsp:cNvSpPr/>
      </dsp:nvSpPr>
      <dsp:spPr>
        <a:xfrm>
          <a:off x="7505223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100" b="0" i="0" kern="1200" dirty="0"/>
            <a:t>Matcher gendannelsestiden de fastsatte RTO‑mål?</a:t>
          </a:r>
        </a:p>
      </dsp:txBody>
      <dsp:txXfrm>
        <a:off x="7505223" y="2896"/>
        <a:ext cx="3364706" cy="2018823"/>
      </dsp:txXfrm>
    </dsp:sp>
    <dsp:sp modelId="{D7417D1B-7F9A-42B4-AAA9-26D3E7632385}">
      <dsp:nvSpPr>
        <dsp:cNvPr id="0" name=""/>
        <dsp:cNvSpPr/>
      </dsp:nvSpPr>
      <dsp:spPr>
        <a:xfrm>
          <a:off x="1953458" y="2358191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100" b="0" i="0" kern="1200" dirty="0"/>
            <a:t>Er alle objekter med? Tabeller, triggers, </a:t>
          </a:r>
          <a:r>
            <a:rPr lang="da-DK" sz="3100" b="0" i="0" kern="1200" dirty="0" err="1"/>
            <a:t>stored</a:t>
          </a:r>
          <a:r>
            <a:rPr lang="da-DK" sz="3100" b="0" i="0" kern="1200" dirty="0"/>
            <a:t> procedures?</a:t>
          </a:r>
        </a:p>
      </dsp:txBody>
      <dsp:txXfrm>
        <a:off x="1953458" y="2358191"/>
        <a:ext cx="3364706" cy="2018823"/>
      </dsp:txXfrm>
    </dsp:sp>
    <dsp:sp modelId="{0606F288-AB0F-4796-B73E-37FE5A311D07}">
      <dsp:nvSpPr>
        <dsp:cNvPr id="0" name=""/>
        <dsp:cNvSpPr/>
      </dsp:nvSpPr>
      <dsp:spPr>
        <a:xfrm>
          <a:off x="5654635" y="2358191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100" b="0" i="0" kern="1200"/>
            <a:t>Er miljøet kompatibelt (version, OS, konfiguration)?</a:t>
          </a:r>
          <a:endParaRPr lang="da-DK" sz="3100" b="0" i="0" kern="1200" dirty="0"/>
        </a:p>
      </dsp:txBody>
      <dsp:txXfrm>
        <a:off x="5654635" y="2358191"/>
        <a:ext cx="3364706" cy="20188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531DE-D706-47A9-8589-BC1165E8E0A5}">
      <dsp:nvSpPr>
        <dsp:cNvPr id="0" name=""/>
        <dsp:cNvSpPr/>
      </dsp:nvSpPr>
      <dsp:spPr>
        <a:xfrm>
          <a:off x="4125" y="379510"/>
          <a:ext cx="2480667" cy="9638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 err="1"/>
            <a:t>Scenarie</a:t>
          </a:r>
          <a:r>
            <a:rPr lang="en-US" sz="1500" b="1" i="0" kern="1200" dirty="0"/>
            <a:t>:</a:t>
          </a:r>
          <a:r>
            <a:rPr lang="en-US" sz="1500" b="0" i="0" kern="1200" dirty="0"/>
            <a:t> </a:t>
          </a:r>
          <a:r>
            <a:rPr lang="en-US" sz="1500" b="0" i="0" kern="1200" dirty="0" err="1"/>
            <a:t>Virksomheden</a:t>
          </a:r>
          <a:r>
            <a:rPr lang="en-US" sz="1500" b="0" i="0" kern="1200" dirty="0"/>
            <a:t> </a:t>
          </a:r>
          <a:r>
            <a:rPr lang="en-US" sz="1500" b="0" i="0" kern="1200" dirty="0" err="1"/>
            <a:t>foretager</a:t>
          </a:r>
          <a:r>
            <a:rPr lang="en-US" sz="1500" b="0" i="0" kern="1200" dirty="0"/>
            <a:t> </a:t>
          </a:r>
          <a:r>
            <a:rPr lang="en-US" sz="1500" b="0" i="0" kern="1200" dirty="0" err="1"/>
            <a:t>natlig</a:t>
          </a:r>
          <a:r>
            <a:rPr lang="en-US" sz="1500" b="0" i="0" kern="1200" dirty="0"/>
            <a:t> </a:t>
          </a:r>
          <a:r>
            <a:rPr lang="en-US" sz="1500" b="0" i="0" kern="1200" dirty="0" err="1"/>
            <a:t>fuld</a:t>
          </a:r>
          <a:r>
            <a:rPr lang="en-US" sz="1500" b="0" i="0" kern="1200" dirty="0"/>
            <a:t> </a:t>
          </a:r>
          <a:r>
            <a:rPr lang="en-US" sz="1500" b="0" i="0" kern="1200" dirty="0" err="1"/>
            <a:t>og</a:t>
          </a:r>
          <a:r>
            <a:rPr lang="en-US" sz="1500" b="0" i="0" kern="1200" dirty="0"/>
            <a:t> </a:t>
          </a:r>
          <a:r>
            <a:rPr lang="en-US" sz="1500" b="0" i="0" kern="1200" dirty="0" err="1"/>
            <a:t>daglig</a:t>
          </a:r>
          <a:r>
            <a:rPr lang="en-US" sz="1500" b="0" i="0" kern="1200" dirty="0"/>
            <a:t> </a:t>
          </a:r>
          <a:r>
            <a:rPr lang="en-US" sz="1500" b="0" i="0" kern="1200" dirty="0" err="1"/>
            <a:t>inkrementelle</a:t>
          </a:r>
          <a:r>
            <a:rPr lang="en-US" sz="1500" b="0" i="0" kern="1200" dirty="0"/>
            <a:t> backups.</a:t>
          </a:r>
          <a:endParaRPr lang="da-DK" sz="1500" kern="1200" dirty="0"/>
        </a:p>
      </dsp:txBody>
      <dsp:txXfrm>
        <a:off x="4125" y="379510"/>
        <a:ext cx="2480667" cy="963815"/>
      </dsp:txXfrm>
    </dsp:sp>
    <dsp:sp modelId="{2543E8A9-108D-4939-9817-B32018125E3E}">
      <dsp:nvSpPr>
        <dsp:cNvPr id="0" name=""/>
        <dsp:cNvSpPr/>
      </dsp:nvSpPr>
      <dsp:spPr>
        <a:xfrm>
          <a:off x="4125" y="1343326"/>
          <a:ext cx="2480667" cy="265707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Gendan fuld backup i separat testmiljø.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Genspil inkrementelle logs frem til det valgte tidspunkt (PITR).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Sammenlign outputdata med forventet dataset.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Mål RTO og noter forskelle mellem forventet og faktisk tid.</a:t>
          </a:r>
        </a:p>
      </dsp:txBody>
      <dsp:txXfrm>
        <a:off x="4125" y="1343326"/>
        <a:ext cx="2480667" cy="2657074"/>
      </dsp:txXfrm>
    </dsp:sp>
    <dsp:sp modelId="{05B98BDA-9396-4A8B-9256-905CBE4301BA}">
      <dsp:nvSpPr>
        <dsp:cNvPr id="0" name=""/>
        <dsp:cNvSpPr/>
      </dsp:nvSpPr>
      <dsp:spPr>
        <a:xfrm>
          <a:off x="2832086" y="379510"/>
          <a:ext cx="2480667" cy="9638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500" b="1" i="0" kern="1200" dirty="0"/>
            <a:t>Scenarie:</a:t>
          </a:r>
          <a:r>
            <a:rPr lang="da-DK" sz="1500" b="0" i="0" kern="1200" dirty="0"/>
            <a:t> Gendannelse fra en </a:t>
          </a:r>
          <a:r>
            <a:rPr lang="da-DK" sz="1500" b="0" i="0" kern="1200" dirty="0" err="1"/>
            <a:t>offsite</a:t>
          </a:r>
          <a:r>
            <a:rPr lang="da-DK" sz="1500" b="0" i="0" kern="1200" dirty="0"/>
            <a:t>‑backup, der antages at være kompromitteret.</a:t>
          </a:r>
        </a:p>
      </dsp:txBody>
      <dsp:txXfrm>
        <a:off x="2832086" y="379510"/>
        <a:ext cx="2480667" cy="963815"/>
      </dsp:txXfrm>
    </dsp:sp>
    <dsp:sp modelId="{F2E0ED73-BA41-4C71-A3BC-084B2D92B240}">
      <dsp:nvSpPr>
        <dsp:cNvPr id="0" name=""/>
        <dsp:cNvSpPr/>
      </dsp:nvSpPr>
      <dsp:spPr>
        <a:xfrm>
          <a:off x="2832086" y="1343326"/>
          <a:ext cx="2480667" cy="265707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Forsøg gendannelse fra cloud/</a:t>
          </a:r>
          <a:r>
            <a:rPr lang="da-DK" sz="1500" b="0" i="0" kern="1200" dirty="0" err="1"/>
            <a:t>offsite</a:t>
          </a:r>
          <a:r>
            <a:rPr lang="da-DK" sz="1500" b="0" i="0" kern="1200" dirty="0"/>
            <a:t> kopi.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Verificér om kopien er skrivebeskyttet – et centralt værn mod angreb.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Kontrollér, at </a:t>
          </a:r>
          <a:r>
            <a:rPr lang="da-DK" sz="1500" b="0" i="0" kern="1200" dirty="0" err="1"/>
            <a:t>credentials</a:t>
          </a:r>
          <a:r>
            <a:rPr lang="da-DK" sz="1500" b="0" i="0" kern="1200" dirty="0"/>
            <a:t> til </a:t>
          </a:r>
          <a:r>
            <a:rPr lang="da-DK" sz="1500" b="0" i="0" kern="1200" dirty="0" err="1"/>
            <a:t>offsite</a:t>
          </a:r>
          <a:r>
            <a:rPr lang="da-DK" sz="1500" b="0" i="0" kern="1200" dirty="0"/>
            <a:t> ikke deles med produktionsmiljøet.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Dokumentér om </a:t>
          </a:r>
          <a:r>
            <a:rPr lang="da-DK" sz="1500" b="0" i="0" kern="1200" dirty="0" err="1"/>
            <a:t>backupen</a:t>
          </a:r>
          <a:r>
            <a:rPr lang="da-DK" sz="1500" b="0" i="0" kern="1200" dirty="0"/>
            <a:t> faktisk kunne modstå angrebet.</a:t>
          </a:r>
        </a:p>
      </dsp:txBody>
      <dsp:txXfrm>
        <a:off x="2832086" y="1343326"/>
        <a:ext cx="2480667" cy="2657074"/>
      </dsp:txXfrm>
    </dsp:sp>
    <dsp:sp modelId="{A47463F5-2ED6-414E-BDFD-AF058CBE070D}">
      <dsp:nvSpPr>
        <dsp:cNvPr id="0" name=""/>
        <dsp:cNvSpPr/>
      </dsp:nvSpPr>
      <dsp:spPr>
        <a:xfrm>
          <a:off x="5660046" y="379510"/>
          <a:ext cx="2480667" cy="9638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500" b="1" i="0" kern="1200" dirty="0"/>
            <a:t>Scenarie:</a:t>
          </a:r>
          <a:r>
            <a:rPr lang="da-DK" sz="1500" b="0" i="0" kern="1200" dirty="0"/>
            <a:t> En DB2‑database indeholder </a:t>
          </a:r>
          <a:r>
            <a:rPr lang="da-DK" sz="1500" b="0" i="0" kern="1200" dirty="0" err="1"/>
            <a:t>stored</a:t>
          </a:r>
          <a:r>
            <a:rPr lang="da-DK" sz="1500" b="0" i="0" kern="1200" dirty="0"/>
            <a:t> procedures, triggers og store mængder binære data.</a:t>
          </a:r>
        </a:p>
      </dsp:txBody>
      <dsp:txXfrm>
        <a:off x="5660046" y="379510"/>
        <a:ext cx="2480667" cy="963815"/>
      </dsp:txXfrm>
    </dsp:sp>
    <dsp:sp modelId="{FBAC6E9F-3BAF-4AC8-AD28-AEB55EA87EDB}">
      <dsp:nvSpPr>
        <dsp:cNvPr id="0" name=""/>
        <dsp:cNvSpPr/>
      </dsp:nvSpPr>
      <dsp:spPr>
        <a:xfrm>
          <a:off x="5660046" y="1343326"/>
          <a:ext cx="2480667" cy="265707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Gendan backup i testmiljø.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Verificér at alle databaseobjekter findes og virker.</a:t>
          </a:r>
          <a:br>
            <a:rPr lang="da-DK" sz="1500" b="0" i="0" kern="1200" dirty="0"/>
          </a:br>
          <a:r>
            <a:rPr lang="da-DK" sz="1500" b="0" i="0" kern="1200" dirty="0"/>
            <a:t>– DB2‑miljøer fejler ofte her, hvis backup ikke indeholder alle objekter.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Kør automatiserede applikations-tests for at validere </a:t>
          </a:r>
          <a:r>
            <a:rPr lang="da-DK" sz="1500" b="0" i="0" kern="1200" dirty="0" err="1"/>
            <a:t>datalogik</a:t>
          </a:r>
          <a:r>
            <a:rPr lang="da-DK" sz="1500" b="0" i="0" kern="1200" dirty="0"/>
            <a:t>.</a:t>
          </a:r>
        </a:p>
      </dsp:txBody>
      <dsp:txXfrm>
        <a:off x="5660046" y="1343326"/>
        <a:ext cx="2480667" cy="2657074"/>
      </dsp:txXfrm>
    </dsp:sp>
    <dsp:sp modelId="{9CD8D3F0-10B6-4F08-A902-DC59D27A9F22}">
      <dsp:nvSpPr>
        <dsp:cNvPr id="0" name=""/>
        <dsp:cNvSpPr/>
      </dsp:nvSpPr>
      <dsp:spPr>
        <a:xfrm>
          <a:off x="8488007" y="379510"/>
          <a:ext cx="2480667" cy="9638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500" b="1" i="0" kern="1200" dirty="0"/>
            <a:t>Scenarie:</a:t>
          </a:r>
          <a:r>
            <a:rPr lang="da-DK" sz="1500" b="0" i="0" kern="1200" dirty="0"/>
            <a:t> Hele miljøet er utilgængeligt.</a:t>
          </a:r>
        </a:p>
      </dsp:txBody>
      <dsp:txXfrm>
        <a:off x="8488007" y="379510"/>
        <a:ext cx="2480667" cy="963815"/>
      </dsp:txXfrm>
    </dsp:sp>
    <dsp:sp modelId="{2E7EC5B9-C1E1-4573-8D6E-2B6019331D50}">
      <dsp:nvSpPr>
        <dsp:cNvPr id="0" name=""/>
        <dsp:cNvSpPr/>
      </dsp:nvSpPr>
      <dsp:spPr>
        <a:xfrm>
          <a:off x="8488007" y="1343326"/>
          <a:ext cx="2480667" cy="265707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Gendan fra </a:t>
          </a:r>
          <a:r>
            <a:rPr lang="da-DK" sz="1500" b="0" i="0" kern="1200" dirty="0" err="1"/>
            <a:t>offsite</a:t>
          </a:r>
          <a:r>
            <a:rPr lang="da-DK" sz="1500" b="0" i="0" kern="1200" dirty="0"/>
            <a:t> kopi (cloud eller sekundært datacenter).</a:t>
          </a:r>
          <a:br>
            <a:rPr lang="da-DK" sz="1500" b="0" i="0" kern="1200" dirty="0"/>
          </a:br>
          <a:r>
            <a:rPr lang="da-DK" sz="1500" b="0" i="0" kern="1200" dirty="0"/>
            <a:t>– </a:t>
          </a:r>
          <a:r>
            <a:rPr lang="da-DK" sz="1500" b="0" i="0" kern="1200" dirty="0" err="1"/>
            <a:t>Offsite</a:t>
          </a:r>
          <a:r>
            <a:rPr lang="da-DK" sz="1500" b="0" i="0" kern="1200" dirty="0"/>
            <a:t> kopier er en central del af moderne backupstrategier.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Mål total genetableringstid.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da-DK" sz="1500" b="0" i="0" kern="1200" dirty="0"/>
            <a:t>Kontrollér netværkskonfigurationer og eksterne integrationer (</a:t>
          </a:r>
          <a:r>
            <a:rPr lang="da-DK" sz="1500" b="0" i="0" kern="1200" dirty="0" err="1"/>
            <a:t>API’er</a:t>
          </a:r>
          <a:r>
            <a:rPr lang="da-DK" sz="1500" b="0" i="0" kern="1200" dirty="0"/>
            <a:t>, brugertilgange mv.).</a:t>
          </a:r>
        </a:p>
      </dsp:txBody>
      <dsp:txXfrm>
        <a:off x="8488007" y="1343326"/>
        <a:ext cx="2480667" cy="26570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3/13/2026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3/13/2026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3/13/2026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eepngimg.com/png/3937-dollars-png-imag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anning.com/blog/types-of-backup-understanding-full-differential-incremental-backup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793F4-5D7A-F94E-4CCA-B1E3DEAC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Opfølgning på ekstraopgaven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4F37FD-710F-3B2C-ED0D-B7A832D67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8619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Data backup og gendannelse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 kapitel 4, </a:t>
            </a:r>
            <a:r>
              <a:rPr lang="da-DK" dirty="0"/>
              <a:t>side 149-179</a:t>
            </a: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DA6FD8-E441-2D91-D3A3-56E1808D4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dirty="0"/>
              <a:t>Hvorfor er det vigtigt?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8318EA-0EF9-A7E4-CE8D-A6940F258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09808" y="1465200"/>
            <a:ext cx="9572384" cy="4379366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A7D78AFB-C57B-1D7E-F838-0BE932C0F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609344" y="1750490"/>
            <a:ext cx="1389740" cy="115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9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C65EA6-478D-1901-3727-C113FDB4A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Definitioner og relevans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1892EB-6271-B8DE-CB9E-2F9B3B99E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Data backup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D2183F7D-44E1-08AF-2034-D774A47954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dirty="0"/>
              <a:t>En sikkerhedskopi</a:t>
            </a:r>
          </a:p>
          <a:p>
            <a:r>
              <a:rPr lang="da-DK" dirty="0"/>
              <a:t>Beskytter mod datatab pga. </a:t>
            </a:r>
          </a:p>
          <a:p>
            <a:pPr lvl="1"/>
            <a:r>
              <a:rPr lang="da-DK" dirty="0"/>
              <a:t>Hardwarefejl</a:t>
            </a:r>
          </a:p>
          <a:p>
            <a:pPr lvl="1"/>
            <a:r>
              <a:rPr lang="da-DK" dirty="0" err="1"/>
              <a:t>Ransomware</a:t>
            </a:r>
            <a:endParaRPr lang="da-DK" dirty="0"/>
          </a:p>
          <a:p>
            <a:pPr lvl="1"/>
            <a:r>
              <a:rPr lang="da-DK" dirty="0"/>
              <a:t>menneskelige fejl </a:t>
            </a:r>
          </a:p>
          <a:p>
            <a:pPr lvl="1"/>
            <a:r>
              <a:rPr lang="da-DK" dirty="0"/>
              <a:t>Katastrofer</a:t>
            </a:r>
          </a:p>
          <a:p>
            <a:r>
              <a:rPr lang="da-DK" dirty="0"/>
              <a:t>Kritisk for compliance (GDPR)</a:t>
            </a:r>
          </a:p>
          <a:p>
            <a:r>
              <a:rPr lang="da-DK" dirty="0"/>
              <a:t>Trussellandskabet er intensiveret.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EF8018D0-9782-45B0-DE3F-FE4AB6D17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Relevans for systemudviklere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B39A62F5-CD9E-622B-9727-152349EF10E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a-DK" dirty="0"/>
              <a:t>Du skal kunne designe software, der understøtter backup‑venlige datamodeller.</a:t>
            </a:r>
          </a:p>
          <a:p>
            <a:r>
              <a:rPr lang="da-DK" dirty="0"/>
              <a:t>Du skal vide, hvordan systemet integreres med organisationens backup‑infrastruktur (</a:t>
            </a:r>
            <a:r>
              <a:rPr lang="da-DK" dirty="0" err="1"/>
              <a:t>API'er</a:t>
            </a:r>
            <a:r>
              <a:rPr lang="da-DK" dirty="0"/>
              <a:t>, </a:t>
            </a:r>
            <a:r>
              <a:rPr lang="da-DK" dirty="0" err="1"/>
              <a:t>storage</a:t>
            </a:r>
            <a:r>
              <a:rPr lang="da-DK" dirty="0"/>
              <a:t> </a:t>
            </a:r>
            <a:r>
              <a:rPr lang="da-DK" dirty="0" err="1"/>
              <a:t>providers</a:t>
            </a:r>
            <a:r>
              <a:rPr lang="da-DK" dirty="0"/>
              <a:t>, </a:t>
            </a:r>
            <a:r>
              <a:rPr lang="da-DK" dirty="0" err="1"/>
              <a:t>logging</a:t>
            </a:r>
            <a:r>
              <a:rPr lang="da-DK" dirty="0"/>
              <a:t> for </a:t>
            </a:r>
            <a:r>
              <a:rPr lang="da-DK" dirty="0" err="1"/>
              <a:t>restore</a:t>
            </a:r>
            <a:r>
              <a:rPr lang="da-DK" dirty="0"/>
              <a:t> osv.).</a:t>
            </a:r>
          </a:p>
        </p:txBody>
      </p:sp>
    </p:spTree>
    <p:extLst>
      <p:ext uri="{BB962C8B-B14F-4D97-AF65-F5344CB8AC3E}">
        <p14:creationId xmlns:p14="http://schemas.microsoft.com/office/powerpoint/2010/main" val="194343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6B636-13C1-CD5E-97B2-17E286F2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dirty="0"/>
              <a:t>Hvordan?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A6F00DF-277C-5DA4-FA5F-5ACD05B98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 wrap="square" anchor="t">
            <a:normAutofit/>
          </a:bodyPr>
          <a:lstStyle/>
          <a:p>
            <a:r>
              <a:rPr lang="da-DK" b="1" dirty="0"/>
              <a:t>Fokus på gendannelse frem for backup</a:t>
            </a:r>
          </a:p>
          <a:p>
            <a:r>
              <a:rPr lang="da-DK" dirty="0"/>
              <a:t>Data i bevægelse og hvilende data</a:t>
            </a:r>
          </a:p>
          <a:p>
            <a:r>
              <a:rPr lang="da-DK" dirty="0"/>
              <a:t>Backup frekvens</a:t>
            </a:r>
          </a:p>
          <a:p>
            <a:endParaRPr lang="en-US" dirty="0"/>
          </a:p>
        </p:txBody>
      </p:sp>
      <p:graphicFrame>
        <p:nvGraphicFramePr>
          <p:cNvPr id="18" name="Pladsholder til indhold 2">
            <a:extLst>
              <a:ext uri="{FF2B5EF4-FFF2-40B4-BE49-F238E27FC236}">
                <a16:creationId xmlns:a16="http://schemas.microsoft.com/office/drawing/2014/main" id="{E55ECAD2-305F-35CE-76C1-8D77C2D2F9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0057568"/>
              </p:ext>
            </p:extLst>
          </p:nvPr>
        </p:nvGraphicFramePr>
        <p:xfrm>
          <a:off x="6197600" y="1465201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116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7E79-C31E-721B-029E-6466CCF6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1D8F33-17B0-3344-1F92-BBF97CCF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Typer </a:t>
            </a:r>
            <a:r>
              <a:rPr lang="da-DK"/>
              <a:t>af backups</a:t>
            </a:r>
            <a:endParaRPr lang="da-DK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F5DEF9B9-5EFA-D942-EE69-28A12B199B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01172" y="1465263"/>
            <a:ext cx="3801656" cy="4340225"/>
          </a:xfrm>
          <a:prstGeom prst="rect">
            <a:avLst/>
          </a:prstGeom>
        </p:spPr>
      </p:pic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B93B366-07BA-17C6-3844-D9F1BAD5C4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Typer af backups</a:t>
            </a:r>
            <a:r>
              <a:rPr lang="da-DK" dirty="0"/>
              <a:t>:</a:t>
            </a:r>
          </a:p>
          <a:p>
            <a:r>
              <a:rPr lang="da-DK" dirty="0"/>
              <a:t>Fuld backup: Hele datasættet</a:t>
            </a:r>
          </a:p>
          <a:p>
            <a:r>
              <a:rPr lang="da-DK" dirty="0"/>
              <a:t>Differentiel: Ændringer siden sidste fulde backup</a:t>
            </a:r>
          </a:p>
          <a:p>
            <a:r>
              <a:rPr lang="da-DK" dirty="0"/>
              <a:t>Inkrementel: Kun ændrede data siden sidste inkrementelle backup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28AC89DB-082B-A1EB-1C20-091CFD8BB8E0}"/>
              </a:ext>
            </a:extLst>
          </p:cNvPr>
          <p:cNvSpPr txBox="1"/>
          <p:nvPr/>
        </p:nvSpPr>
        <p:spPr>
          <a:xfrm>
            <a:off x="609600" y="6299447"/>
            <a:ext cx="7697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https://www.spanning.com/blog/types-of-backup-understanding-full-differential-incremental-backup/</a:t>
            </a:r>
            <a:r>
              <a:rPr lang="da-DK" sz="1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73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9389C-CDEC-4EBC-600B-8C38CE24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Sikkerhed i backup-systemet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D7775F71-0F8C-E65B-7B05-613EB137ED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064613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08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93A00D-C0A5-A644-7BA2-31B7787E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Strategi for backup: 3‑2‑1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235AA3CD-22F5-CA63-854A-E629C8BD2D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Reglen</a:t>
            </a:r>
            <a:r>
              <a:rPr lang="da-DK" dirty="0"/>
              <a:t>:</a:t>
            </a:r>
          </a:p>
          <a:p>
            <a:r>
              <a:rPr lang="da-DK" dirty="0"/>
              <a:t>3 kopier af data</a:t>
            </a:r>
          </a:p>
          <a:p>
            <a:r>
              <a:rPr lang="da-DK" dirty="0"/>
              <a:t>2 forskellige medietyper</a:t>
            </a:r>
          </a:p>
          <a:p>
            <a:r>
              <a:rPr lang="da-DK" dirty="0"/>
              <a:t>1 </a:t>
            </a:r>
            <a:r>
              <a:rPr lang="da-DK" dirty="0" err="1"/>
              <a:t>offsite</a:t>
            </a:r>
            <a:r>
              <a:rPr lang="da-DK" dirty="0"/>
              <a:t>-lokation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Klassisk regel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9662D4A-41C0-AB89-EC25-D0A32242CF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Generelt eksempel</a:t>
            </a:r>
            <a:r>
              <a:rPr lang="da-DK" dirty="0"/>
              <a:t>:</a:t>
            </a:r>
          </a:p>
          <a:p>
            <a:r>
              <a:rPr lang="da-DK" dirty="0"/>
              <a:t>Produktionsdatabase (kopi 1)</a:t>
            </a:r>
          </a:p>
          <a:p>
            <a:r>
              <a:rPr lang="da-DK" dirty="0"/>
              <a:t>Automatisk natlig backup til NAS (kopi 2)</a:t>
            </a:r>
          </a:p>
          <a:p>
            <a:r>
              <a:rPr lang="da-DK" dirty="0" err="1"/>
              <a:t>Offsite</a:t>
            </a:r>
            <a:r>
              <a:rPr lang="da-DK" dirty="0"/>
              <a:t> backup i en </a:t>
            </a:r>
            <a:r>
              <a:rPr lang="da-DK" i="1" dirty="0"/>
              <a:t>cloud </a:t>
            </a:r>
            <a:r>
              <a:rPr lang="da-DK" i="1" dirty="0" err="1"/>
              <a:t>storage</a:t>
            </a:r>
            <a:r>
              <a:rPr lang="da-DK" i="1" dirty="0"/>
              <a:t> </a:t>
            </a:r>
            <a:r>
              <a:rPr lang="da-DK" i="1" dirty="0" err="1"/>
              <a:t>bucket</a:t>
            </a:r>
            <a:r>
              <a:rPr lang="da-DK" i="1" dirty="0"/>
              <a:t> </a:t>
            </a:r>
            <a:r>
              <a:rPr lang="da-DK" dirty="0"/>
              <a:t>(kopi 3)</a:t>
            </a:r>
          </a:p>
        </p:txBody>
      </p:sp>
    </p:spTree>
    <p:extLst>
      <p:ext uri="{BB962C8B-B14F-4D97-AF65-F5344CB8AC3E}">
        <p14:creationId xmlns:p14="http://schemas.microsoft.com/office/powerpoint/2010/main" val="209341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409FA-2665-A34A-39B3-95213E0D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89AAE-660E-52E0-77AC-C3B2D887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strategi for backup: 3‑2‑1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9C3D110E-05CE-EFCF-DE3B-3933591FC8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Case:</a:t>
            </a:r>
          </a:p>
          <a:p>
            <a:pPr marL="0" indent="0">
              <a:buNone/>
            </a:pPr>
            <a:r>
              <a:rPr lang="da-DK" dirty="0"/>
              <a:t>Et finansielt system til at håndtere betalinger</a:t>
            </a:r>
          </a:p>
          <a:p>
            <a:pPr marL="0" indent="0">
              <a:buNone/>
            </a:pPr>
            <a:endParaRPr lang="da-DK" b="1" dirty="0"/>
          </a:p>
          <a:p>
            <a:pPr marL="0" indent="0">
              <a:buNone/>
            </a:pPr>
            <a:r>
              <a:rPr lang="da-DK" b="1" dirty="0"/>
              <a:t>Reglen</a:t>
            </a:r>
            <a:r>
              <a:rPr lang="da-DK" dirty="0"/>
              <a:t>:</a:t>
            </a:r>
          </a:p>
          <a:p>
            <a:r>
              <a:rPr lang="da-DK" dirty="0"/>
              <a:t>3 kopier af data</a:t>
            </a:r>
          </a:p>
          <a:p>
            <a:r>
              <a:rPr lang="da-DK" dirty="0"/>
              <a:t>2 forskellige medietyper</a:t>
            </a:r>
          </a:p>
          <a:p>
            <a:r>
              <a:rPr lang="da-DK" dirty="0"/>
              <a:t>1 </a:t>
            </a:r>
            <a:r>
              <a:rPr lang="da-DK" dirty="0" err="1"/>
              <a:t>offsite</a:t>
            </a:r>
            <a:r>
              <a:rPr lang="da-DK" dirty="0"/>
              <a:t>-lokation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355774D-0812-4DDA-30ED-C7074082B9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Case eksempel</a:t>
            </a:r>
            <a:r>
              <a:rPr lang="da-DK" dirty="0"/>
              <a:t>:</a:t>
            </a:r>
          </a:p>
          <a:p>
            <a:r>
              <a:rPr lang="da-DK" dirty="0"/>
              <a:t>Produktionsdatabase i DB2</a:t>
            </a:r>
          </a:p>
          <a:p>
            <a:r>
              <a:rPr lang="da-DK" dirty="0"/>
              <a:t>Automatisk natlig backup til central backup-server</a:t>
            </a:r>
          </a:p>
          <a:p>
            <a:r>
              <a:rPr lang="da-DK" dirty="0" err="1"/>
              <a:t>Offsite</a:t>
            </a:r>
            <a:r>
              <a:rPr lang="da-DK" dirty="0"/>
              <a:t> backup med </a:t>
            </a:r>
            <a:r>
              <a:rPr lang="da-DK" i="1" dirty="0"/>
              <a:t>IBM Storage </a:t>
            </a:r>
            <a:r>
              <a:rPr lang="da-DK" i="1" dirty="0" err="1"/>
              <a:t>Protect</a:t>
            </a:r>
            <a:r>
              <a:rPr lang="da-DK" i="1" dirty="0"/>
              <a:t>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7823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51475-9691-1DFF-074A-92931BAD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2D5BC4-AD99-EE93-C7C1-CE5375DF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Strategi for backup: 3‑2‑1‑1‑0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875FF37E-513D-4F1F-F385-9E8EBB02A1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Reglen</a:t>
            </a:r>
            <a:r>
              <a:rPr lang="da-DK" dirty="0"/>
              <a:t>:</a:t>
            </a:r>
          </a:p>
          <a:p>
            <a:r>
              <a:rPr lang="da-DK" dirty="0"/>
              <a:t>3 kopier af data</a:t>
            </a:r>
          </a:p>
          <a:p>
            <a:r>
              <a:rPr lang="da-DK" dirty="0"/>
              <a:t>2 forskellige medietyper</a:t>
            </a:r>
          </a:p>
          <a:p>
            <a:r>
              <a:rPr lang="da-DK" dirty="0"/>
              <a:t>1 </a:t>
            </a:r>
            <a:r>
              <a:rPr lang="da-DK" dirty="0" err="1"/>
              <a:t>offsite</a:t>
            </a:r>
            <a:r>
              <a:rPr lang="da-DK" dirty="0"/>
              <a:t>-lokation</a:t>
            </a:r>
          </a:p>
          <a:p>
            <a:r>
              <a:rPr lang="da-DK" dirty="0"/>
              <a:t>1 air‑</a:t>
            </a:r>
            <a:r>
              <a:rPr lang="da-DK" dirty="0" err="1"/>
              <a:t>gapped</a:t>
            </a:r>
            <a:r>
              <a:rPr lang="da-DK" dirty="0"/>
              <a:t> eller skrivebeskyttet kopi</a:t>
            </a:r>
          </a:p>
          <a:p>
            <a:r>
              <a:rPr lang="da-DK" dirty="0"/>
              <a:t>0 fejl i backup</a:t>
            </a:r>
          </a:p>
          <a:p>
            <a:pPr marL="0" indent="0">
              <a:buNone/>
            </a:pPr>
            <a:r>
              <a:rPr lang="da-DK" dirty="0"/>
              <a:t>Moderne og sikret mod </a:t>
            </a:r>
            <a:r>
              <a:rPr lang="da-DK" dirty="0" err="1"/>
              <a:t>ransomware</a:t>
            </a:r>
            <a:endParaRPr lang="da-DK" dirty="0"/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F700D79-D83B-DDAB-2AE0-A22F426B87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Eksempel</a:t>
            </a:r>
            <a:r>
              <a:rPr lang="da-DK" dirty="0"/>
              <a:t>:</a:t>
            </a:r>
          </a:p>
          <a:p>
            <a:r>
              <a:rPr lang="da-DK" dirty="0"/>
              <a:t>Produktionsdatabase (kopi 1)</a:t>
            </a:r>
          </a:p>
          <a:p>
            <a:r>
              <a:rPr lang="da-DK" dirty="0"/>
              <a:t>Automatisk natlig backup til NAS (kopi)</a:t>
            </a:r>
          </a:p>
          <a:p>
            <a:r>
              <a:rPr lang="da-DK" dirty="0"/>
              <a:t>Skrivebeskyttet backup i AWS S3 </a:t>
            </a:r>
            <a:r>
              <a:rPr lang="da-DK" dirty="0" err="1"/>
              <a:t>Glacier</a:t>
            </a:r>
            <a:r>
              <a:rPr lang="da-DK" dirty="0"/>
              <a:t> </a:t>
            </a:r>
            <a:r>
              <a:rPr lang="da-DK" dirty="0" err="1"/>
              <a:t>Vault</a:t>
            </a:r>
            <a:r>
              <a:rPr lang="da-DK" dirty="0"/>
              <a:t> Lock eller </a:t>
            </a:r>
            <a:r>
              <a:rPr lang="da-DK" dirty="0" err="1"/>
              <a:t>Azure</a:t>
            </a:r>
            <a:r>
              <a:rPr lang="da-DK" dirty="0"/>
              <a:t> </a:t>
            </a:r>
            <a:r>
              <a:rPr lang="da-DK" dirty="0" err="1"/>
              <a:t>Immutable</a:t>
            </a:r>
            <a:r>
              <a:rPr lang="da-DK" dirty="0"/>
              <a:t> Storage (kopi 3)</a:t>
            </a:r>
          </a:p>
        </p:txBody>
      </p:sp>
    </p:spTree>
    <p:extLst>
      <p:ext uri="{BB962C8B-B14F-4D97-AF65-F5344CB8AC3E}">
        <p14:creationId xmlns:p14="http://schemas.microsoft.com/office/powerpoint/2010/main" val="339211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992C06-9D24-177D-3B00-12866D8A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 1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6FE9E32C-8AB4-154E-4E81-6A015AA8D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7628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BFFAA7-7895-18AD-1974-B5204548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Gendannelse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171EB0-E75C-22DA-E5CA-65B5301AC7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Gendannelsestyper</a:t>
            </a:r>
            <a:r>
              <a:rPr lang="da-DK" dirty="0"/>
              <a:t>:</a:t>
            </a:r>
          </a:p>
          <a:p>
            <a:r>
              <a:rPr lang="da-DK" dirty="0"/>
              <a:t>Point-in-time </a:t>
            </a:r>
            <a:r>
              <a:rPr lang="da-DK" dirty="0" err="1"/>
              <a:t>restore</a:t>
            </a:r>
            <a:r>
              <a:rPr lang="da-DK" dirty="0"/>
              <a:t> (databaser – ofte via logshipping/snapshots)</a:t>
            </a:r>
          </a:p>
          <a:p>
            <a:r>
              <a:rPr lang="da-DK" dirty="0"/>
              <a:t>Gendannelse af hele systemet</a:t>
            </a:r>
          </a:p>
          <a:p>
            <a:r>
              <a:rPr lang="da-DK" dirty="0"/>
              <a:t>Udvalgt gendannelse (enkelt datatabel, fil eller objekt)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4BE9135-7536-25D1-0E68-42CE1BEDD9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Aftaler om gendannelse</a:t>
            </a:r>
            <a:r>
              <a:rPr lang="da-DK" dirty="0"/>
              <a:t>:</a:t>
            </a:r>
          </a:p>
          <a:p>
            <a:r>
              <a:rPr lang="da-DK" dirty="0"/>
              <a:t>RTO = hvor hurtigt systemet skal være oppe igen</a:t>
            </a:r>
          </a:p>
          <a:p>
            <a:r>
              <a:rPr lang="da-DK" dirty="0"/>
              <a:t>RPO = hvor meget data man maks. må miste</a:t>
            </a:r>
          </a:p>
          <a:p>
            <a:r>
              <a:rPr lang="da-DK" dirty="0"/>
              <a:t>Mange organisationer oplever mismatch mellem forventede </a:t>
            </a:r>
            <a:r>
              <a:rPr lang="da-DK" dirty="0" err="1"/>
              <a:t>RTO’er</a:t>
            </a:r>
            <a:r>
              <a:rPr lang="da-DK" dirty="0"/>
              <a:t> og faktiske resultater</a:t>
            </a:r>
          </a:p>
        </p:txBody>
      </p:sp>
    </p:spTree>
    <p:extLst>
      <p:ext uri="{BB962C8B-B14F-4D97-AF65-F5344CB8AC3E}">
        <p14:creationId xmlns:p14="http://schemas.microsoft.com/office/powerpoint/2010/main" val="423422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772E-E9BC-4535-E647-70BAA77F3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AAE219-7CE3-12C1-2AE8-A69392F4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aftale om gendannelse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96939E5-B7D0-ABE6-540B-2812592F5B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Case:</a:t>
            </a:r>
          </a:p>
          <a:p>
            <a:pPr marL="0" indent="0">
              <a:buNone/>
            </a:pPr>
            <a:r>
              <a:rPr lang="da-DK" dirty="0"/>
              <a:t>Et finansielt system til at håndtere betalinger</a:t>
            </a:r>
          </a:p>
          <a:p>
            <a:pPr marL="0" indent="0">
              <a:buNone/>
            </a:pPr>
            <a:endParaRPr lang="da-DK" b="1" dirty="0"/>
          </a:p>
          <a:p>
            <a:pPr marL="0" indent="0">
              <a:buNone/>
            </a:pPr>
            <a:r>
              <a:rPr lang="da-DK" b="1" dirty="0"/>
              <a:t>Gendannelsestype</a:t>
            </a:r>
            <a:r>
              <a:rPr lang="da-DK" dirty="0"/>
              <a:t>:</a:t>
            </a:r>
          </a:p>
          <a:p>
            <a:r>
              <a:rPr lang="da-DK" dirty="0"/>
              <a:t>Gendannelse af hele systemet</a:t>
            </a:r>
          </a:p>
          <a:p>
            <a:r>
              <a:rPr lang="da-DK" dirty="0"/>
              <a:t>Udvalgt gendannelse af enkelt datatabel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544C76E-8FD9-4B50-15DD-4EBD1E743A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Aftale om gendannelse</a:t>
            </a:r>
            <a:r>
              <a:rPr lang="da-DK" dirty="0"/>
              <a:t>:</a:t>
            </a:r>
          </a:p>
          <a:p>
            <a:r>
              <a:rPr lang="da-DK" dirty="0"/>
              <a:t>RTO: 8 timer</a:t>
            </a:r>
          </a:p>
          <a:p>
            <a:r>
              <a:rPr lang="da-DK" dirty="0"/>
              <a:t>RPO: Må højst miste data for betalinger den seneste time</a:t>
            </a:r>
          </a:p>
        </p:txBody>
      </p:sp>
    </p:spTree>
    <p:extLst>
      <p:ext uri="{BB962C8B-B14F-4D97-AF65-F5344CB8AC3E}">
        <p14:creationId xmlns:p14="http://schemas.microsoft.com/office/powerpoint/2010/main" val="186714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B86166-1DBC-7DF5-68CF-89862578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 af gendannelse - Hvad skal testes? </a:t>
            </a:r>
          </a:p>
        </p:txBody>
      </p:sp>
      <p:graphicFrame>
        <p:nvGraphicFramePr>
          <p:cNvPr id="7" name="Pladsholder til indhold 6">
            <a:extLst>
              <a:ext uri="{FF2B5EF4-FFF2-40B4-BE49-F238E27FC236}">
                <a16:creationId xmlns:a16="http://schemas.microsoft.com/office/drawing/2014/main" id="{F43830CF-2C4D-CB7D-ED2C-39136A90A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85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0888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84D302-7A46-D396-928C-60664518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Scenarier i en test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2F8DE3E9-26D7-4939-E4D6-ED7D41FAB8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93828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1562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6BBE-4175-F8F5-81A4-F1A454F38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536BD-E983-49D4-B953-29475727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 2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DCC19743-AC8B-1AD8-8450-6F72889E1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738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FFCA8D-C81D-42F8-9A34-888A3C145F17}"/>
</file>

<file path=customXml/itemProps2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1201</TotalTime>
  <Words>713</Words>
  <Application>Microsoft Office PowerPoint</Application>
  <PresentationFormat>Widescreen</PresentationFormat>
  <Paragraphs>117</Paragraphs>
  <Slides>16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Office-tema</vt:lpstr>
      <vt:lpstr>Opfølgning på ekstraopgaven</vt:lpstr>
      <vt:lpstr>Data backup og gendannelse</vt:lpstr>
      <vt:lpstr>Hvorfor er det vigtigt?</vt:lpstr>
      <vt:lpstr>Definitioner og relevans</vt:lpstr>
      <vt:lpstr>Hvordan?</vt:lpstr>
      <vt:lpstr>Typer af backups</vt:lpstr>
      <vt:lpstr>Sikkerhed i backup-systemet</vt:lpstr>
      <vt:lpstr>Strategi for backup: 3‑2‑1</vt:lpstr>
      <vt:lpstr>Eksempel på strategi for backup: 3‑2‑1</vt:lpstr>
      <vt:lpstr>Strategi for backup: 3‑2‑1‑1‑0</vt:lpstr>
      <vt:lpstr>Øvelse 1</vt:lpstr>
      <vt:lpstr>Gendannelse </vt:lpstr>
      <vt:lpstr>Eksempel på aftale om gendannelse </vt:lpstr>
      <vt:lpstr>Test af gendannelse - Hvad skal testes? </vt:lpstr>
      <vt:lpstr>Scenarier i en test</vt:lpstr>
      <vt:lpstr>Øvelse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2026-03-13T08:42:04Z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