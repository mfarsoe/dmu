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7"/>
  </p:notesMasterIdLst>
  <p:sldIdLst>
    <p:sldId id="276" r:id="rId5"/>
    <p:sldId id="295" r:id="rId6"/>
    <p:sldId id="296" r:id="rId7"/>
    <p:sldId id="297" r:id="rId8"/>
    <p:sldId id="298" r:id="rId9"/>
    <p:sldId id="299" r:id="rId10"/>
    <p:sldId id="302" r:id="rId11"/>
    <p:sldId id="301" r:id="rId12"/>
    <p:sldId id="305" r:id="rId13"/>
    <p:sldId id="303" r:id="rId14"/>
    <p:sldId id="304" r:id="rId15"/>
    <p:sldId id="30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DD870-0609-4FE0-B868-6F1E79C2774A}" v="99" dt="2026-03-25T13:55:50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3-25T13:56:00.222" v="20913" actId="20577"/>
      <pc:docMkLst>
        <pc:docMk/>
      </pc:docMkLst>
      <pc:sldChg chg="modSp add mod ord">
        <pc:chgData name="Jesper Buch Poignée" userId="e9c179cb-b07f-48e2-8bc5-99357f35e469" providerId="ADAL" clId="{0FA08CF4-302B-405B-A75E-5DF504EDE4A1}" dt="2026-03-24T11:41:25.408" v="20483" actId="20577"/>
        <pc:sldMkLst>
          <pc:docMk/>
          <pc:sldMk cId="260018021" sldId="276"/>
        </pc:sldMkLst>
        <pc:graphicFrameChg chg="mod modGraphic">
          <ac:chgData name="Jesper Buch Poignée" userId="e9c179cb-b07f-48e2-8bc5-99357f35e469" providerId="ADAL" clId="{0FA08CF4-302B-405B-A75E-5DF504EDE4A1}" dt="2026-03-24T11:39:53.400" v="20460" actId="20577"/>
          <ac:graphicFrameMkLst>
            <pc:docMk/>
            <pc:sldMk cId="260018021" sldId="276"/>
            <ac:graphicFrameMk id="9" creationId="{DE563D4F-585A-5144-12CB-01C12370BDD3}"/>
          </ac:graphicFrameMkLst>
        </pc:graphicFrameChg>
        <pc:graphicFrameChg chg="mod modGraphic">
          <ac:chgData name="Jesper Buch Poignée" userId="e9c179cb-b07f-48e2-8bc5-99357f35e469" providerId="ADAL" clId="{0FA08CF4-302B-405B-A75E-5DF504EDE4A1}" dt="2026-03-24T11:41:25.408" v="20483" actId="20577"/>
          <ac:graphicFrameMkLst>
            <pc:docMk/>
            <pc:sldMk cId="260018021" sldId="276"/>
            <ac:graphicFrameMk id="10" creationId="{924DC98B-3FC5-D0DB-5488-BC0BE3928A27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3-25T13:33:18.659" v="20884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24T11:37:58.546" v="20436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25T13:33:18.659" v="20884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mod">
        <pc:chgData name="Jesper Buch Poignée" userId="e9c179cb-b07f-48e2-8bc5-99357f35e469" providerId="ADAL" clId="{0FA08CF4-302B-405B-A75E-5DF504EDE4A1}" dt="2026-03-24T14:56:59.395" v="20500" actId="114"/>
        <pc:sldMkLst>
          <pc:docMk/>
          <pc:sldMk cId="1574675411" sldId="296"/>
        </pc:sldMkLst>
        <pc:spChg chg="mod">
          <ac:chgData name="Jesper Buch Poignée" userId="e9c179cb-b07f-48e2-8bc5-99357f35e469" providerId="ADAL" clId="{0FA08CF4-302B-405B-A75E-5DF504EDE4A1}" dt="2026-03-24T14:56:18.467" v="20494" actId="20577"/>
          <ac:spMkLst>
            <pc:docMk/>
            <pc:sldMk cId="1574675411" sldId="296"/>
            <ac:spMk id="2" creationId="{81E93A64-568C-A220-49E5-BA0977143481}"/>
          </ac:spMkLst>
        </pc:spChg>
        <pc:spChg chg="mod">
          <ac:chgData name="Jesper Buch Poignée" userId="e9c179cb-b07f-48e2-8bc5-99357f35e469" providerId="ADAL" clId="{0FA08CF4-302B-405B-A75E-5DF504EDE4A1}" dt="2026-03-24T14:56:59.395" v="20500" actId="114"/>
          <ac:spMkLst>
            <pc:docMk/>
            <pc:sldMk cId="1574675411" sldId="296"/>
            <ac:spMk id="3" creationId="{A50507BF-C325-FC12-DCA5-792B06C9B6FD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3-25T11:40:46.870" v="20662" actId="6549"/>
        <pc:sldMkLst>
          <pc:docMk/>
          <pc:sldMk cId="3120845029" sldId="297"/>
        </pc:sldMkLst>
        <pc:spChg chg="mod">
          <ac:chgData name="Jesper Buch Poignée" userId="e9c179cb-b07f-48e2-8bc5-99357f35e469" providerId="ADAL" clId="{0FA08CF4-302B-405B-A75E-5DF504EDE4A1}" dt="2026-03-25T11:40:46.870" v="20662" actId="6549"/>
          <ac:spMkLst>
            <pc:docMk/>
            <pc:sldMk cId="3120845029" sldId="297"/>
            <ac:spMk id="2" creationId="{2EF27471-5C26-1642-B002-978514B8FD39}"/>
          </ac:spMkLst>
        </pc:spChg>
        <pc:spChg chg="add del">
          <ac:chgData name="Jesper Buch Poignée" userId="e9c179cb-b07f-48e2-8bc5-99357f35e469" providerId="ADAL" clId="{0FA08CF4-302B-405B-A75E-5DF504EDE4A1}" dt="2026-03-24T14:57:36.952" v="20508" actId="1032"/>
          <ac:spMkLst>
            <pc:docMk/>
            <pc:sldMk cId="3120845029" sldId="297"/>
            <ac:spMk id="3" creationId="{9041EFF4-29B7-ABC0-1785-67F20AFAD3BC}"/>
          </ac:spMkLst>
        </pc:spChg>
        <pc:graphicFrameChg chg="add mod">
          <ac:chgData name="Jesper Buch Poignée" userId="e9c179cb-b07f-48e2-8bc5-99357f35e469" providerId="ADAL" clId="{0FA08CF4-302B-405B-A75E-5DF504EDE4A1}" dt="2026-03-24T14:57:24.828" v="20505"/>
          <ac:graphicFrameMkLst>
            <pc:docMk/>
            <pc:sldMk cId="3120845029" sldId="297"/>
            <ac:graphicFrameMk id="4" creationId="{ACDD4B0D-272E-1B64-C1FC-2CCA9059DE44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24T14:57:53.307" v="20519" actId="20577"/>
          <ac:graphicFrameMkLst>
            <pc:docMk/>
            <pc:sldMk cId="3120845029" sldId="297"/>
            <ac:graphicFrameMk id="5" creationId="{4F0FB076-E44D-56C5-BAC5-0D1F345AD659}"/>
          </ac:graphicFrameMkLst>
        </pc:graphicFrameChg>
      </pc:sldChg>
      <pc:sldChg chg="addSp delSp modSp new mod modClrScheme modAnim chgLayout">
        <pc:chgData name="Jesper Buch Poignée" userId="e9c179cb-b07f-48e2-8bc5-99357f35e469" providerId="ADAL" clId="{0FA08CF4-302B-405B-A75E-5DF504EDE4A1}" dt="2026-03-25T11:43:03.028" v="20674" actId="20577"/>
        <pc:sldMkLst>
          <pc:docMk/>
          <pc:sldMk cId="1549841972" sldId="298"/>
        </pc:sldMkLst>
        <pc:spChg chg="mod ord">
          <ac:chgData name="Jesper Buch Poignée" userId="e9c179cb-b07f-48e2-8bc5-99357f35e469" providerId="ADAL" clId="{0FA08CF4-302B-405B-A75E-5DF504EDE4A1}" dt="2026-03-24T14:58:45.419" v="20544" actId="700"/>
          <ac:spMkLst>
            <pc:docMk/>
            <pc:sldMk cId="1549841972" sldId="298"/>
            <ac:spMk id="2" creationId="{9DA569DD-F95C-D86E-E8C7-3CA7F1206A52}"/>
          </ac:spMkLst>
        </pc:spChg>
        <pc:spChg chg="del mod ord">
          <ac:chgData name="Jesper Buch Poignée" userId="e9c179cb-b07f-48e2-8bc5-99357f35e469" providerId="ADAL" clId="{0FA08CF4-302B-405B-A75E-5DF504EDE4A1}" dt="2026-03-24T14:58:45.419" v="20544" actId="700"/>
          <ac:spMkLst>
            <pc:docMk/>
            <pc:sldMk cId="1549841972" sldId="298"/>
            <ac:spMk id="3" creationId="{1D048129-8E3A-D64D-DF81-7AFCD1FCE739}"/>
          </ac:spMkLst>
        </pc:spChg>
        <pc:spChg chg="add del mod ord">
          <ac:chgData name="Jesper Buch Poignée" userId="e9c179cb-b07f-48e2-8bc5-99357f35e469" providerId="ADAL" clId="{0FA08CF4-302B-405B-A75E-5DF504EDE4A1}" dt="2026-03-25T11:43:03.028" v="20674" actId="20577"/>
          <ac:spMkLst>
            <pc:docMk/>
            <pc:sldMk cId="1549841972" sldId="298"/>
            <ac:spMk id="4" creationId="{1DB8AFC8-A2A6-D3BE-3F71-BC6ACFC1F686}"/>
          </ac:spMkLst>
        </pc:spChg>
        <pc:spChg chg="add mod ord">
          <ac:chgData name="Jesper Buch Poignée" userId="e9c179cb-b07f-48e2-8bc5-99357f35e469" providerId="ADAL" clId="{0FA08CF4-302B-405B-A75E-5DF504EDE4A1}" dt="2026-03-24T14:59:48.424" v="20564" actId="113"/>
          <ac:spMkLst>
            <pc:docMk/>
            <pc:sldMk cId="1549841972" sldId="298"/>
            <ac:spMk id="5" creationId="{8DB6BA23-43BE-53B9-3E05-D667ADC13D1F}"/>
          </ac:spMkLst>
        </pc:spChg>
        <pc:graphicFrameChg chg="add mod">
          <ac:chgData name="Jesper Buch Poignée" userId="e9c179cb-b07f-48e2-8bc5-99357f35e469" providerId="ADAL" clId="{0FA08CF4-302B-405B-A75E-5DF504EDE4A1}" dt="2026-03-24T14:58:47.998" v="20548"/>
          <ac:graphicFrameMkLst>
            <pc:docMk/>
            <pc:sldMk cId="1549841972" sldId="298"/>
            <ac:graphicFrameMk id="6" creationId="{986EC8DE-0793-FAC8-E434-125CB92F0CF0}"/>
          </ac:graphicFrameMkLst>
        </pc:graphicFrameChg>
      </pc:sldChg>
      <pc:sldChg chg="addSp delSp modSp new mod modClrScheme delAnim modAnim chgLayout">
        <pc:chgData name="Jesper Buch Poignée" userId="e9c179cb-b07f-48e2-8bc5-99357f35e469" providerId="ADAL" clId="{0FA08CF4-302B-405B-A75E-5DF504EDE4A1}" dt="2026-03-25T11:42:46.516" v="20673" actId="12100"/>
        <pc:sldMkLst>
          <pc:docMk/>
          <pc:sldMk cId="2573058796" sldId="299"/>
        </pc:sldMkLst>
        <pc:spChg chg="mod ord">
          <ac:chgData name="Jesper Buch Poignée" userId="e9c179cb-b07f-48e2-8bc5-99357f35e469" providerId="ADAL" clId="{0FA08CF4-302B-405B-A75E-5DF504EDE4A1}" dt="2026-03-25T11:41:17.985" v="20664" actId="26606"/>
          <ac:spMkLst>
            <pc:docMk/>
            <pc:sldMk cId="2573058796" sldId="299"/>
            <ac:spMk id="2" creationId="{F456BB55-9041-DD41-8221-D6EDC90D3D83}"/>
          </ac:spMkLst>
        </pc:spChg>
        <pc:spChg chg="add del mod ord">
          <ac:chgData name="Jesper Buch Poignée" userId="e9c179cb-b07f-48e2-8bc5-99357f35e469" providerId="ADAL" clId="{0FA08CF4-302B-405B-A75E-5DF504EDE4A1}" dt="2026-03-24T15:01:05.363" v="20575" actId="1032"/>
          <ac:spMkLst>
            <pc:docMk/>
            <pc:sldMk cId="2573058796" sldId="299"/>
            <ac:spMk id="3" creationId="{96A50D8C-2A4D-B06C-2265-6EC8912A0D61}"/>
          </ac:spMkLst>
        </pc:spChg>
        <pc:spChg chg="add del">
          <ac:chgData name="Jesper Buch Poignée" userId="e9c179cb-b07f-48e2-8bc5-99357f35e469" providerId="ADAL" clId="{0FA08CF4-302B-405B-A75E-5DF504EDE4A1}" dt="2026-03-24T15:02:15.059" v="20587" actId="3680"/>
          <ac:spMkLst>
            <pc:docMk/>
            <pc:sldMk cId="2573058796" sldId="299"/>
            <ac:spMk id="4" creationId="{4A606FA6-59DB-B7DA-58A9-E3B767DCC889}"/>
          </ac:spMkLst>
        </pc:spChg>
        <pc:spChg chg="add del mod">
          <ac:chgData name="Jesper Buch Poignée" userId="e9c179cb-b07f-48e2-8bc5-99357f35e469" providerId="ADAL" clId="{0FA08CF4-302B-405B-A75E-5DF504EDE4A1}" dt="2026-03-25T11:42:40.182" v="20669" actId="1032"/>
          <ac:spMkLst>
            <pc:docMk/>
            <pc:sldMk cId="2573058796" sldId="299"/>
            <ac:spMk id="4" creationId="{A8A79D87-E203-E5A3-3157-5AFAB2526A90}"/>
          </ac:spMkLst>
        </pc:spChg>
        <pc:spChg chg="add del mod ord">
          <ac:chgData name="Jesper Buch Poignée" userId="e9c179cb-b07f-48e2-8bc5-99357f35e469" providerId="ADAL" clId="{0FA08CF4-302B-405B-A75E-5DF504EDE4A1}" dt="2026-03-24T15:01:00.224" v="20574" actId="700"/>
          <ac:spMkLst>
            <pc:docMk/>
            <pc:sldMk cId="2573058796" sldId="299"/>
            <ac:spMk id="5" creationId="{B2948182-1A9D-872E-C02B-4FE155C5F7A7}"/>
          </ac:spMkLst>
        </pc:spChg>
        <pc:spChg chg="add del mod">
          <ac:chgData name="Jesper Buch Poignée" userId="e9c179cb-b07f-48e2-8bc5-99357f35e469" providerId="ADAL" clId="{0FA08CF4-302B-405B-A75E-5DF504EDE4A1}" dt="2026-03-25T11:41:12.333" v="20663" actId="700"/>
          <ac:spMkLst>
            <pc:docMk/>
            <pc:sldMk cId="2573058796" sldId="299"/>
            <ac:spMk id="9" creationId="{03CFFB5C-4C32-3CB6-0387-3A7B7C620921}"/>
          </ac:spMkLst>
        </pc:spChg>
        <pc:spChg chg="add mod">
          <ac:chgData name="Jesper Buch Poignée" userId="e9c179cb-b07f-48e2-8bc5-99357f35e469" providerId="ADAL" clId="{0FA08CF4-302B-405B-A75E-5DF504EDE4A1}" dt="2026-03-24T15:03:45.939" v="20599" actId="571"/>
          <ac:spMkLst>
            <pc:docMk/>
            <pc:sldMk cId="2573058796" sldId="299"/>
            <ac:spMk id="11" creationId="{28DB0E07-11D6-EE36-E97F-21A82B629ED8}"/>
          </ac:spMkLst>
        </pc:spChg>
        <pc:graphicFrameChg chg="add mod modGraphic">
          <ac:chgData name="Jesper Buch Poignée" userId="e9c179cb-b07f-48e2-8bc5-99357f35e469" providerId="ADAL" clId="{0FA08CF4-302B-405B-A75E-5DF504EDE4A1}" dt="2026-03-25T11:42:46.516" v="20673" actId="12100"/>
          <ac:graphicFrameMkLst>
            <pc:docMk/>
            <pc:sldMk cId="2573058796" sldId="299"/>
            <ac:graphicFrameMk id="5" creationId="{1EDEC350-3842-57EE-4C4F-BE5D1AEFD57D}"/>
          </ac:graphicFrameMkLst>
        </pc:graphicFrameChg>
        <pc:graphicFrameChg chg="add del mod ord modGraphic">
          <ac:chgData name="Jesper Buch Poignée" userId="e9c179cb-b07f-48e2-8bc5-99357f35e469" providerId="ADAL" clId="{0FA08CF4-302B-405B-A75E-5DF504EDE4A1}" dt="2026-03-25T11:42:29.327" v="20668" actId="478"/>
          <ac:graphicFrameMkLst>
            <pc:docMk/>
            <pc:sldMk cId="2573058796" sldId="299"/>
            <ac:graphicFrameMk id="6" creationId="{4EDA6360-F1F1-7B9F-5982-51F2A3E6186A}"/>
          </ac:graphicFrameMkLst>
        </pc:graphicFrameChg>
        <pc:graphicFrameChg chg="add del mod ord modGraphic">
          <ac:chgData name="Jesper Buch Poignée" userId="e9c179cb-b07f-48e2-8bc5-99357f35e469" providerId="ADAL" clId="{0FA08CF4-302B-405B-A75E-5DF504EDE4A1}" dt="2026-03-24T15:02:54.753" v="20591" actId="478"/>
          <ac:graphicFrameMkLst>
            <pc:docMk/>
            <pc:sldMk cId="2573058796" sldId="299"/>
            <ac:graphicFrameMk id="7" creationId="{EFC9E667-F9D1-B7C1-3A09-311BCD1B9A61}"/>
          </ac:graphicFrameMkLst>
        </pc:graphicFrameChg>
        <pc:graphicFrameChg chg="add del mod">
          <ac:chgData name="Jesper Buch Poignée" userId="e9c179cb-b07f-48e2-8bc5-99357f35e469" providerId="ADAL" clId="{0FA08CF4-302B-405B-A75E-5DF504EDE4A1}" dt="2026-03-24T15:05:42.821" v="20628" actId="478"/>
          <ac:graphicFrameMkLst>
            <pc:docMk/>
            <pc:sldMk cId="2573058796" sldId="299"/>
            <ac:graphicFrameMk id="10" creationId="{BB05991C-2226-F69D-A193-DA097384682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24T15:03:45.939" v="20599" actId="571"/>
          <ac:graphicFrameMkLst>
            <pc:docMk/>
            <pc:sldMk cId="2573058796" sldId="299"/>
            <ac:graphicFrameMk id="12" creationId="{D8FB6DB6-EC1E-A102-C16B-15BFE6B17FDF}"/>
          </ac:graphicFrameMkLst>
        </pc:graphicFrameChg>
      </pc:sldChg>
      <pc:sldChg chg="add del">
        <pc:chgData name="Jesper Buch Poignée" userId="e9c179cb-b07f-48e2-8bc5-99357f35e469" providerId="ADAL" clId="{0FA08CF4-302B-405B-A75E-5DF504EDE4A1}" dt="2026-03-24T15:05:13.873" v="20602" actId="2696"/>
        <pc:sldMkLst>
          <pc:docMk/>
          <pc:sldMk cId="1686292764" sldId="300"/>
        </pc:sldMkLst>
      </pc:sldChg>
      <pc:sldChg chg="addSp delSp modSp add mod ord modAnim">
        <pc:chgData name="Jesper Buch Poignée" userId="e9c179cb-b07f-48e2-8bc5-99357f35e469" providerId="ADAL" clId="{0FA08CF4-302B-405B-A75E-5DF504EDE4A1}" dt="2026-03-25T12:08:30.599" v="20720" actId="14100"/>
        <pc:sldMkLst>
          <pc:docMk/>
          <pc:sldMk cId="1514117280" sldId="301"/>
        </pc:sldMkLst>
        <pc:spChg chg="mod">
          <ac:chgData name="Jesper Buch Poignée" userId="e9c179cb-b07f-48e2-8bc5-99357f35e469" providerId="ADAL" clId="{0FA08CF4-302B-405B-A75E-5DF504EDE4A1}" dt="2026-03-25T12:05:43.525" v="20707" actId="20577"/>
          <ac:spMkLst>
            <pc:docMk/>
            <pc:sldMk cId="1514117280" sldId="301"/>
            <ac:spMk id="2" creationId="{F6F3B1C9-CAAC-05F2-F45C-07C8B014C9ED}"/>
          </ac:spMkLst>
        </pc:spChg>
        <pc:spChg chg="add del mod">
          <ac:chgData name="Jesper Buch Poignée" userId="e9c179cb-b07f-48e2-8bc5-99357f35e469" providerId="ADAL" clId="{0FA08CF4-302B-405B-A75E-5DF504EDE4A1}" dt="2026-03-25T12:05:23.601" v="20690" actId="1032"/>
          <ac:spMkLst>
            <pc:docMk/>
            <pc:sldMk cId="1514117280" sldId="301"/>
            <ac:spMk id="4" creationId="{41033121-033F-8A8F-A147-EDAF9FFDBE43}"/>
          </ac:spMkLst>
        </pc:spChg>
        <pc:spChg chg="add del mod">
          <ac:chgData name="Jesper Buch Poignée" userId="e9c179cb-b07f-48e2-8bc5-99357f35e469" providerId="ADAL" clId="{0FA08CF4-302B-405B-A75E-5DF504EDE4A1}" dt="2026-03-25T12:06:50.924" v="20710" actId="478"/>
          <ac:spMkLst>
            <pc:docMk/>
            <pc:sldMk cId="1514117280" sldId="301"/>
            <ac:spMk id="7" creationId="{CEAD47ED-5638-2355-76F9-C50830C0DCB2}"/>
          </ac:spMkLst>
        </pc:spChg>
        <pc:spChg chg="mod">
          <ac:chgData name="Jesper Buch Poignée" userId="e9c179cb-b07f-48e2-8bc5-99357f35e469" providerId="ADAL" clId="{0FA08CF4-302B-405B-A75E-5DF504EDE4A1}" dt="2026-03-25T12:08:13.975" v="20718"/>
          <ac:spMkLst>
            <pc:docMk/>
            <pc:sldMk cId="1514117280" sldId="301"/>
            <ac:spMk id="9" creationId="{7755A61F-00FF-90BB-EFDE-D6275FB38C7C}"/>
          </ac:spMkLst>
        </pc:spChg>
        <pc:graphicFrameChg chg="add mod modGraphic">
          <ac:chgData name="Jesper Buch Poignée" userId="e9c179cb-b07f-48e2-8bc5-99357f35e469" providerId="ADAL" clId="{0FA08CF4-302B-405B-A75E-5DF504EDE4A1}" dt="2026-03-25T12:05:28.865" v="20696"/>
          <ac:graphicFrameMkLst>
            <pc:docMk/>
            <pc:sldMk cId="1514117280" sldId="301"/>
            <ac:graphicFrameMk id="3" creationId="{12CBFC82-2805-6F0F-AC65-02BCA8F64BCC}"/>
          </ac:graphicFrameMkLst>
        </pc:graphicFrameChg>
        <pc:graphicFrameChg chg="del mod">
          <ac:chgData name="Jesper Buch Poignée" userId="e9c179cb-b07f-48e2-8bc5-99357f35e469" providerId="ADAL" clId="{0FA08CF4-302B-405B-A75E-5DF504EDE4A1}" dt="2026-03-24T15:05:28.279" v="20626" actId="478"/>
          <ac:graphicFrameMkLst>
            <pc:docMk/>
            <pc:sldMk cId="1514117280" sldId="301"/>
            <ac:graphicFrameMk id="6" creationId="{035F6D03-21CE-CC71-1381-634DD783F7F3}"/>
          </ac:graphicFrameMkLst>
        </pc:graphicFrameChg>
        <pc:graphicFrameChg chg="mod">
          <ac:chgData name="Jesper Buch Poignée" userId="e9c179cb-b07f-48e2-8bc5-99357f35e469" providerId="ADAL" clId="{0FA08CF4-302B-405B-A75E-5DF504EDE4A1}" dt="2026-03-25T12:08:25.608" v="20719" actId="1076"/>
          <ac:graphicFrameMkLst>
            <pc:docMk/>
            <pc:sldMk cId="1514117280" sldId="301"/>
            <ac:graphicFrameMk id="10" creationId="{CAA9B0FA-E8F6-EA33-215E-88C7C943EBB7}"/>
          </ac:graphicFrameMkLst>
        </pc:graphicFrameChg>
        <pc:picChg chg="add mod">
          <ac:chgData name="Jesper Buch Poignée" userId="e9c179cb-b07f-48e2-8bc5-99357f35e469" providerId="ADAL" clId="{0FA08CF4-302B-405B-A75E-5DF504EDE4A1}" dt="2026-03-25T12:08:30.599" v="20720" actId="14100"/>
          <ac:picMkLst>
            <pc:docMk/>
            <pc:sldMk cId="1514117280" sldId="301"/>
            <ac:picMk id="6" creationId="{13265DFF-5A8B-2214-CFFA-1986D16E26C0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25T12:09:21.557" v="20730" actId="13782"/>
        <pc:sldMkLst>
          <pc:docMk/>
          <pc:sldMk cId="916147352" sldId="302"/>
        </pc:sldMkLst>
        <pc:spChg chg="mod ord">
          <ac:chgData name="Jesper Buch Poignée" userId="e9c179cb-b07f-48e2-8bc5-99357f35e469" providerId="ADAL" clId="{0FA08CF4-302B-405B-A75E-5DF504EDE4A1}" dt="2026-03-25T12:09:16.966" v="20729" actId="26606"/>
          <ac:spMkLst>
            <pc:docMk/>
            <pc:sldMk cId="916147352" sldId="302"/>
            <ac:spMk id="2" creationId="{E7A46A01-C308-7C1F-E387-FB9F6A530293}"/>
          </ac:spMkLst>
        </pc:spChg>
        <pc:spChg chg="del">
          <ac:chgData name="Jesper Buch Poignée" userId="e9c179cb-b07f-48e2-8bc5-99357f35e469" providerId="ADAL" clId="{0FA08CF4-302B-405B-A75E-5DF504EDE4A1}" dt="2026-03-24T15:06:43.030" v="20634" actId="1032"/>
          <ac:spMkLst>
            <pc:docMk/>
            <pc:sldMk cId="916147352" sldId="302"/>
            <ac:spMk id="3" creationId="{D2E9E302-943C-5FB0-1220-9AC026C7E81B}"/>
          </ac:spMkLst>
        </pc:spChg>
        <pc:spChg chg="del mod">
          <ac:chgData name="Jesper Buch Poignée" userId="e9c179cb-b07f-48e2-8bc5-99357f35e469" providerId="ADAL" clId="{0FA08CF4-302B-405B-A75E-5DF504EDE4A1}" dt="2026-03-25T12:09:05.030" v="20727" actId="700"/>
          <ac:spMkLst>
            <pc:docMk/>
            <pc:sldMk cId="916147352" sldId="302"/>
            <ac:spMk id="4" creationId="{618C2146-01EC-6200-842E-C9A5F0EDD4E8}"/>
          </ac:spMkLst>
        </pc:spChg>
        <pc:graphicFrameChg chg="add mod ord modGraphic">
          <ac:chgData name="Jesper Buch Poignée" userId="e9c179cb-b07f-48e2-8bc5-99357f35e469" providerId="ADAL" clId="{0FA08CF4-302B-405B-A75E-5DF504EDE4A1}" dt="2026-03-25T12:09:21.557" v="20730" actId="13782"/>
          <ac:graphicFrameMkLst>
            <pc:docMk/>
            <pc:sldMk cId="916147352" sldId="302"/>
            <ac:graphicFrameMk id="5" creationId="{88F1B81A-914C-04DE-A235-64F00FFC5943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24T15:07:23.304" v="20650"/>
          <ac:graphicFrameMkLst>
            <pc:docMk/>
            <pc:sldMk cId="916147352" sldId="302"/>
            <ac:graphicFrameMk id="6" creationId="{982BCDC8-3072-04DE-E9D6-9DBA6965932E}"/>
          </ac:graphicFrameMkLst>
        </pc:graphicFrameChg>
      </pc:sldChg>
      <pc:sldChg chg="addSp delSp modSp new del mod modClrScheme chgLayout">
        <pc:chgData name="Jesper Buch Poignée" userId="e9c179cb-b07f-48e2-8bc5-99357f35e469" providerId="ADAL" clId="{0FA08CF4-302B-405B-A75E-5DF504EDE4A1}" dt="2026-03-25T12:07:35.671" v="20712" actId="2696"/>
        <pc:sldMkLst>
          <pc:docMk/>
          <pc:sldMk cId="73746813" sldId="303"/>
        </pc:sldMkLst>
        <pc:spChg chg="mod ord">
          <ac:chgData name="Jesper Buch Poignée" userId="e9c179cb-b07f-48e2-8bc5-99357f35e469" providerId="ADAL" clId="{0FA08CF4-302B-405B-A75E-5DF504EDE4A1}" dt="2026-03-25T12:04:41.779" v="20677" actId="700"/>
          <ac:spMkLst>
            <pc:docMk/>
            <pc:sldMk cId="73746813" sldId="303"/>
            <ac:spMk id="2" creationId="{8C7BEB66-FAA5-FE66-873C-DD01FC304D19}"/>
          </ac:spMkLst>
        </pc:spChg>
        <pc:spChg chg="del mod ord">
          <ac:chgData name="Jesper Buch Poignée" userId="e9c179cb-b07f-48e2-8bc5-99357f35e469" providerId="ADAL" clId="{0FA08CF4-302B-405B-A75E-5DF504EDE4A1}" dt="2026-03-25T12:04:41.779" v="20677" actId="700"/>
          <ac:spMkLst>
            <pc:docMk/>
            <pc:sldMk cId="73746813" sldId="303"/>
            <ac:spMk id="3" creationId="{E6A2F1B5-8946-480A-DF81-6A9E001BC9BF}"/>
          </ac:spMkLst>
        </pc:spChg>
        <pc:spChg chg="del">
          <ac:chgData name="Jesper Buch Poignée" userId="e9c179cb-b07f-48e2-8bc5-99357f35e469" providerId="ADAL" clId="{0FA08CF4-302B-405B-A75E-5DF504EDE4A1}" dt="2026-03-25T12:04:41.779" v="20677" actId="700"/>
          <ac:spMkLst>
            <pc:docMk/>
            <pc:sldMk cId="73746813" sldId="303"/>
            <ac:spMk id="4" creationId="{6CC4B26C-4A4D-77E8-CE8D-D57B50D52805}"/>
          </ac:spMkLst>
        </pc:spChg>
        <pc:spChg chg="add del mod ord">
          <ac:chgData name="Jesper Buch Poignée" userId="e9c179cb-b07f-48e2-8bc5-99357f35e469" providerId="ADAL" clId="{0FA08CF4-302B-405B-A75E-5DF504EDE4A1}" dt="2026-03-25T12:04:44.566" v="20678" actId="1032"/>
          <ac:spMkLst>
            <pc:docMk/>
            <pc:sldMk cId="73746813" sldId="303"/>
            <ac:spMk id="5" creationId="{0C74E635-9DA5-0377-4B5E-B8ACAA91D2C5}"/>
          </ac:spMkLst>
        </pc:spChg>
        <pc:graphicFrameChg chg="add mod modGraphic">
          <ac:chgData name="Jesper Buch Poignée" userId="e9c179cb-b07f-48e2-8bc5-99357f35e469" providerId="ADAL" clId="{0FA08CF4-302B-405B-A75E-5DF504EDE4A1}" dt="2026-03-25T12:04:59.031" v="20689" actId="20577"/>
          <ac:graphicFrameMkLst>
            <pc:docMk/>
            <pc:sldMk cId="73746813" sldId="303"/>
            <ac:graphicFrameMk id="6" creationId="{FAF0D089-ADD3-6558-AFEB-27F85AC3C98C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3-25T12:11:52.010" v="20754" actId="20577"/>
        <pc:sldMkLst>
          <pc:docMk/>
          <pc:sldMk cId="539588068" sldId="303"/>
        </pc:sldMkLst>
        <pc:spChg chg="mod">
          <ac:chgData name="Jesper Buch Poignée" userId="e9c179cb-b07f-48e2-8bc5-99357f35e469" providerId="ADAL" clId="{0FA08CF4-302B-405B-A75E-5DF504EDE4A1}" dt="2026-03-25T12:09:45.147" v="20732"/>
          <ac:spMkLst>
            <pc:docMk/>
            <pc:sldMk cId="539588068" sldId="303"/>
            <ac:spMk id="2" creationId="{26240E81-01E5-3687-8A95-AFFD49E7E487}"/>
          </ac:spMkLst>
        </pc:spChg>
        <pc:spChg chg="mod">
          <ac:chgData name="Jesper Buch Poignée" userId="e9c179cb-b07f-48e2-8bc5-99357f35e469" providerId="ADAL" clId="{0FA08CF4-302B-405B-A75E-5DF504EDE4A1}" dt="2026-03-25T12:11:52.010" v="20754" actId="20577"/>
          <ac:spMkLst>
            <pc:docMk/>
            <pc:sldMk cId="539588068" sldId="303"/>
            <ac:spMk id="3" creationId="{01355898-26FE-C69C-87BE-15D5978A669A}"/>
          </ac:spMkLst>
        </pc:spChg>
        <pc:spChg chg="add del">
          <ac:chgData name="Jesper Buch Poignée" userId="e9c179cb-b07f-48e2-8bc5-99357f35e469" providerId="ADAL" clId="{0FA08CF4-302B-405B-A75E-5DF504EDE4A1}" dt="2026-03-25T12:10:32.833" v="20744" actId="3680"/>
          <ac:spMkLst>
            <pc:docMk/>
            <pc:sldMk cId="539588068" sldId="303"/>
            <ac:spMk id="4" creationId="{29B5E6E1-F31D-FC24-6467-FDFA354D50B9}"/>
          </ac:spMkLst>
        </pc:spChg>
        <pc:graphicFrameChg chg="add mod">
          <ac:chgData name="Jesper Buch Poignée" userId="e9c179cb-b07f-48e2-8bc5-99357f35e469" providerId="ADAL" clId="{0FA08CF4-302B-405B-A75E-5DF504EDE4A1}" dt="2026-03-25T12:10:13.794" v="20739"/>
          <ac:graphicFrameMkLst>
            <pc:docMk/>
            <pc:sldMk cId="539588068" sldId="303"/>
            <ac:graphicFrameMk id="5" creationId="{C3C8906A-C731-D218-9336-1A41B0C8D3B3}"/>
          </ac:graphicFrameMkLst>
        </pc:graphicFrameChg>
        <pc:graphicFrameChg chg="add mod ord modGraphic">
          <ac:chgData name="Jesper Buch Poignée" userId="e9c179cb-b07f-48e2-8bc5-99357f35e469" providerId="ADAL" clId="{0FA08CF4-302B-405B-A75E-5DF504EDE4A1}" dt="2026-03-25T12:10:41.380" v="20747" actId="2165"/>
          <ac:graphicFrameMkLst>
            <pc:docMk/>
            <pc:sldMk cId="539588068" sldId="303"/>
            <ac:graphicFrameMk id="6" creationId="{D6AEB31B-93F0-3A22-BB03-F26D2DF6B17D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25T12:10:35.655" v="20745"/>
          <ac:graphicFrameMkLst>
            <pc:docMk/>
            <pc:sldMk cId="539588068" sldId="303"/>
            <ac:graphicFrameMk id="7" creationId="{E472FE95-B3DE-11FA-857C-7AF59401A058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3-25T13:30:35.357" v="20860" actId="20577"/>
        <pc:sldMkLst>
          <pc:docMk/>
          <pc:sldMk cId="1721519737" sldId="304"/>
        </pc:sldMkLst>
        <pc:spChg chg="mod ord">
          <ac:chgData name="Jesper Buch Poignée" userId="e9c179cb-b07f-48e2-8bc5-99357f35e469" providerId="ADAL" clId="{0FA08CF4-302B-405B-A75E-5DF504EDE4A1}" dt="2026-03-25T13:29:51.487" v="20841" actId="20577"/>
          <ac:spMkLst>
            <pc:docMk/>
            <pc:sldMk cId="1721519737" sldId="304"/>
            <ac:spMk id="2" creationId="{33A2C6DB-449B-4A4D-3161-DB4A5DC62227}"/>
          </ac:spMkLst>
        </pc:spChg>
        <pc:spChg chg="del mod ord">
          <ac:chgData name="Jesper Buch Poignée" userId="e9c179cb-b07f-48e2-8bc5-99357f35e469" providerId="ADAL" clId="{0FA08CF4-302B-405B-A75E-5DF504EDE4A1}" dt="2026-03-25T13:16:26.507" v="20757" actId="700"/>
          <ac:spMkLst>
            <pc:docMk/>
            <pc:sldMk cId="1721519737" sldId="304"/>
            <ac:spMk id="3" creationId="{7EEE5289-1F75-19F1-BD60-355EC55D590B}"/>
          </ac:spMkLst>
        </pc:spChg>
        <pc:spChg chg="del mod ord">
          <ac:chgData name="Jesper Buch Poignée" userId="e9c179cb-b07f-48e2-8bc5-99357f35e469" providerId="ADAL" clId="{0FA08CF4-302B-405B-A75E-5DF504EDE4A1}" dt="2026-03-25T13:16:26.507" v="20757" actId="700"/>
          <ac:spMkLst>
            <pc:docMk/>
            <pc:sldMk cId="1721519737" sldId="304"/>
            <ac:spMk id="4" creationId="{30351170-D8F6-E2A7-EE20-0ABBC17F72B9}"/>
          </ac:spMkLst>
        </pc:spChg>
        <pc:spChg chg="add mod ord">
          <ac:chgData name="Jesper Buch Poignée" userId="e9c179cb-b07f-48e2-8bc5-99357f35e469" providerId="ADAL" clId="{0FA08CF4-302B-405B-A75E-5DF504EDE4A1}" dt="2026-03-25T13:29:05.848" v="20825" actId="20577"/>
          <ac:spMkLst>
            <pc:docMk/>
            <pc:sldMk cId="1721519737" sldId="304"/>
            <ac:spMk id="5" creationId="{A8821329-7861-3BFF-00FB-36A48233E382}"/>
          </ac:spMkLst>
        </pc:spChg>
        <pc:spChg chg="add mod ord">
          <ac:chgData name="Jesper Buch Poignée" userId="e9c179cb-b07f-48e2-8bc5-99357f35e469" providerId="ADAL" clId="{0FA08CF4-302B-405B-A75E-5DF504EDE4A1}" dt="2026-03-25T13:28:53.839" v="20808"/>
          <ac:spMkLst>
            <pc:docMk/>
            <pc:sldMk cId="1721519737" sldId="304"/>
            <ac:spMk id="6" creationId="{5B767C78-BBC2-4BE6-568A-79653EF86DD4}"/>
          </ac:spMkLst>
        </pc:spChg>
        <pc:spChg chg="add mod ord">
          <ac:chgData name="Jesper Buch Poignée" userId="e9c179cb-b07f-48e2-8bc5-99357f35e469" providerId="ADAL" clId="{0FA08CF4-302B-405B-A75E-5DF504EDE4A1}" dt="2026-03-25T13:16:46.054" v="20762"/>
          <ac:spMkLst>
            <pc:docMk/>
            <pc:sldMk cId="1721519737" sldId="304"/>
            <ac:spMk id="7" creationId="{DC34A414-3627-E5B0-4B96-542528F27E7E}"/>
          </ac:spMkLst>
        </pc:spChg>
        <pc:spChg chg="add mod ord">
          <ac:chgData name="Jesper Buch Poignée" userId="e9c179cb-b07f-48e2-8bc5-99357f35e469" providerId="ADAL" clId="{0FA08CF4-302B-405B-A75E-5DF504EDE4A1}" dt="2026-03-25T13:30:35.357" v="20860" actId="20577"/>
          <ac:spMkLst>
            <pc:docMk/>
            <pc:sldMk cId="1721519737" sldId="304"/>
            <ac:spMk id="8" creationId="{D97C2110-61E2-BD04-E27B-934B3758AEFF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3-25T13:36:49.190" v="20886"/>
        <pc:sldMkLst>
          <pc:docMk/>
          <pc:sldMk cId="3497862193" sldId="305"/>
        </pc:sldMkLst>
        <pc:spChg chg="mod ord">
          <ac:chgData name="Jesper Buch Poignée" userId="e9c179cb-b07f-48e2-8bc5-99357f35e469" providerId="ADAL" clId="{0FA08CF4-302B-405B-A75E-5DF504EDE4A1}" dt="2026-03-25T13:31:01.795" v="20865" actId="700"/>
          <ac:spMkLst>
            <pc:docMk/>
            <pc:sldMk cId="3497862193" sldId="305"/>
            <ac:spMk id="2" creationId="{0C4A969D-4DE4-C81F-055D-55DBC6720ED1}"/>
          </ac:spMkLst>
        </pc:spChg>
        <pc:spChg chg="del">
          <ac:chgData name="Jesper Buch Poignée" userId="e9c179cb-b07f-48e2-8bc5-99357f35e469" providerId="ADAL" clId="{0FA08CF4-302B-405B-A75E-5DF504EDE4A1}" dt="2026-03-25T13:31:01.795" v="20865" actId="700"/>
          <ac:spMkLst>
            <pc:docMk/>
            <pc:sldMk cId="3497862193" sldId="305"/>
            <ac:spMk id="3" creationId="{88D45D1D-6891-9CAF-F211-B15543D070DC}"/>
          </ac:spMkLst>
        </pc:spChg>
        <pc:spChg chg="del mod ord">
          <ac:chgData name="Jesper Buch Poignée" userId="e9c179cb-b07f-48e2-8bc5-99357f35e469" providerId="ADAL" clId="{0FA08CF4-302B-405B-A75E-5DF504EDE4A1}" dt="2026-03-25T13:31:01.795" v="20865" actId="700"/>
          <ac:spMkLst>
            <pc:docMk/>
            <pc:sldMk cId="3497862193" sldId="305"/>
            <ac:spMk id="4" creationId="{09CBF2D7-2F27-5FC4-3B30-76F6BF555B6F}"/>
          </ac:spMkLst>
        </pc:spChg>
        <pc:spChg chg="del">
          <ac:chgData name="Jesper Buch Poignée" userId="e9c179cb-b07f-48e2-8bc5-99357f35e469" providerId="ADAL" clId="{0FA08CF4-302B-405B-A75E-5DF504EDE4A1}" dt="2026-03-25T13:31:01.795" v="20865" actId="700"/>
          <ac:spMkLst>
            <pc:docMk/>
            <pc:sldMk cId="3497862193" sldId="305"/>
            <ac:spMk id="5" creationId="{FA98098A-4213-B791-7D85-B7C004C6E7B9}"/>
          </ac:spMkLst>
        </pc:spChg>
        <pc:spChg chg="del">
          <ac:chgData name="Jesper Buch Poignée" userId="e9c179cb-b07f-48e2-8bc5-99357f35e469" providerId="ADAL" clId="{0FA08CF4-302B-405B-A75E-5DF504EDE4A1}" dt="2026-03-25T13:31:01.795" v="20865" actId="700"/>
          <ac:spMkLst>
            <pc:docMk/>
            <pc:sldMk cId="3497862193" sldId="305"/>
            <ac:spMk id="6" creationId="{10BBA828-1823-80DB-105B-996B11E0A578}"/>
          </ac:spMkLst>
        </pc:spChg>
        <pc:spChg chg="add del mod ord">
          <ac:chgData name="Jesper Buch Poignée" userId="e9c179cb-b07f-48e2-8bc5-99357f35e469" providerId="ADAL" clId="{0FA08CF4-302B-405B-A75E-5DF504EDE4A1}" dt="2026-03-25T13:31:10.251" v="20866" actId="1032"/>
          <ac:spMkLst>
            <pc:docMk/>
            <pc:sldMk cId="3497862193" sldId="305"/>
            <ac:spMk id="7" creationId="{B00529F8-C5C6-8FCA-FCB5-2D3F3EEAA5E0}"/>
          </ac:spMkLst>
        </pc:spChg>
        <pc:graphicFrameChg chg="add mod modGraphic">
          <ac:chgData name="Jesper Buch Poignée" userId="e9c179cb-b07f-48e2-8bc5-99357f35e469" providerId="ADAL" clId="{0FA08CF4-302B-405B-A75E-5DF504EDE4A1}" dt="2026-03-25T13:31:29.347" v="20881" actId="113"/>
          <ac:graphicFrameMkLst>
            <pc:docMk/>
            <pc:sldMk cId="3497862193" sldId="305"/>
            <ac:graphicFrameMk id="8" creationId="{03B1BDD1-2FF3-4E7A-E93C-9970EB8E9E5D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3-25T13:56:00.222" v="20913" actId="20577"/>
        <pc:sldMkLst>
          <pc:docMk/>
          <pc:sldMk cId="3417757660" sldId="306"/>
        </pc:sldMkLst>
        <pc:spChg chg="mod ord">
          <ac:chgData name="Jesper Buch Poignée" userId="e9c179cb-b07f-48e2-8bc5-99357f35e469" providerId="ADAL" clId="{0FA08CF4-302B-405B-A75E-5DF504EDE4A1}" dt="2026-03-25T13:55:24.852" v="20895" actId="700"/>
          <ac:spMkLst>
            <pc:docMk/>
            <pc:sldMk cId="3417757660" sldId="306"/>
            <ac:spMk id="2" creationId="{457A193A-1BDA-577E-B970-1B9A56B1D59F}"/>
          </ac:spMkLst>
        </pc:spChg>
        <pc:spChg chg="del">
          <ac:chgData name="Jesper Buch Poignée" userId="e9c179cb-b07f-48e2-8bc5-99357f35e469" providerId="ADAL" clId="{0FA08CF4-302B-405B-A75E-5DF504EDE4A1}" dt="2026-03-25T13:55:24.852" v="20895" actId="700"/>
          <ac:spMkLst>
            <pc:docMk/>
            <pc:sldMk cId="3417757660" sldId="306"/>
            <ac:spMk id="3" creationId="{F66A25E5-0B3E-9501-89C6-FC98A6AC1C8C}"/>
          </ac:spMkLst>
        </pc:spChg>
        <pc:spChg chg="del mod ord">
          <ac:chgData name="Jesper Buch Poignée" userId="e9c179cb-b07f-48e2-8bc5-99357f35e469" providerId="ADAL" clId="{0FA08CF4-302B-405B-A75E-5DF504EDE4A1}" dt="2026-03-25T13:55:24.852" v="20895" actId="700"/>
          <ac:spMkLst>
            <pc:docMk/>
            <pc:sldMk cId="3417757660" sldId="306"/>
            <ac:spMk id="4" creationId="{FA8144B8-93D6-F2C3-E2F3-DA69270FDB4F}"/>
          </ac:spMkLst>
        </pc:spChg>
        <pc:spChg chg="del">
          <ac:chgData name="Jesper Buch Poignée" userId="e9c179cb-b07f-48e2-8bc5-99357f35e469" providerId="ADAL" clId="{0FA08CF4-302B-405B-A75E-5DF504EDE4A1}" dt="2026-03-25T13:55:24.852" v="20895" actId="700"/>
          <ac:spMkLst>
            <pc:docMk/>
            <pc:sldMk cId="3417757660" sldId="306"/>
            <ac:spMk id="5" creationId="{31E628A0-68F6-2D3B-10FF-B105473FCFEF}"/>
          </ac:spMkLst>
        </pc:spChg>
        <pc:spChg chg="del">
          <ac:chgData name="Jesper Buch Poignée" userId="e9c179cb-b07f-48e2-8bc5-99357f35e469" providerId="ADAL" clId="{0FA08CF4-302B-405B-A75E-5DF504EDE4A1}" dt="2026-03-25T13:55:24.852" v="20895" actId="700"/>
          <ac:spMkLst>
            <pc:docMk/>
            <pc:sldMk cId="3417757660" sldId="306"/>
            <ac:spMk id="6" creationId="{11D38836-F261-D6D4-D096-8A7B73F15101}"/>
          </ac:spMkLst>
        </pc:spChg>
        <pc:spChg chg="add mod ord">
          <ac:chgData name="Jesper Buch Poignée" userId="e9c179cb-b07f-48e2-8bc5-99357f35e469" providerId="ADAL" clId="{0FA08CF4-302B-405B-A75E-5DF504EDE4A1}" dt="2026-03-25T13:56:00.222" v="20913" actId="20577"/>
          <ac:spMkLst>
            <pc:docMk/>
            <pc:sldMk cId="3417757660" sldId="306"/>
            <ac:spMk id="7" creationId="{0E086771-6F8C-BEBA-15DB-0EE8B3120869}"/>
          </ac:spMkLst>
        </pc:spChg>
      </pc:sldChg>
      <pc:sldChg chg="addSp delSp modSp new del mod ord modClrScheme chgLayout">
        <pc:chgData name="Jesper Buch Poignée" userId="e9c179cb-b07f-48e2-8bc5-99357f35e469" providerId="ADAL" clId="{0FA08CF4-302B-405B-A75E-5DF504EDE4A1}" dt="2026-03-24T11:38:38.660" v="20443" actId="2696"/>
        <pc:sldMkLst>
          <pc:docMk/>
          <pc:sldMk cId="723569673" sldId="314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110287276" sldId="315"/>
        </pc:sldMkLst>
      </pc:sldChg>
      <pc:sldChg chg="addSp delSp modSp new del mod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2192352060" sldId="316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873284072" sldId="317"/>
        </pc:sldMkLst>
      </pc:sldChg>
      <pc:sldChg chg="modSp add del mod ord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280256724" sldId="319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1882636200" sldId="321"/>
        </pc:sldMkLst>
      </pc:sldChg>
      <pc:sldChg chg="modSp add del mod ord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302711296" sldId="322"/>
        </pc:sldMkLst>
      </pc:sldChg>
      <pc:sldChg chg="addSp delSp modSp new del mod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359552876" sldId="323"/>
        </pc:sldMkLst>
      </pc:sldChg>
      <pc:sldChg chg="modSp new del mod ord">
        <pc:chgData name="Jesper Buch Poignée" userId="e9c179cb-b07f-48e2-8bc5-99357f35e469" providerId="ADAL" clId="{0FA08CF4-302B-405B-A75E-5DF504EDE4A1}" dt="2026-03-24T11:38:07.294" v="20439" actId="2696"/>
        <pc:sldMkLst>
          <pc:docMk/>
          <pc:sldMk cId="1566870915" sldId="32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2268C5-E3BC-4AF6-807B-0A4B206DBFAC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A38F770D-6087-4917-A11E-8A2B51ECFDDF}">
      <dgm:prSet/>
      <dgm:spPr/>
      <dgm:t>
        <a:bodyPr/>
        <a:lstStyle/>
        <a:p>
          <a:pPr>
            <a:buNone/>
          </a:pPr>
          <a:r>
            <a:rPr lang="da-DK" b="0" i="0"/>
            <a:t>Passende og forståeligt fagligt niveau</a:t>
          </a:r>
        </a:p>
      </dgm:t>
    </dgm:pt>
    <dgm:pt modelId="{D391B004-AF4D-4A00-954A-A311B78968F1}" type="parTrans" cxnId="{1582AD63-BAD4-47DF-802E-F2BC253F54B9}">
      <dgm:prSet/>
      <dgm:spPr/>
      <dgm:t>
        <a:bodyPr/>
        <a:lstStyle/>
        <a:p>
          <a:endParaRPr lang="da-DK"/>
        </a:p>
      </dgm:t>
    </dgm:pt>
    <dgm:pt modelId="{F0C9B37E-1C54-4C33-8966-508D8C779F15}" type="sibTrans" cxnId="{1582AD63-BAD4-47DF-802E-F2BC253F54B9}">
      <dgm:prSet/>
      <dgm:spPr/>
      <dgm:t>
        <a:bodyPr/>
        <a:lstStyle/>
        <a:p>
          <a:endParaRPr lang="da-DK"/>
        </a:p>
      </dgm:t>
    </dgm:pt>
    <dgm:pt modelId="{26382904-FC24-4AD6-8336-C87CEEB6B470}">
      <dgm:prSet/>
      <dgm:spPr/>
      <dgm:t>
        <a:bodyPr/>
        <a:lstStyle/>
        <a:p>
          <a:pPr>
            <a:buNone/>
          </a:pPr>
          <a:r>
            <a:rPr lang="da-DK" b="0" i="0" dirty="0"/>
            <a:t>Velstruktureret undervisning</a:t>
          </a:r>
          <a:endParaRPr lang="da-DK" dirty="0"/>
        </a:p>
      </dgm:t>
    </dgm:pt>
    <dgm:pt modelId="{4E30B7A1-1B0A-484F-B851-9CD4300D825B}" type="parTrans" cxnId="{A4DE9082-6214-4BB8-8BC4-8F8A2F097F12}">
      <dgm:prSet/>
      <dgm:spPr/>
      <dgm:t>
        <a:bodyPr/>
        <a:lstStyle/>
        <a:p>
          <a:endParaRPr lang="da-DK"/>
        </a:p>
      </dgm:t>
    </dgm:pt>
    <dgm:pt modelId="{94174705-81AC-40CB-8A3D-C6A186EE92A9}" type="sibTrans" cxnId="{A4DE9082-6214-4BB8-8BC4-8F8A2F097F12}">
      <dgm:prSet/>
      <dgm:spPr/>
      <dgm:t>
        <a:bodyPr/>
        <a:lstStyle/>
        <a:p>
          <a:endParaRPr lang="da-DK"/>
        </a:p>
      </dgm:t>
    </dgm:pt>
    <dgm:pt modelId="{F2C0575C-1F67-4E16-A5AD-B42FE76F5771}">
      <dgm:prSet/>
      <dgm:spPr/>
      <dgm:t>
        <a:bodyPr/>
        <a:lstStyle/>
        <a:p>
          <a:pPr>
            <a:buNone/>
          </a:pPr>
          <a:r>
            <a:rPr lang="da-DK" b="0" i="0" dirty="0"/>
            <a:t>Gruppearbejde giver værdi</a:t>
          </a:r>
          <a:endParaRPr lang="da-DK" dirty="0"/>
        </a:p>
      </dgm:t>
    </dgm:pt>
    <dgm:pt modelId="{35E79CBD-2FBC-4097-8F4B-BFCCF8EAD866}" type="parTrans" cxnId="{909DEA93-96D9-4A77-9B61-86E1D8BE7FFE}">
      <dgm:prSet/>
      <dgm:spPr/>
      <dgm:t>
        <a:bodyPr/>
        <a:lstStyle/>
        <a:p>
          <a:endParaRPr lang="da-DK"/>
        </a:p>
      </dgm:t>
    </dgm:pt>
    <dgm:pt modelId="{F29F8993-D035-42B4-8D9E-80E0B25F9B20}" type="sibTrans" cxnId="{909DEA93-96D9-4A77-9B61-86E1D8BE7FFE}">
      <dgm:prSet/>
      <dgm:spPr/>
      <dgm:t>
        <a:bodyPr/>
        <a:lstStyle/>
        <a:p>
          <a:endParaRPr lang="da-DK"/>
        </a:p>
      </dgm:t>
    </dgm:pt>
    <dgm:pt modelId="{571DCE2D-6DE8-4C6C-A0F6-0114969AB53E}">
      <dgm:prSet/>
      <dgm:spPr/>
      <dgm:t>
        <a:bodyPr/>
        <a:lstStyle/>
        <a:p>
          <a:pPr>
            <a:buNone/>
          </a:pPr>
          <a:r>
            <a:rPr lang="da-DK" b="0" i="0" dirty="0"/>
            <a:t>God balance mellem oplæg </a:t>
          </a:r>
          <a:r>
            <a:rPr lang="da-DK" b="0" i="0"/>
            <a:t>og øvelser</a:t>
          </a:r>
          <a:endParaRPr lang="da-DK" dirty="0"/>
        </a:p>
      </dgm:t>
    </dgm:pt>
    <dgm:pt modelId="{F0676606-3AB8-4C76-961E-416B9ABC12E8}" type="parTrans" cxnId="{40802424-0CE9-43B1-829D-4B45340B352B}">
      <dgm:prSet/>
      <dgm:spPr/>
      <dgm:t>
        <a:bodyPr/>
        <a:lstStyle/>
        <a:p>
          <a:endParaRPr lang="da-DK"/>
        </a:p>
      </dgm:t>
    </dgm:pt>
    <dgm:pt modelId="{F597E181-B998-4592-A76C-CE7CB4509EFD}" type="sibTrans" cxnId="{40802424-0CE9-43B1-829D-4B45340B352B}">
      <dgm:prSet/>
      <dgm:spPr/>
      <dgm:t>
        <a:bodyPr/>
        <a:lstStyle/>
        <a:p>
          <a:endParaRPr lang="da-DK"/>
        </a:p>
      </dgm:t>
    </dgm:pt>
    <dgm:pt modelId="{569E2FC0-8706-41D3-B56D-56A1AE8110B0}">
      <dgm:prSet/>
      <dgm:spPr/>
      <dgm:t>
        <a:bodyPr/>
        <a:lstStyle/>
        <a:p>
          <a:pPr>
            <a:buNone/>
          </a:pPr>
          <a:r>
            <a:rPr lang="da-DK" b="0" i="0" dirty="0"/>
            <a:t>Undervisningsformen opleves meningsfuld</a:t>
          </a:r>
          <a:endParaRPr lang="da-DK" dirty="0"/>
        </a:p>
      </dgm:t>
    </dgm:pt>
    <dgm:pt modelId="{6CBC807C-782E-45E2-B39B-68F0D11782DF}" type="parTrans" cxnId="{5664F12C-97F5-46C4-84EF-1387D958A3B2}">
      <dgm:prSet/>
      <dgm:spPr/>
      <dgm:t>
        <a:bodyPr/>
        <a:lstStyle/>
        <a:p>
          <a:endParaRPr lang="da-DK"/>
        </a:p>
      </dgm:t>
    </dgm:pt>
    <dgm:pt modelId="{F0C99805-6CF3-4E26-8DDB-7DFF4DD0B2E6}" type="sibTrans" cxnId="{5664F12C-97F5-46C4-84EF-1387D958A3B2}">
      <dgm:prSet/>
      <dgm:spPr/>
      <dgm:t>
        <a:bodyPr/>
        <a:lstStyle/>
        <a:p>
          <a:endParaRPr lang="da-DK"/>
        </a:p>
      </dgm:t>
    </dgm:pt>
    <dgm:pt modelId="{2692208C-2313-4838-A5CB-8BC9D57642A7}" type="pres">
      <dgm:prSet presAssocID="{662268C5-E3BC-4AF6-807B-0A4B206DBFAC}" presName="linear" presStyleCnt="0">
        <dgm:presLayoutVars>
          <dgm:animLvl val="lvl"/>
          <dgm:resizeHandles val="exact"/>
        </dgm:presLayoutVars>
      </dgm:prSet>
      <dgm:spPr/>
    </dgm:pt>
    <dgm:pt modelId="{2DB48F52-E815-4009-AA7A-8F4D30AAD29F}" type="pres">
      <dgm:prSet presAssocID="{A38F770D-6087-4917-A11E-8A2B51ECFDD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D1D2B65-E946-4CD4-A90A-2BD9E006842E}" type="pres">
      <dgm:prSet presAssocID="{F0C9B37E-1C54-4C33-8966-508D8C779F15}" presName="spacer" presStyleCnt="0"/>
      <dgm:spPr/>
    </dgm:pt>
    <dgm:pt modelId="{194A8F10-C6B2-41B2-90C2-F3D3E1676396}" type="pres">
      <dgm:prSet presAssocID="{26382904-FC24-4AD6-8336-C87CEEB6B4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57AF608-8EB3-4E8D-A6AE-5772270D7121}" type="pres">
      <dgm:prSet presAssocID="{94174705-81AC-40CB-8A3D-C6A186EE92A9}" presName="spacer" presStyleCnt="0"/>
      <dgm:spPr/>
    </dgm:pt>
    <dgm:pt modelId="{962C3E09-D3D2-4A7A-89B3-3770CED559EB}" type="pres">
      <dgm:prSet presAssocID="{F2C0575C-1F67-4E16-A5AD-B42FE76F57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2A0DD0-B168-4875-9179-7A115A3AE2AD}" type="pres">
      <dgm:prSet presAssocID="{F29F8993-D035-42B4-8D9E-80E0B25F9B20}" presName="spacer" presStyleCnt="0"/>
      <dgm:spPr/>
    </dgm:pt>
    <dgm:pt modelId="{F15EF941-A466-447C-91A0-EEFC5055E87E}" type="pres">
      <dgm:prSet presAssocID="{571DCE2D-6DE8-4C6C-A0F6-0114969AB53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DF3C7D9-1F31-49B5-A6B0-4DE59007D88A}" type="pres">
      <dgm:prSet presAssocID="{F597E181-B998-4592-A76C-CE7CB4509EFD}" presName="spacer" presStyleCnt="0"/>
      <dgm:spPr/>
    </dgm:pt>
    <dgm:pt modelId="{F66C70D9-C7C7-40D8-ADE9-1BC7C4A5C549}" type="pres">
      <dgm:prSet presAssocID="{569E2FC0-8706-41D3-B56D-56A1AE8110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B446602-8576-419D-813E-6062E877EE53}" type="presOf" srcId="{F2C0575C-1F67-4E16-A5AD-B42FE76F5771}" destId="{962C3E09-D3D2-4A7A-89B3-3770CED559EB}" srcOrd="0" destOrd="0" presId="urn:microsoft.com/office/officeart/2005/8/layout/vList2"/>
    <dgm:cxn modelId="{043D571E-4BB8-4DEB-8FA4-4766E73B1FBA}" type="presOf" srcId="{662268C5-E3BC-4AF6-807B-0A4B206DBFAC}" destId="{2692208C-2313-4838-A5CB-8BC9D57642A7}" srcOrd="0" destOrd="0" presId="urn:microsoft.com/office/officeart/2005/8/layout/vList2"/>
    <dgm:cxn modelId="{66DC3520-8D2A-4CB5-B750-05AA13C0731A}" type="presOf" srcId="{A38F770D-6087-4917-A11E-8A2B51ECFDDF}" destId="{2DB48F52-E815-4009-AA7A-8F4D30AAD29F}" srcOrd="0" destOrd="0" presId="urn:microsoft.com/office/officeart/2005/8/layout/vList2"/>
    <dgm:cxn modelId="{40802424-0CE9-43B1-829D-4B45340B352B}" srcId="{662268C5-E3BC-4AF6-807B-0A4B206DBFAC}" destId="{571DCE2D-6DE8-4C6C-A0F6-0114969AB53E}" srcOrd="3" destOrd="0" parTransId="{F0676606-3AB8-4C76-961E-416B9ABC12E8}" sibTransId="{F597E181-B998-4592-A76C-CE7CB4509EFD}"/>
    <dgm:cxn modelId="{5664F12C-97F5-46C4-84EF-1387D958A3B2}" srcId="{662268C5-E3BC-4AF6-807B-0A4B206DBFAC}" destId="{569E2FC0-8706-41D3-B56D-56A1AE8110B0}" srcOrd="4" destOrd="0" parTransId="{6CBC807C-782E-45E2-B39B-68F0D11782DF}" sibTransId="{F0C99805-6CF3-4E26-8DDB-7DFF4DD0B2E6}"/>
    <dgm:cxn modelId="{1582AD63-BAD4-47DF-802E-F2BC253F54B9}" srcId="{662268C5-E3BC-4AF6-807B-0A4B206DBFAC}" destId="{A38F770D-6087-4917-A11E-8A2B51ECFDDF}" srcOrd="0" destOrd="0" parTransId="{D391B004-AF4D-4A00-954A-A311B78968F1}" sibTransId="{F0C9B37E-1C54-4C33-8966-508D8C779F15}"/>
    <dgm:cxn modelId="{07F09A68-2AC0-4079-BF14-1245379D9DF4}" type="presOf" srcId="{26382904-FC24-4AD6-8336-C87CEEB6B470}" destId="{194A8F10-C6B2-41B2-90C2-F3D3E1676396}" srcOrd="0" destOrd="0" presId="urn:microsoft.com/office/officeart/2005/8/layout/vList2"/>
    <dgm:cxn modelId="{A4DE9082-6214-4BB8-8BC4-8F8A2F097F12}" srcId="{662268C5-E3BC-4AF6-807B-0A4B206DBFAC}" destId="{26382904-FC24-4AD6-8336-C87CEEB6B470}" srcOrd="1" destOrd="0" parTransId="{4E30B7A1-1B0A-484F-B851-9CD4300D825B}" sibTransId="{94174705-81AC-40CB-8A3D-C6A186EE92A9}"/>
    <dgm:cxn modelId="{4DC59A93-988B-4206-A67D-3AAD0FE54D89}" type="presOf" srcId="{569E2FC0-8706-41D3-B56D-56A1AE8110B0}" destId="{F66C70D9-C7C7-40D8-ADE9-1BC7C4A5C549}" srcOrd="0" destOrd="0" presId="urn:microsoft.com/office/officeart/2005/8/layout/vList2"/>
    <dgm:cxn modelId="{909DEA93-96D9-4A77-9B61-86E1D8BE7FFE}" srcId="{662268C5-E3BC-4AF6-807B-0A4B206DBFAC}" destId="{F2C0575C-1F67-4E16-A5AD-B42FE76F5771}" srcOrd="2" destOrd="0" parTransId="{35E79CBD-2FBC-4097-8F4B-BFCCF8EAD866}" sibTransId="{F29F8993-D035-42B4-8D9E-80E0B25F9B20}"/>
    <dgm:cxn modelId="{E2B668EE-4132-452B-9E28-6557A0BAF84B}" type="presOf" srcId="{571DCE2D-6DE8-4C6C-A0F6-0114969AB53E}" destId="{F15EF941-A466-447C-91A0-EEFC5055E87E}" srcOrd="0" destOrd="0" presId="urn:microsoft.com/office/officeart/2005/8/layout/vList2"/>
    <dgm:cxn modelId="{6407EACA-A344-461A-BB6A-A3747C582E05}" type="presParOf" srcId="{2692208C-2313-4838-A5CB-8BC9D57642A7}" destId="{2DB48F52-E815-4009-AA7A-8F4D30AAD29F}" srcOrd="0" destOrd="0" presId="urn:microsoft.com/office/officeart/2005/8/layout/vList2"/>
    <dgm:cxn modelId="{C7B74043-45AB-4C89-B035-315A1810AE2D}" type="presParOf" srcId="{2692208C-2313-4838-A5CB-8BC9D57642A7}" destId="{2D1D2B65-E946-4CD4-A90A-2BD9E006842E}" srcOrd="1" destOrd="0" presId="urn:microsoft.com/office/officeart/2005/8/layout/vList2"/>
    <dgm:cxn modelId="{2A381583-27A1-4F53-83E8-4474A1CAAC7B}" type="presParOf" srcId="{2692208C-2313-4838-A5CB-8BC9D57642A7}" destId="{194A8F10-C6B2-41B2-90C2-F3D3E1676396}" srcOrd="2" destOrd="0" presId="urn:microsoft.com/office/officeart/2005/8/layout/vList2"/>
    <dgm:cxn modelId="{90CE9B7F-1558-4E7C-8EB4-795A9D531992}" type="presParOf" srcId="{2692208C-2313-4838-A5CB-8BC9D57642A7}" destId="{057AF608-8EB3-4E8D-A6AE-5772270D7121}" srcOrd="3" destOrd="0" presId="urn:microsoft.com/office/officeart/2005/8/layout/vList2"/>
    <dgm:cxn modelId="{DBEC3F8E-A699-468D-885B-CB2BDAA8CFCD}" type="presParOf" srcId="{2692208C-2313-4838-A5CB-8BC9D57642A7}" destId="{962C3E09-D3D2-4A7A-89B3-3770CED559EB}" srcOrd="4" destOrd="0" presId="urn:microsoft.com/office/officeart/2005/8/layout/vList2"/>
    <dgm:cxn modelId="{63791A37-FD3D-48CF-ADA0-4E34B655B4B2}" type="presParOf" srcId="{2692208C-2313-4838-A5CB-8BC9D57642A7}" destId="{782A0DD0-B168-4875-9179-7A115A3AE2AD}" srcOrd="5" destOrd="0" presId="urn:microsoft.com/office/officeart/2005/8/layout/vList2"/>
    <dgm:cxn modelId="{8D1394EC-81FE-421B-862E-5CE3B6EA0FC6}" type="presParOf" srcId="{2692208C-2313-4838-A5CB-8BC9D57642A7}" destId="{F15EF941-A466-447C-91A0-EEFC5055E87E}" srcOrd="6" destOrd="0" presId="urn:microsoft.com/office/officeart/2005/8/layout/vList2"/>
    <dgm:cxn modelId="{EDFAE4EA-9191-45B9-B46F-55400F1D44AC}" type="presParOf" srcId="{2692208C-2313-4838-A5CB-8BC9D57642A7}" destId="{0DF3C7D9-1F31-49B5-A6B0-4DE59007D88A}" srcOrd="7" destOrd="0" presId="urn:microsoft.com/office/officeart/2005/8/layout/vList2"/>
    <dgm:cxn modelId="{949593E7-21FA-4E56-9145-3078ED72290E}" type="presParOf" srcId="{2692208C-2313-4838-A5CB-8BC9D57642A7}" destId="{F66C70D9-C7C7-40D8-ADE9-1BC7C4A5C5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092EFC-E0FE-41AA-9C24-7E52450D7864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da-DK"/>
        </a:p>
      </dgm:t>
    </dgm:pt>
    <dgm:pt modelId="{8443C801-4534-4BF6-B872-70EB8060FEB8}">
      <dgm:prSet/>
      <dgm:spPr/>
      <dgm:t>
        <a:bodyPr/>
        <a:lstStyle/>
        <a:p>
          <a:pPr>
            <a:buNone/>
          </a:pPr>
          <a:r>
            <a:rPr lang="da-DK" b="0" i="0"/>
            <a:t>Opgaver kan være uklare eller for tekniske</a:t>
          </a:r>
        </a:p>
      </dgm:t>
    </dgm:pt>
    <dgm:pt modelId="{A2F89C37-A307-4C76-B14B-6DA4376888CD}" type="parTrans" cxnId="{E81D03F9-E635-4E7F-8CDD-F005B46EB539}">
      <dgm:prSet/>
      <dgm:spPr/>
      <dgm:t>
        <a:bodyPr/>
        <a:lstStyle/>
        <a:p>
          <a:endParaRPr lang="da-DK"/>
        </a:p>
      </dgm:t>
    </dgm:pt>
    <dgm:pt modelId="{1ECC571B-448B-4AEC-B85E-BA8ED89655FF}" type="sibTrans" cxnId="{E81D03F9-E635-4E7F-8CDD-F005B46EB539}">
      <dgm:prSet/>
      <dgm:spPr/>
      <dgm:t>
        <a:bodyPr/>
        <a:lstStyle/>
        <a:p>
          <a:endParaRPr lang="da-DK"/>
        </a:p>
      </dgm:t>
    </dgm:pt>
    <dgm:pt modelId="{40B4E2E5-CA4F-431F-BBAC-A290B90F3984}">
      <dgm:prSet/>
      <dgm:spPr/>
      <dgm:t>
        <a:bodyPr/>
        <a:lstStyle/>
        <a:p>
          <a:pPr>
            <a:buNone/>
          </a:pPr>
          <a:r>
            <a:rPr lang="da-DK" b="0" i="0"/>
            <a:t>Fordelingen mellem oplæg og opgaver er ikke optimal</a:t>
          </a:r>
          <a:endParaRPr lang="da-DK"/>
        </a:p>
      </dgm:t>
    </dgm:pt>
    <dgm:pt modelId="{4BE3AEC3-F266-4492-9AC0-93D82CC77964}" type="parTrans" cxnId="{4551EB10-3114-4CBE-8F38-BBE5BA40ADBD}">
      <dgm:prSet/>
      <dgm:spPr/>
      <dgm:t>
        <a:bodyPr/>
        <a:lstStyle/>
        <a:p>
          <a:endParaRPr lang="da-DK"/>
        </a:p>
      </dgm:t>
    </dgm:pt>
    <dgm:pt modelId="{5134C3D6-8949-4407-8A88-79A2327BA4A2}" type="sibTrans" cxnId="{4551EB10-3114-4CBE-8F38-BBE5BA40ADBD}">
      <dgm:prSet/>
      <dgm:spPr/>
      <dgm:t>
        <a:bodyPr/>
        <a:lstStyle/>
        <a:p>
          <a:endParaRPr lang="da-DK"/>
        </a:p>
      </dgm:t>
    </dgm:pt>
    <dgm:pt modelId="{5E5F4A3A-E221-4E5B-A5DB-8F5C09F03DB4}">
      <dgm:prSet/>
      <dgm:spPr/>
      <dgm:t>
        <a:bodyPr/>
        <a:lstStyle/>
        <a:p>
          <a:pPr>
            <a:buNone/>
          </a:pPr>
          <a:r>
            <a:rPr lang="da-DK" b="0" i="0"/>
            <a:t>Behov for tydeligere læsevejledning</a:t>
          </a:r>
          <a:endParaRPr lang="da-DK"/>
        </a:p>
      </dgm:t>
    </dgm:pt>
    <dgm:pt modelId="{11C857C5-0046-4B03-99BC-13ACB1C87CA7}" type="parTrans" cxnId="{343E4F22-8A33-4ED8-8F39-05AF4EC76AA7}">
      <dgm:prSet/>
      <dgm:spPr/>
      <dgm:t>
        <a:bodyPr/>
        <a:lstStyle/>
        <a:p>
          <a:endParaRPr lang="da-DK"/>
        </a:p>
      </dgm:t>
    </dgm:pt>
    <dgm:pt modelId="{EAA6A459-74A1-460A-936A-6D5365AD25BA}" type="sibTrans" cxnId="{343E4F22-8A33-4ED8-8F39-05AF4EC76AA7}">
      <dgm:prSet/>
      <dgm:spPr/>
      <dgm:t>
        <a:bodyPr/>
        <a:lstStyle/>
        <a:p>
          <a:endParaRPr lang="da-DK"/>
        </a:p>
      </dgm:t>
    </dgm:pt>
    <dgm:pt modelId="{9844076A-B5E9-4812-8C26-88E550B20B9B}">
      <dgm:prSet/>
      <dgm:spPr/>
      <dgm:t>
        <a:bodyPr/>
        <a:lstStyle/>
        <a:p>
          <a:pPr>
            <a:buNone/>
          </a:pPr>
          <a:r>
            <a:rPr lang="da-DK" b="0" i="0"/>
            <a:t>Flere ønsker mere projekt- eller casebaseret arbejde</a:t>
          </a:r>
          <a:endParaRPr lang="da-DK"/>
        </a:p>
      </dgm:t>
    </dgm:pt>
    <dgm:pt modelId="{E5265FC2-6F5F-4A45-BF5E-3F92B00A64A7}" type="parTrans" cxnId="{5A07E583-A592-4A83-8911-C322A780444E}">
      <dgm:prSet/>
      <dgm:spPr/>
      <dgm:t>
        <a:bodyPr/>
        <a:lstStyle/>
        <a:p>
          <a:endParaRPr lang="da-DK"/>
        </a:p>
      </dgm:t>
    </dgm:pt>
    <dgm:pt modelId="{BBABCB8C-EAAE-4DEE-AF2D-354F85ADC43E}" type="sibTrans" cxnId="{5A07E583-A592-4A83-8911-C322A780444E}">
      <dgm:prSet/>
      <dgm:spPr/>
      <dgm:t>
        <a:bodyPr/>
        <a:lstStyle/>
        <a:p>
          <a:endParaRPr lang="da-DK"/>
        </a:p>
      </dgm:t>
    </dgm:pt>
    <dgm:pt modelId="{83C35D69-CDF0-4331-B461-B65A528B683A}">
      <dgm:prSet/>
      <dgm:spPr/>
      <dgm:t>
        <a:bodyPr/>
        <a:lstStyle/>
        <a:p>
          <a:pPr>
            <a:buNone/>
          </a:pPr>
          <a:r>
            <a:rPr lang="da-DK" b="0" i="0"/>
            <a:t>Flere ønsker overblik og visualisering</a:t>
          </a:r>
          <a:endParaRPr lang="da-DK"/>
        </a:p>
      </dgm:t>
    </dgm:pt>
    <dgm:pt modelId="{1D533C46-333D-44F4-999E-708120C930F8}" type="parTrans" cxnId="{AE05AEF2-9BE8-435F-ADEE-053842C5593E}">
      <dgm:prSet/>
      <dgm:spPr/>
      <dgm:t>
        <a:bodyPr/>
        <a:lstStyle/>
        <a:p>
          <a:endParaRPr lang="da-DK"/>
        </a:p>
      </dgm:t>
    </dgm:pt>
    <dgm:pt modelId="{0B7B0838-C312-4A8D-9E9F-5CAAC05EAAE5}" type="sibTrans" cxnId="{AE05AEF2-9BE8-435F-ADEE-053842C5593E}">
      <dgm:prSet/>
      <dgm:spPr/>
      <dgm:t>
        <a:bodyPr/>
        <a:lstStyle/>
        <a:p>
          <a:endParaRPr lang="da-DK"/>
        </a:p>
      </dgm:t>
    </dgm:pt>
    <dgm:pt modelId="{663ECCA6-61B6-44B5-9602-83C0B0DBC39F}" type="pres">
      <dgm:prSet presAssocID="{63092EFC-E0FE-41AA-9C24-7E52450D7864}" presName="linear" presStyleCnt="0">
        <dgm:presLayoutVars>
          <dgm:animLvl val="lvl"/>
          <dgm:resizeHandles val="exact"/>
        </dgm:presLayoutVars>
      </dgm:prSet>
      <dgm:spPr/>
    </dgm:pt>
    <dgm:pt modelId="{9CCEE3B1-69BD-44C7-AF01-383249329EC1}" type="pres">
      <dgm:prSet presAssocID="{8443C801-4534-4BF6-B872-70EB8060FE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F4690F7-9142-424C-A1AC-AF15FDACB5AE}" type="pres">
      <dgm:prSet presAssocID="{1ECC571B-448B-4AEC-B85E-BA8ED89655FF}" presName="spacer" presStyleCnt="0"/>
      <dgm:spPr/>
    </dgm:pt>
    <dgm:pt modelId="{0CC6877F-B6F6-48D7-8B91-5683566C0AB0}" type="pres">
      <dgm:prSet presAssocID="{40B4E2E5-CA4F-431F-BBAC-A290B90F398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9C0C5BC-CBAE-490D-A3EB-7B3000DAF4DB}" type="pres">
      <dgm:prSet presAssocID="{5134C3D6-8949-4407-8A88-79A2327BA4A2}" presName="spacer" presStyleCnt="0"/>
      <dgm:spPr/>
    </dgm:pt>
    <dgm:pt modelId="{1D7168D4-8EFA-470A-9637-D3E34B60F472}" type="pres">
      <dgm:prSet presAssocID="{5E5F4A3A-E221-4E5B-A5DB-8F5C09F03DB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51AEBE-C369-4E72-B911-93629EF74608}" type="pres">
      <dgm:prSet presAssocID="{EAA6A459-74A1-460A-936A-6D5365AD25BA}" presName="spacer" presStyleCnt="0"/>
      <dgm:spPr/>
    </dgm:pt>
    <dgm:pt modelId="{6EB3B7EB-F125-4530-AC6A-85E8B493C215}" type="pres">
      <dgm:prSet presAssocID="{9844076A-B5E9-4812-8C26-88E550B20B9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3B0EFD-CBB4-4685-BAF2-B882748F1C2C}" type="pres">
      <dgm:prSet presAssocID="{BBABCB8C-EAAE-4DEE-AF2D-354F85ADC43E}" presName="spacer" presStyleCnt="0"/>
      <dgm:spPr/>
    </dgm:pt>
    <dgm:pt modelId="{253E0DB4-F340-4AB0-B56F-D82BA80F5FA9}" type="pres">
      <dgm:prSet presAssocID="{83C35D69-CDF0-4331-B461-B65A528B683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F702D06-E455-4EA0-AC8B-0274A79A1262}" type="presOf" srcId="{83C35D69-CDF0-4331-B461-B65A528B683A}" destId="{253E0DB4-F340-4AB0-B56F-D82BA80F5FA9}" srcOrd="0" destOrd="0" presId="urn:microsoft.com/office/officeart/2005/8/layout/vList2"/>
    <dgm:cxn modelId="{EE55290E-DB16-4D77-9EA1-E413EB87D08F}" type="presOf" srcId="{40B4E2E5-CA4F-431F-BBAC-A290B90F3984}" destId="{0CC6877F-B6F6-48D7-8B91-5683566C0AB0}" srcOrd="0" destOrd="0" presId="urn:microsoft.com/office/officeart/2005/8/layout/vList2"/>
    <dgm:cxn modelId="{4551EB10-3114-4CBE-8F38-BBE5BA40ADBD}" srcId="{63092EFC-E0FE-41AA-9C24-7E52450D7864}" destId="{40B4E2E5-CA4F-431F-BBAC-A290B90F3984}" srcOrd="1" destOrd="0" parTransId="{4BE3AEC3-F266-4492-9AC0-93D82CC77964}" sibTransId="{5134C3D6-8949-4407-8A88-79A2327BA4A2}"/>
    <dgm:cxn modelId="{343E4F22-8A33-4ED8-8F39-05AF4EC76AA7}" srcId="{63092EFC-E0FE-41AA-9C24-7E52450D7864}" destId="{5E5F4A3A-E221-4E5B-A5DB-8F5C09F03DB4}" srcOrd="2" destOrd="0" parTransId="{11C857C5-0046-4B03-99BC-13ACB1C87CA7}" sibTransId="{EAA6A459-74A1-460A-936A-6D5365AD25BA}"/>
    <dgm:cxn modelId="{DE24B161-219C-43F3-BC37-5C96A686CF38}" type="presOf" srcId="{5E5F4A3A-E221-4E5B-A5DB-8F5C09F03DB4}" destId="{1D7168D4-8EFA-470A-9637-D3E34B60F472}" srcOrd="0" destOrd="0" presId="urn:microsoft.com/office/officeart/2005/8/layout/vList2"/>
    <dgm:cxn modelId="{85B25657-74B4-45CD-B1A4-D3C3A0AAF8A1}" type="presOf" srcId="{9844076A-B5E9-4812-8C26-88E550B20B9B}" destId="{6EB3B7EB-F125-4530-AC6A-85E8B493C215}" srcOrd="0" destOrd="0" presId="urn:microsoft.com/office/officeart/2005/8/layout/vList2"/>
    <dgm:cxn modelId="{10D2097B-D7FB-4FCD-9634-AD5D656D614F}" type="presOf" srcId="{8443C801-4534-4BF6-B872-70EB8060FEB8}" destId="{9CCEE3B1-69BD-44C7-AF01-383249329EC1}" srcOrd="0" destOrd="0" presId="urn:microsoft.com/office/officeart/2005/8/layout/vList2"/>
    <dgm:cxn modelId="{5A07E583-A592-4A83-8911-C322A780444E}" srcId="{63092EFC-E0FE-41AA-9C24-7E52450D7864}" destId="{9844076A-B5E9-4812-8C26-88E550B20B9B}" srcOrd="3" destOrd="0" parTransId="{E5265FC2-6F5F-4A45-BF5E-3F92B00A64A7}" sibTransId="{BBABCB8C-EAAE-4DEE-AF2D-354F85ADC43E}"/>
    <dgm:cxn modelId="{AE05AEF2-9BE8-435F-ADEE-053842C5593E}" srcId="{63092EFC-E0FE-41AA-9C24-7E52450D7864}" destId="{83C35D69-CDF0-4331-B461-B65A528B683A}" srcOrd="4" destOrd="0" parTransId="{1D533C46-333D-44F4-999E-708120C930F8}" sibTransId="{0B7B0838-C312-4A8D-9E9F-5CAAC05EAAE5}"/>
    <dgm:cxn modelId="{E81D03F9-E635-4E7F-8CDD-F005B46EB539}" srcId="{63092EFC-E0FE-41AA-9C24-7E52450D7864}" destId="{8443C801-4534-4BF6-B872-70EB8060FEB8}" srcOrd="0" destOrd="0" parTransId="{A2F89C37-A307-4C76-B14B-6DA4376888CD}" sibTransId="{1ECC571B-448B-4AEC-B85E-BA8ED89655FF}"/>
    <dgm:cxn modelId="{253F2FFF-B57E-40C3-9355-A84DDB676545}" type="presOf" srcId="{63092EFC-E0FE-41AA-9C24-7E52450D7864}" destId="{663ECCA6-61B6-44B5-9602-83C0B0DBC39F}" srcOrd="0" destOrd="0" presId="urn:microsoft.com/office/officeart/2005/8/layout/vList2"/>
    <dgm:cxn modelId="{29D07A85-16FB-4C92-A79B-75D3336062FF}" type="presParOf" srcId="{663ECCA6-61B6-44B5-9602-83C0B0DBC39F}" destId="{9CCEE3B1-69BD-44C7-AF01-383249329EC1}" srcOrd="0" destOrd="0" presId="urn:microsoft.com/office/officeart/2005/8/layout/vList2"/>
    <dgm:cxn modelId="{57695EA4-BA65-4EFA-93D2-BA8CF495A42E}" type="presParOf" srcId="{663ECCA6-61B6-44B5-9602-83C0B0DBC39F}" destId="{CF4690F7-9142-424C-A1AC-AF15FDACB5AE}" srcOrd="1" destOrd="0" presId="urn:microsoft.com/office/officeart/2005/8/layout/vList2"/>
    <dgm:cxn modelId="{FF87211B-FA38-4232-AA36-CD7DEB6F36CC}" type="presParOf" srcId="{663ECCA6-61B6-44B5-9602-83C0B0DBC39F}" destId="{0CC6877F-B6F6-48D7-8B91-5683566C0AB0}" srcOrd="2" destOrd="0" presId="urn:microsoft.com/office/officeart/2005/8/layout/vList2"/>
    <dgm:cxn modelId="{F1DD07DC-8579-4E8E-8B5C-4EDA927C5D6F}" type="presParOf" srcId="{663ECCA6-61B6-44B5-9602-83C0B0DBC39F}" destId="{39C0C5BC-CBAE-490D-A3EB-7B3000DAF4DB}" srcOrd="3" destOrd="0" presId="urn:microsoft.com/office/officeart/2005/8/layout/vList2"/>
    <dgm:cxn modelId="{C1689285-DD07-409F-90FC-DE6530ACABA7}" type="presParOf" srcId="{663ECCA6-61B6-44B5-9602-83C0B0DBC39F}" destId="{1D7168D4-8EFA-470A-9637-D3E34B60F472}" srcOrd="4" destOrd="0" presId="urn:microsoft.com/office/officeart/2005/8/layout/vList2"/>
    <dgm:cxn modelId="{890541D0-C300-499C-A153-97C71484B3CC}" type="presParOf" srcId="{663ECCA6-61B6-44B5-9602-83C0B0DBC39F}" destId="{4751AEBE-C369-4E72-B911-93629EF74608}" srcOrd="5" destOrd="0" presId="urn:microsoft.com/office/officeart/2005/8/layout/vList2"/>
    <dgm:cxn modelId="{E50CC700-BEF6-4FC9-998E-F61CA56384A5}" type="presParOf" srcId="{663ECCA6-61B6-44B5-9602-83C0B0DBC39F}" destId="{6EB3B7EB-F125-4530-AC6A-85E8B493C215}" srcOrd="6" destOrd="0" presId="urn:microsoft.com/office/officeart/2005/8/layout/vList2"/>
    <dgm:cxn modelId="{A7C22F6F-68F8-4471-8318-B5911E223ECA}" type="presParOf" srcId="{663ECCA6-61B6-44B5-9602-83C0B0DBC39F}" destId="{CF3B0EFD-CBB4-4685-BAF2-B882748F1C2C}" srcOrd="7" destOrd="0" presId="urn:microsoft.com/office/officeart/2005/8/layout/vList2"/>
    <dgm:cxn modelId="{01E67018-9425-4547-ADE8-064ABDFD84D6}" type="presParOf" srcId="{663ECCA6-61B6-44B5-9602-83C0B0DBC39F}" destId="{253E0DB4-F340-4AB0-B56F-D82BA80F5FA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F139C9-8660-4828-9B11-84A21C1E2B62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4BF6249D-71D3-4B6B-8EE2-6576362D617B}">
      <dgm:prSet phldrT="[Tekst]"/>
      <dgm:spPr/>
      <dgm:t>
        <a:bodyPr/>
        <a:lstStyle/>
        <a:p>
          <a:pPr>
            <a:buNone/>
          </a:pPr>
          <a:r>
            <a:rPr lang="da-DK" b="0" i="0" dirty="0"/>
            <a:t>Forstå hvorfor og hvordan </a:t>
          </a:r>
          <a:r>
            <a:rPr lang="da-DK" b="0" i="0" dirty="0" err="1"/>
            <a:t>bcrypt</a:t>
          </a:r>
          <a:r>
            <a:rPr lang="da-DK" b="0" i="0" dirty="0"/>
            <a:t> bruges til sikker </a:t>
          </a:r>
          <a:r>
            <a:rPr lang="da-DK" b="0" i="0" dirty="0" err="1"/>
            <a:t>hashing</a:t>
          </a:r>
          <a:r>
            <a:rPr lang="da-DK" b="0" i="0" dirty="0"/>
            <a:t> af adgangskoder</a:t>
          </a:r>
          <a:endParaRPr lang="da-DK" dirty="0"/>
        </a:p>
      </dgm:t>
    </dgm:pt>
    <dgm:pt modelId="{B9423D81-8E5E-43F1-8DF3-E8D12B35F57D}" type="parTrans" cxnId="{182AADE0-F0D7-452D-857C-CA34CCB516D9}">
      <dgm:prSet/>
      <dgm:spPr/>
      <dgm:t>
        <a:bodyPr/>
        <a:lstStyle/>
        <a:p>
          <a:endParaRPr lang="da-DK"/>
        </a:p>
      </dgm:t>
    </dgm:pt>
    <dgm:pt modelId="{56685D9F-9006-43C3-AA2F-1BD0FD37FC94}" type="sibTrans" cxnId="{182AADE0-F0D7-452D-857C-CA34CCB516D9}">
      <dgm:prSet/>
      <dgm:spPr/>
      <dgm:t>
        <a:bodyPr/>
        <a:lstStyle/>
        <a:p>
          <a:endParaRPr lang="da-DK"/>
        </a:p>
      </dgm:t>
    </dgm:pt>
    <dgm:pt modelId="{1E6D54FF-4261-4E47-B319-75A74B8E9BA5}">
      <dgm:prSet phldrT="[Tekst]"/>
      <dgm:spPr/>
      <dgm:t>
        <a:bodyPr/>
        <a:lstStyle/>
        <a:p>
          <a:pPr>
            <a:buNone/>
          </a:pPr>
          <a:r>
            <a:rPr lang="da-DK" b="0" i="0"/>
            <a:t>Forstå begreberne </a:t>
          </a:r>
          <a:r>
            <a:rPr lang="da-DK" b="0" i="1"/>
            <a:t>salt</a:t>
          </a:r>
          <a:r>
            <a:rPr lang="da-DK" b="0" i="0"/>
            <a:t>, </a:t>
          </a:r>
          <a:r>
            <a:rPr lang="da-DK" b="0" i="1"/>
            <a:t>saltRounds</a:t>
          </a:r>
          <a:r>
            <a:rPr lang="da-DK" b="0" i="0"/>
            <a:t> og </a:t>
          </a:r>
          <a:r>
            <a:rPr lang="da-DK" b="0" i="1"/>
            <a:t>work factor</a:t>
          </a:r>
          <a:endParaRPr lang="da-DK" dirty="0"/>
        </a:p>
      </dgm:t>
    </dgm:pt>
    <dgm:pt modelId="{7DEE0103-7522-4489-8B3F-4AAB1A2F56FA}" type="parTrans" cxnId="{DFC2E030-C026-4067-8D63-AADEC229BF09}">
      <dgm:prSet/>
      <dgm:spPr/>
      <dgm:t>
        <a:bodyPr/>
        <a:lstStyle/>
        <a:p>
          <a:endParaRPr lang="da-DK"/>
        </a:p>
      </dgm:t>
    </dgm:pt>
    <dgm:pt modelId="{2555CC7D-144C-4E02-9EC4-28853510C1F5}" type="sibTrans" cxnId="{DFC2E030-C026-4067-8D63-AADEC229BF09}">
      <dgm:prSet/>
      <dgm:spPr/>
      <dgm:t>
        <a:bodyPr/>
        <a:lstStyle/>
        <a:p>
          <a:endParaRPr lang="da-DK"/>
        </a:p>
      </dgm:t>
    </dgm:pt>
    <dgm:pt modelId="{FB0842C2-99D9-4A69-A0F0-2C519A87B186}">
      <dgm:prSet phldrT="[Tekst]"/>
      <dgm:spPr/>
      <dgm:t>
        <a:bodyPr/>
        <a:lstStyle/>
        <a:p>
          <a:pPr>
            <a:buNone/>
          </a:pPr>
          <a:r>
            <a:rPr lang="da-DK" b="0" i="0"/>
            <a:t>Implementere hashing og verifikation i Node.js</a:t>
          </a:r>
          <a:endParaRPr lang="da-DK" dirty="0"/>
        </a:p>
      </dgm:t>
    </dgm:pt>
    <dgm:pt modelId="{6D2713AE-8B8B-416A-BCEA-7546AE9CD2A7}" type="parTrans" cxnId="{777C27D3-7775-4034-AD17-DD2ABE7EE923}">
      <dgm:prSet/>
      <dgm:spPr/>
      <dgm:t>
        <a:bodyPr/>
        <a:lstStyle/>
        <a:p>
          <a:endParaRPr lang="da-DK"/>
        </a:p>
      </dgm:t>
    </dgm:pt>
    <dgm:pt modelId="{094A6FF3-2F1F-4604-B2DF-A68129ED4187}" type="sibTrans" cxnId="{777C27D3-7775-4034-AD17-DD2ABE7EE923}">
      <dgm:prSet/>
      <dgm:spPr/>
      <dgm:t>
        <a:bodyPr/>
        <a:lstStyle/>
        <a:p>
          <a:endParaRPr lang="da-DK"/>
        </a:p>
      </dgm:t>
    </dgm:pt>
    <dgm:pt modelId="{36291937-7045-499A-A1AF-FE9BEE8A0CB5}" type="pres">
      <dgm:prSet presAssocID="{C5F139C9-8660-4828-9B11-84A21C1E2B62}" presName="diagram" presStyleCnt="0">
        <dgm:presLayoutVars>
          <dgm:dir/>
          <dgm:resizeHandles val="exact"/>
        </dgm:presLayoutVars>
      </dgm:prSet>
      <dgm:spPr/>
    </dgm:pt>
    <dgm:pt modelId="{CD3350BC-5795-4DA2-9945-AE3E2774E614}" type="pres">
      <dgm:prSet presAssocID="{4BF6249D-71D3-4B6B-8EE2-6576362D617B}" presName="node" presStyleLbl="node1" presStyleIdx="0" presStyleCnt="3">
        <dgm:presLayoutVars>
          <dgm:bulletEnabled val="1"/>
        </dgm:presLayoutVars>
      </dgm:prSet>
      <dgm:spPr/>
    </dgm:pt>
    <dgm:pt modelId="{DA846077-E2D0-4F91-A0EC-EE623089ED3B}" type="pres">
      <dgm:prSet presAssocID="{56685D9F-9006-43C3-AA2F-1BD0FD37FC94}" presName="sibTrans" presStyleCnt="0"/>
      <dgm:spPr/>
    </dgm:pt>
    <dgm:pt modelId="{AFFC46FD-275E-437B-B915-26F03367BC55}" type="pres">
      <dgm:prSet presAssocID="{FB0842C2-99D9-4A69-A0F0-2C519A87B186}" presName="node" presStyleLbl="node1" presStyleIdx="1" presStyleCnt="3">
        <dgm:presLayoutVars>
          <dgm:bulletEnabled val="1"/>
        </dgm:presLayoutVars>
      </dgm:prSet>
      <dgm:spPr/>
    </dgm:pt>
    <dgm:pt modelId="{884DAFD8-F6F0-4032-B2AC-567EC5B4421F}" type="pres">
      <dgm:prSet presAssocID="{094A6FF3-2F1F-4604-B2DF-A68129ED4187}" presName="sibTrans" presStyleCnt="0"/>
      <dgm:spPr/>
    </dgm:pt>
    <dgm:pt modelId="{D8F35D1B-DDE4-415D-9DC1-58D30F93442A}" type="pres">
      <dgm:prSet presAssocID="{1E6D54FF-4261-4E47-B319-75A74B8E9BA5}" presName="node" presStyleLbl="node1" presStyleIdx="2" presStyleCnt="3">
        <dgm:presLayoutVars>
          <dgm:bulletEnabled val="1"/>
        </dgm:presLayoutVars>
      </dgm:prSet>
      <dgm:spPr/>
    </dgm:pt>
  </dgm:ptLst>
  <dgm:cxnLst>
    <dgm:cxn modelId="{51CB2E14-4F30-409C-AF0C-1FDEB3F45CB5}" type="presOf" srcId="{C5F139C9-8660-4828-9B11-84A21C1E2B62}" destId="{36291937-7045-499A-A1AF-FE9BEE8A0CB5}" srcOrd="0" destOrd="0" presId="urn:microsoft.com/office/officeart/2005/8/layout/default"/>
    <dgm:cxn modelId="{DF32032B-8D18-47A8-8D81-568470C72677}" type="presOf" srcId="{FB0842C2-99D9-4A69-A0F0-2C519A87B186}" destId="{AFFC46FD-275E-437B-B915-26F03367BC55}" srcOrd="0" destOrd="0" presId="urn:microsoft.com/office/officeart/2005/8/layout/default"/>
    <dgm:cxn modelId="{DFC2E030-C026-4067-8D63-AADEC229BF09}" srcId="{C5F139C9-8660-4828-9B11-84A21C1E2B62}" destId="{1E6D54FF-4261-4E47-B319-75A74B8E9BA5}" srcOrd="2" destOrd="0" parTransId="{7DEE0103-7522-4489-8B3F-4AAB1A2F56FA}" sibTransId="{2555CC7D-144C-4E02-9EC4-28853510C1F5}"/>
    <dgm:cxn modelId="{6DA8054C-3971-4895-AC62-05B64C9C21BC}" type="presOf" srcId="{1E6D54FF-4261-4E47-B319-75A74B8E9BA5}" destId="{D8F35D1B-DDE4-415D-9DC1-58D30F93442A}" srcOrd="0" destOrd="0" presId="urn:microsoft.com/office/officeart/2005/8/layout/default"/>
    <dgm:cxn modelId="{2FF77F9E-C295-4337-B4B0-45FC37F0D1CE}" type="presOf" srcId="{4BF6249D-71D3-4B6B-8EE2-6576362D617B}" destId="{CD3350BC-5795-4DA2-9945-AE3E2774E614}" srcOrd="0" destOrd="0" presId="urn:microsoft.com/office/officeart/2005/8/layout/default"/>
    <dgm:cxn modelId="{777C27D3-7775-4034-AD17-DD2ABE7EE923}" srcId="{C5F139C9-8660-4828-9B11-84A21C1E2B62}" destId="{FB0842C2-99D9-4A69-A0F0-2C519A87B186}" srcOrd="1" destOrd="0" parTransId="{6D2713AE-8B8B-416A-BCEA-7546AE9CD2A7}" sibTransId="{094A6FF3-2F1F-4604-B2DF-A68129ED4187}"/>
    <dgm:cxn modelId="{182AADE0-F0D7-452D-857C-CA34CCB516D9}" srcId="{C5F139C9-8660-4828-9B11-84A21C1E2B62}" destId="{4BF6249D-71D3-4B6B-8EE2-6576362D617B}" srcOrd="0" destOrd="0" parTransId="{B9423D81-8E5E-43F1-8DF3-E8D12B35F57D}" sibTransId="{56685D9F-9006-43C3-AA2F-1BD0FD37FC94}"/>
    <dgm:cxn modelId="{85A218C1-C07F-4421-B2E0-E5B246777274}" type="presParOf" srcId="{36291937-7045-499A-A1AF-FE9BEE8A0CB5}" destId="{CD3350BC-5795-4DA2-9945-AE3E2774E614}" srcOrd="0" destOrd="0" presId="urn:microsoft.com/office/officeart/2005/8/layout/default"/>
    <dgm:cxn modelId="{03825351-F2DD-491F-97AC-E666CD553552}" type="presParOf" srcId="{36291937-7045-499A-A1AF-FE9BEE8A0CB5}" destId="{DA846077-E2D0-4F91-A0EC-EE623089ED3B}" srcOrd="1" destOrd="0" presId="urn:microsoft.com/office/officeart/2005/8/layout/default"/>
    <dgm:cxn modelId="{6F26AEA8-0452-453C-A42A-891B0DCB839B}" type="presParOf" srcId="{36291937-7045-499A-A1AF-FE9BEE8A0CB5}" destId="{AFFC46FD-275E-437B-B915-26F03367BC55}" srcOrd="2" destOrd="0" presId="urn:microsoft.com/office/officeart/2005/8/layout/default"/>
    <dgm:cxn modelId="{0A181A75-4383-4C22-8855-A55E74D704E7}" type="presParOf" srcId="{36291937-7045-499A-A1AF-FE9BEE8A0CB5}" destId="{884DAFD8-F6F0-4032-B2AC-567EC5B4421F}" srcOrd="3" destOrd="0" presId="urn:microsoft.com/office/officeart/2005/8/layout/default"/>
    <dgm:cxn modelId="{BF2E1238-F06E-4C13-B759-694E2A946F8F}" type="presParOf" srcId="{36291937-7045-499A-A1AF-FE9BEE8A0CB5}" destId="{D8F35D1B-DDE4-415D-9DC1-58D30F93442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4FEEDC-188A-4004-B083-53BB364E9F45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1" csCatId="accent1" phldr="1"/>
      <dgm:spPr/>
    </dgm:pt>
    <dgm:pt modelId="{3B200106-F894-49DF-A24A-A53E788A898D}">
      <dgm:prSet phldrT="[Tekst]"/>
      <dgm:spPr/>
      <dgm:t>
        <a:bodyPr/>
        <a:lstStyle/>
        <a:p>
          <a:r>
            <a:rPr lang="da-DK" b="0" i="0" dirty="0"/>
            <a:t>De er </a:t>
          </a:r>
          <a:r>
            <a:rPr lang="da-DK" b="1" i="0" dirty="0"/>
            <a:t>designet til at være hurtige</a:t>
          </a:r>
          <a:endParaRPr lang="da-DK" dirty="0"/>
        </a:p>
      </dgm:t>
    </dgm:pt>
    <dgm:pt modelId="{96F00195-F504-4908-A7D1-470CDD5A19C5}" type="parTrans" cxnId="{3DBAC64D-2BB6-468A-A2F0-45C0FD85C7A0}">
      <dgm:prSet/>
      <dgm:spPr/>
      <dgm:t>
        <a:bodyPr/>
        <a:lstStyle/>
        <a:p>
          <a:endParaRPr lang="da-DK"/>
        </a:p>
      </dgm:t>
    </dgm:pt>
    <dgm:pt modelId="{4A389E38-5038-411D-847E-D09DEC7BD55F}" type="sibTrans" cxnId="{3DBAC64D-2BB6-468A-A2F0-45C0FD85C7A0}">
      <dgm:prSet/>
      <dgm:spPr/>
      <dgm:t>
        <a:bodyPr/>
        <a:lstStyle/>
        <a:p>
          <a:endParaRPr lang="da-DK"/>
        </a:p>
      </dgm:t>
    </dgm:pt>
    <dgm:pt modelId="{26FACB2C-88EF-4981-B370-CE87384666E8}">
      <dgm:prSet phldrT="[Tekst]"/>
      <dgm:spPr/>
      <dgm:t>
        <a:bodyPr/>
        <a:lstStyle/>
        <a:p>
          <a:r>
            <a:rPr lang="da-DK" b="0" i="0" dirty="0"/>
            <a:t>Moderne hardware kan lave </a:t>
          </a:r>
          <a:r>
            <a:rPr lang="da-DK" b="1" i="0" dirty="0"/>
            <a:t>milliarder af beregninger per sekund</a:t>
          </a:r>
          <a:endParaRPr lang="da-DK" dirty="0"/>
        </a:p>
      </dgm:t>
    </dgm:pt>
    <dgm:pt modelId="{F2CAAD43-0EE0-446F-BC0A-25F3BFCA0EBE}" type="parTrans" cxnId="{699C2749-8DDA-488F-A074-E713E563142C}">
      <dgm:prSet/>
      <dgm:spPr/>
      <dgm:t>
        <a:bodyPr/>
        <a:lstStyle/>
        <a:p>
          <a:endParaRPr lang="da-DK"/>
        </a:p>
      </dgm:t>
    </dgm:pt>
    <dgm:pt modelId="{9AC68D24-9028-4AF7-886A-157803E219E4}" type="sibTrans" cxnId="{699C2749-8DDA-488F-A074-E713E563142C}">
      <dgm:prSet/>
      <dgm:spPr/>
      <dgm:t>
        <a:bodyPr/>
        <a:lstStyle/>
        <a:p>
          <a:endParaRPr lang="da-DK"/>
        </a:p>
      </dgm:t>
    </dgm:pt>
    <dgm:pt modelId="{2B75C2D1-A805-4AF7-A9A0-D6B035AFA099}">
      <dgm:prSet phldrT="[Tekst]"/>
      <dgm:spPr/>
      <dgm:t>
        <a:bodyPr/>
        <a:lstStyle/>
        <a:p>
          <a:r>
            <a:rPr lang="da-DK" b="0" i="0" dirty="0"/>
            <a:t>Let at </a:t>
          </a:r>
          <a:r>
            <a:rPr lang="da-DK" b="0" i="0" dirty="0" err="1"/>
            <a:t>brute</a:t>
          </a:r>
          <a:r>
            <a:rPr lang="da-DK" b="0" i="0" dirty="0"/>
            <a:t>‑force</a:t>
          </a:r>
          <a:endParaRPr lang="da-DK" dirty="0"/>
        </a:p>
      </dgm:t>
    </dgm:pt>
    <dgm:pt modelId="{CCE5D061-616F-46E1-944F-1CEDA2D9140D}" type="parTrans" cxnId="{736C7A2A-DF09-46FC-9982-519217493731}">
      <dgm:prSet/>
      <dgm:spPr/>
      <dgm:t>
        <a:bodyPr/>
        <a:lstStyle/>
        <a:p>
          <a:endParaRPr lang="da-DK"/>
        </a:p>
      </dgm:t>
    </dgm:pt>
    <dgm:pt modelId="{0E480D14-CFCA-4633-BAE9-5DBA2A5FC898}" type="sibTrans" cxnId="{736C7A2A-DF09-46FC-9982-519217493731}">
      <dgm:prSet/>
      <dgm:spPr/>
      <dgm:t>
        <a:bodyPr/>
        <a:lstStyle/>
        <a:p>
          <a:endParaRPr lang="da-DK"/>
        </a:p>
      </dgm:t>
    </dgm:pt>
    <dgm:pt modelId="{9925719F-E000-4294-8CFD-ACABEB42ED8F}" type="pres">
      <dgm:prSet presAssocID="{A04FEEDC-188A-4004-B083-53BB364E9F45}" presName="linearFlow" presStyleCnt="0">
        <dgm:presLayoutVars>
          <dgm:dir/>
          <dgm:resizeHandles val="exact"/>
        </dgm:presLayoutVars>
      </dgm:prSet>
      <dgm:spPr/>
    </dgm:pt>
    <dgm:pt modelId="{224C8594-3DDB-403E-835D-7334C62189E3}" type="pres">
      <dgm:prSet presAssocID="{3B200106-F894-49DF-A24A-A53E788A898D}" presName="node" presStyleLbl="node1" presStyleIdx="0" presStyleCnt="3">
        <dgm:presLayoutVars>
          <dgm:bulletEnabled val="1"/>
        </dgm:presLayoutVars>
      </dgm:prSet>
      <dgm:spPr/>
    </dgm:pt>
    <dgm:pt modelId="{1D761A88-91D9-480D-B92D-B7FA43F49C01}" type="pres">
      <dgm:prSet presAssocID="{4A389E38-5038-411D-847E-D09DEC7BD55F}" presName="spacerL" presStyleCnt="0"/>
      <dgm:spPr/>
    </dgm:pt>
    <dgm:pt modelId="{E2AE0D55-3332-49D3-AEA9-2F93DF9E5911}" type="pres">
      <dgm:prSet presAssocID="{4A389E38-5038-411D-847E-D09DEC7BD55F}" presName="sibTrans" presStyleLbl="sibTrans2D1" presStyleIdx="0" presStyleCnt="2"/>
      <dgm:spPr/>
    </dgm:pt>
    <dgm:pt modelId="{33530347-3F17-400C-8320-BBC4BC32D863}" type="pres">
      <dgm:prSet presAssocID="{4A389E38-5038-411D-847E-D09DEC7BD55F}" presName="spacerR" presStyleCnt="0"/>
      <dgm:spPr/>
    </dgm:pt>
    <dgm:pt modelId="{2A73E9EB-C705-477B-9A3A-5EBF69ABF22F}" type="pres">
      <dgm:prSet presAssocID="{26FACB2C-88EF-4981-B370-CE87384666E8}" presName="node" presStyleLbl="node1" presStyleIdx="1" presStyleCnt="3">
        <dgm:presLayoutVars>
          <dgm:bulletEnabled val="1"/>
        </dgm:presLayoutVars>
      </dgm:prSet>
      <dgm:spPr/>
    </dgm:pt>
    <dgm:pt modelId="{83FAEE1F-83A3-48EE-B741-1BEED1C142C7}" type="pres">
      <dgm:prSet presAssocID="{9AC68D24-9028-4AF7-886A-157803E219E4}" presName="spacerL" presStyleCnt="0"/>
      <dgm:spPr/>
    </dgm:pt>
    <dgm:pt modelId="{5B4A6961-A092-4B59-AEAC-A1D6330CE8A0}" type="pres">
      <dgm:prSet presAssocID="{9AC68D24-9028-4AF7-886A-157803E219E4}" presName="sibTrans" presStyleLbl="sibTrans2D1" presStyleIdx="1" presStyleCnt="2"/>
      <dgm:spPr/>
    </dgm:pt>
    <dgm:pt modelId="{635BF1F0-F639-4751-BFF6-8A1600F265AF}" type="pres">
      <dgm:prSet presAssocID="{9AC68D24-9028-4AF7-886A-157803E219E4}" presName="spacerR" presStyleCnt="0"/>
      <dgm:spPr/>
    </dgm:pt>
    <dgm:pt modelId="{0AAFB059-AB9B-4FED-B1EC-FF3442B8E4DC}" type="pres">
      <dgm:prSet presAssocID="{2B75C2D1-A805-4AF7-A9A0-D6B035AFA099}" presName="node" presStyleLbl="node1" presStyleIdx="2" presStyleCnt="3">
        <dgm:presLayoutVars>
          <dgm:bulletEnabled val="1"/>
        </dgm:presLayoutVars>
      </dgm:prSet>
      <dgm:spPr/>
    </dgm:pt>
  </dgm:ptLst>
  <dgm:cxnLst>
    <dgm:cxn modelId="{B32AE503-3B9B-4CD8-958B-99DF66878A36}" type="presOf" srcId="{A04FEEDC-188A-4004-B083-53BB364E9F45}" destId="{9925719F-E000-4294-8CFD-ACABEB42ED8F}" srcOrd="0" destOrd="0" presId="urn:microsoft.com/office/officeart/2005/8/layout/equation1"/>
    <dgm:cxn modelId="{7A0B900E-FEC6-4A54-A7C9-3C32A8B91FD8}" type="presOf" srcId="{26FACB2C-88EF-4981-B370-CE87384666E8}" destId="{2A73E9EB-C705-477B-9A3A-5EBF69ABF22F}" srcOrd="0" destOrd="0" presId="urn:microsoft.com/office/officeart/2005/8/layout/equation1"/>
    <dgm:cxn modelId="{736C7A2A-DF09-46FC-9982-519217493731}" srcId="{A04FEEDC-188A-4004-B083-53BB364E9F45}" destId="{2B75C2D1-A805-4AF7-A9A0-D6B035AFA099}" srcOrd="2" destOrd="0" parTransId="{CCE5D061-616F-46E1-944F-1CEDA2D9140D}" sibTransId="{0E480D14-CFCA-4633-BAE9-5DBA2A5FC898}"/>
    <dgm:cxn modelId="{E904BD32-CB56-4E0D-8650-857F8B8192B5}" type="presOf" srcId="{4A389E38-5038-411D-847E-D09DEC7BD55F}" destId="{E2AE0D55-3332-49D3-AEA9-2F93DF9E5911}" srcOrd="0" destOrd="0" presId="urn:microsoft.com/office/officeart/2005/8/layout/equation1"/>
    <dgm:cxn modelId="{699C2749-8DDA-488F-A074-E713E563142C}" srcId="{A04FEEDC-188A-4004-B083-53BB364E9F45}" destId="{26FACB2C-88EF-4981-B370-CE87384666E8}" srcOrd="1" destOrd="0" parTransId="{F2CAAD43-0EE0-446F-BC0A-25F3BFCA0EBE}" sibTransId="{9AC68D24-9028-4AF7-886A-157803E219E4}"/>
    <dgm:cxn modelId="{535C3D4B-2567-4F08-89D3-3CEF918C4B01}" type="presOf" srcId="{2B75C2D1-A805-4AF7-A9A0-D6B035AFA099}" destId="{0AAFB059-AB9B-4FED-B1EC-FF3442B8E4DC}" srcOrd="0" destOrd="0" presId="urn:microsoft.com/office/officeart/2005/8/layout/equation1"/>
    <dgm:cxn modelId="{3DBAC64D-2BB6-468A-A2F0-45C0FD85C7A0}" srcId="{A04FEEDC-188A-4004-B083-53BB364E9F45}" destId="{3B200106-F894-49DF-A24A-A53E788A898D}" srcOrd="0" destOrd="0" parTransId="{96F00195-F504-4908-A7D1-470CDD5A19C5}" sibTransId="{4A389E38-5038-411D-847E-D09DEC7BD55F}"/>
    <dgm:cxn modelId="{F02F0FC8-B4BE-4E49-806F-5B3C905D981A}" type="presOf" srcId="{3B200106-F894-49DF-A24A-A53E788A898D}" destId="{224C8594-3DDB-403E-835D-7334C62189E3}" srcOrd="0" destOrd="0" presId="urn:microsoft.com/office/officeart/2005/8/layout/equation1"/>
    <dgm:cxn modelId="{E52293F8-F9AE-49AE-B20F-75B9153BB9E5}" type="presOf" srcId="{9AC68D24-9028-4AF7-886A-157803E219E4}" destId="{5B4A6961-A092-4B59-AEAC-A1D6330CE8A0}" srcOrd="0" destOrd="0" presId="urn:microsoft.com/office/officeart/2005/8/layout/equation1"/>
    <dgm:cxn modelId="{1182C0C5-BC08-43DB-8861-F5AEC767DC89}" type="presParOf" srcId="{9925719F-E000-4294-8CFD-ACABEB42ED8F}" destId="{224C8594-3DDB-403E-835D-7334C62189E3}" srcOrd="0" destOrd="0" presId="urn:microsoft.com/office/officeart/2005/8/layout/equation1"/>
    <dgm:cxn modelId="{AA499753-F0A6-4B11-A6B8-68AD2FBFCAD2}" type="presParOf" srcId="{9925719F-E000-4294-8CFD-ACABEB42ED8F}" destId="{1D761A88-91D9-480D-B92D-B7FA43F49C01}" srcOrd="1" destOrd="0" presId="urn:microsoft.com/office/officeart/2005/8/layout/equation1"/>
    <dgm:cxn modelId="{FA7E7621-2EE8-4A57-8DB8-99F167558D69}" type="presParOf" srcId="{9925719F-E000-4294-8CFD-ACABEB42ED8F}" destId="{E2AE0D55-3332-49D3-AEA9-2F93DF9E5911}" srcOrd="2" destOrd="0" presId="urn:microsoft.com/office/officeart/2005/8/layout/equation1"/>
    <dgm:cxn modelId="{82B5DBAC-4AD9-4F31-A0B0-58129E64BE6B}" type="presParOf" srcId="{9925719F-E000-4294-8CFD-ACABEB42ED8F}" destId="{33530347-3F17-400C-8320-BBC4BC32D863}" srcOrd="3" destOrd="0" presId="urn:microsoft.com/office/officeart/2005/8/layout/equation1"/>
    <dgm:cxn modelId="{42F1D2E3-A3A3-4E68-BE09-CAAEBBD57BE5}" type="presParOf" srcId="{9925719F-E000-4294-8CFD-ACABEB42ED8F}" destId="{2A73E9EB-C705-477B-9A3A-5EBF69ABF22F}" srcOrd="4" destOrd="0" presId="urn:microsoft.com/office/officeart/2005/8/layout/equation1"/>
    <dgm:cxn modelId="{AF673A9B-B662-4F96-A8AD-6C7738F28D3F}" type="presParOf" srcId="{9925719F-E000-4294-8CFD-ACABEB42ED8F}" destId="{83FAEE1F-83A3-48EE-B741-1BEED1C142C7}" srcOrd="5" destOrd="0" presId="urn:microsoft.com/office/officeart/2005/8/layout/equation1"/>
    <dgm:cxn modelId="{617BB072-BB98-41AC-98B4-6013DD39F3C2}" type="presParOf" srcId="{9925719F-E000-4294-8CFD-ACABEB42ED8F}" destId="{5B4A6961-A092-4B59-AEAC-A1D6330CE8A0}" srcOrd="6" destOrd="0" presId="urn:microsoft.com/office/officeart/2005/8/layout/equation1"/>
    <dgm:cxn modelId="{EE6F9FCD-6649-4AE2-8886-F7FA3DD417FE}" type="presParOf" srcId="{9925719F-E000-4294-8CFD-ACABEB42ED8F}" destId="{635BF1F0-F639-4751-BFF6-8A1600F265AF}" srcOrd="7" destOrd="0" presId="urn:microsoft.com/office/officeart/2005/8/layout/equation1"/>
    <dgm:cxn modelId="{1374D74B-E337-44D2-811C-3506A685AEE5}" type="presParOf" srcId="{9925719F-E000-4294-8CFD-ACABEB42ED8F}" destId="{0AAFB059-AB9B-4FED-B1EC-FF3442B8E4DC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64FEE6-C778-40BD-9472-2D5340490516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721C5F4F-EA63-41FD-B940-AAC1263FDA7D}">
      <dgm:prSet phldrT="[Tekst]"/>
      <dgm:spPr/>
      <dgm:t>
        <a:bodyPr/>
        <a:lstStyle/>
        <a:p>
          <a:pPr>
            <a:buNone/>
          </a:pPr>
          <a:r>
            <a:rPr lang="da-DK" b="1" i="0"/>
            <a:t>Indbygget salt</a:t>
          </a:r>
          <a:endParaRPr lang="da-DK" dirty="0"/>
        </a:p>
      </dgm:t>
    </dgm:pt>
    <dgm:pt modelId="{7526CE34-262F-4AC1-B3D5-25CC9DE28083}" type="parTrans" cxnId="{69BBFB03-B3E4-4F2A-9A08-6E36A3377F35}">
      <dgm:prSet/>
      <dgm:spPr/>
      <dgm:t>
        <a:bodyPr/>
        <a:lstStyle/>
        <a:p>
          <a:endParaRPr lang="da-DK"/>
        </a:p>
      </dgm:t>
    </dgm:pt>
    <dgm:pt modelId="{DACDA14E-71CA-492C-A778-4076DA3AE047}" type="sibTrans" cxnId="{69BBFB03-B3E4-4F2A-9A08-6E36A3377F35}">
      <dgm:prSet/>
      <dgm:spPr/>
      <dgm:t>
        <a:bodyPr/>
        <a:lstStyle/>
        <a:p>
          <a:endParaRPr lang="da-DK"/>
        </a:p>
      </dgm:t>
    </dgm:pt>
    <dgm:pt modelId="{BB39A34D-F7FD-4068-A428-BDE94CA95582}">
      <dgm:prSet phldrT="[Tekst]"/>
      <dgm:spPr/>
      <dgm:t>
        <a:bodyPr/>
        <a:lstStyle/>
        <a:p>
          <a:pPr>
            <a:buNone/>
          </a:pPr>
          <a:r>
            <a:rPr lang="da-DK" b="0" i="0"/>
            <a:t>Baseret på Blowfish-key-schedule</a:t>
          </a:r>
          <a:endParaRPr lang="da-DK" dirty="0"/>
        </a:p>
      </dgm:t>
    </dgm:pt>
    <dgm:pt modelId="{6397E24F-F067-41C8-94D0-5278C5853148}" type="parTrans" cxnId="{C8051DBE-B0E8-4F57-8DBC-ED92226256B0}">
      <dgm:prSet/>
      <dgm:spPr/>
      <dgm:t>
        <a:bodyPr/>
        <a:lstStyle/>
        <a:p>
          <a:endParaRPr lang="da-DK"/>
        </a:p>
      </dgm:t>
    </dgm:pt>
    <dgm:pt modelId="{15715ED2-8E1C-4C32-B759-1359D5518EEB}" type="sibTrans" cxnId="{C8051DBE-B0E8-4F57-8DBC-ED92226256B0}">
      <dgm:prSet/>
      <dgm:spPr/>
      <dgm:t>
        <a:bodyPr/>
        <a:lstStyle/>
        <a:p>
          <a:endParaRPr lang="da-DK"/>
        </a:p>
      </dgm:t>
    </dgm:pt>
    <dgm:pt modelId="{BD764D08-68D6-4C2D-A9C1-85F30A2A7E48}">
      <dgm:prSet phldrT="[Tekst]"/>
      <dgm:spPr/>
      <dgm:t>
        <a:bodyPr/>
        <a:lstStyle/>
        <a:p>
          <a:pPr>
            <a:buNone/>
          </a:pPr>
          <a:r>
            <a:rPr lang="da-DK" b="0" i="0"/>
            <a:t>Robust mod GPU‑baserede angreb</a:t>
          </a:r>
          <a:endParaRPr lang="da-DK" dirty="0"/>
        </a:p>
      </dgm:t>
    </dgm:pt>
    <dgm:pt modelId="{D63A632E-BD22-4AC7-BBD9-BD9212F76A2A}" type="parTrans" cxnId="{435C431C-C235-4E10-8FE9-F0AE01D60205}">
      <dgm:prSet/>
      <dgm:spPr/>
      <dgm:t>
        <a:bodyPr/>
        <a:lstStyle/>
        <a:p>
          <a:endParaRPr lang="da-DK"/>
        </a:p>
      </dgm:t>
    </dgm:pt>
    <dgm:pt modelId="{9494C418-13EF-4038-BDCF-2C5C42616365}" type="sibTrans" cxnId="{435C431C-C235-4E10-8FE9-F0AE01D60205}">
      <dgm:prSet/>
      <dgm:spPr/>
      <dgm:t>
        <a:bodyPr/>
        <a:lstStyle/>
        <a:p>
          <a:endParaRPr lang="da-DK"/>
        </a:p>
      </dgm:t>
    </dgm:pt>
    <dgm:pt modelId="{CB651503-CA04-4909-9B20-C7DF81133E7C}">
      <dgm:prSet phldrT="[Tekst]"/>
      <dgm:spPr/>
      <dgm:t>
        <a:bodyPr/>
        <a:lstStyle/>
        <a:p>
          <a:pPr>
            <a:buNone/>
          </a:pPr>
          <a:r>
            <a:rPr lang="da-DK" b="1" i="0"/>
            <a:t>Langsom proces → sværere bruteforce-angreb</a:t>
          </a:r>
          <a:endParaRPr lang="da-DK" dirty="0"/>
        </a:p>
      </dgm:t>
    </dgm:pt>
    <dgm:pt modelId="{5C1211D4-06F4-4AB2-9303-39B3A3903AD2}" type="parTrans" cxnId="{88B53359-4D63-438F-875F-C86CE567F4D8}">
      <dgm:prSet/>
      <dgm:spPr/>
      <dgm:t>
        <a:bodyPr/>
        <a:lstStyle/>
        <a:p>
          <a:endParaRPr lang="da-DK"/>
        </a:p>
      </dgm:t>
    </dgm:pt>
    <dgm:pt modelId="{2A8D4BD6-3820-4589-B1BA-9DF6A16DE039}" type="sibTrans" cxnId="{88B53359-4D63-438F-875F-C86CE567F4D8}">
      <dgm:prSet/>
      <dgm:spPr/>
      <dgm:t>
        <a:bodyPr/>
        <a:lstStyle/>
        <a:p>
          <a:endParaRPr lang="da-DK"/>
        </a:p>
      </dgm:t>
    </dgm:pt>
    <dgm:pt modelId="{F1B83596-D484-471D-928B-C299C6A6AB2D}">
      <dgm:prSet phldrT="[Tekst]"/>
      <dgm:spPr/>
      <dgm:t>
        <a:bodyPr/>
        <a:lstStyle/>
        <a:p>
          <a:pPr>
            <a:buNone/>
          </a:pPr>
          <a:r>
            <a:rPr lang="da-DK" b="1" i="0"/>
            <a:t>Indbygget cost factor ‘saltRounds’</a:t>
          </a:r>
          <a:endParaRPr lang="da-DK" dirty="0"/>
        </a:p>
      </dgm:t>
    </dgm:pt>
    <dgm:pt modelId="{C2582BA4-28A3-4B7B-84C9-BA2E82ECD25E}" type="parTrans" cxnId="{29FAEB9A-63CA-4AF3-AFE9-3265AC8F6026}">
      <dgm:prSet/>
      <dgm:spPr/>
      <dgm:t>
        <a:bodyPr/>
        <a:lstStyle/>
        <a:p>
          <a:endParaRPr lang="da-DK"/>
        </a:p>
      </dgm:t>
    </dgm:pt>
    <dgm:pt modelId="{8585A8BF-F7AA-4784-A110-79111794E8A6}" type="sibTrans" cxnId="{29FAEB9A-63CA-4AF3-AFE9-3265AC8F6026}">
      <dgm:prSet/>
      <dgm:spPr/>
      <dgm:t>
        <a:bodyPr/>
        <a:lstStyle/>
        <a:p>
          <a:endParaRPr lang="da-DK"/>
        </a:p>
      </dgm:t>
    </dgm:pt>
    <dgm:pt modelId="{E95D5D54-A780-404E-9DA2-2E0258A3B023}" type="pres">
      <dgm:prSet presAssocID="{8964FEE6-C778-40BD-9472-2D5340490516}" presName="diagram" presStyleCnt="0">
        <dgm:presLayoutVars>
          <dgm:dir/>
          <dgm:resizeHandles val="exact"/>
        </dgm:presLayoutVars>
      </dgm:prSet>
      <dgm:spPr/>
    </dgm:pt>
    <dgm:pt modelId="{8C838E50-E90E-4A90-B2AB-432B6D997B7C}" type="pres">
      <dgm:prSet presAssocID="{721C5F4F-EA63-41FD-B940-AAC1263FDA7D}" presName="node" presStyleLbl="node1" presStyleIdx="0" presStyleCnt="5">
        <dgm:presLayoutVars>
          <dgm:bulletEnabled val="1"/>
        </dgm:presLayoutVars>
      </dgm:prSet>
      <dgm:spPr/>
    </dgm:pt>
    <dgm:pt modelId="{A4F3D383-B3D3-4523-ABD8-0CD6334A6A4D}" type="pres">
      <dgm:prSet presAssocID="{DACDA14E-71CA-492C-A778-4076DA3AE047}" presName="sibTrans" presStyleCnt="0"/>
      <dgm:spPr/>
    </dgm:pt>
    <dgm:pt modelId="{34C9C5FF-8594-4B1A-925A-3C29F07A6663}" type="pres">
      <dgm:prSet presAssocID="{F1B83596-D484-471D-928B-C299C6A6AB2D}" presName="node" presStyleLbl="node1" presStyleIdx="1" presStyleCnt="5">
        <dgm:presLayoutVars>
          <dgm:bulletEnabled val="1"/>
        </dgm:presLayoutVars>
      </dgm:prSet>
      <dgm:spPr/>
    </dgm:pt>
    <dgm:pt modelId="{F82FB22B-5F40-477D-A477-B255FCB986AE}" type="pres">
      <dgm:prSet presAssocID="{8585A8BF-F7AA-4784-A110-79111794E8A6}" presName="sibTrans" presStyleCnt="0"/>
      <dgm:spPr/>
    </dgm:pt>
    <dgm:pt modelId="{45836DD3-B09B-4175-B319-D6011633310C}" type="pres">
      <dgm:prSet presAssocID="{CB651503-CA04-4909-9B20-C7DF81133E7C}" presName="node" presStyleLbl="node1" presStyleIdx="2" presStyleCnt="5">
        <dgm:presLayoutVars>
          <dgm:bulletEnabled val="1"/>
        </dgm:presLayoutVars>
      </dgm:prSet>
      <dgm:spPr/>
    </dgm:pt>
    <dgm:pt modelId="{9E604081-D827-4213-98EE-FADC356268E8}" type="pres">
      <dgm:prSet presAssocID="{2A8D4BD6-3820-4589-B1BA-9DF6A16DE039}" presName="sibTrans" presStyleCnt="0"/>
      <dgm:spPr/>
    </dgm:pt>
    <dgm:pt modelId="{1248074B-1F23-47E4-AB6C-4017191E87E4}" type="pres">
      <dgm:prSet presAssocID="{BD764D08-68D6-4C2D-A9C1-85F30A2A7E48}" presName="node" presStyleLbl="node1" presStyleIdx="3" presStyleCnt="5">
        <dgm:presLayoutVars>
          <dgm:bulletEnabled val="1"/>
        </dgm:presLayoutVars>
      </dgm:prSet>
      <dgm:spPr/>
    </dgm:pt>
    <dgm:pt modelId="{B0E5ED5D-BE99-4F37-B9CF-3D69D98F4249}" type="pres">
      <dgm:prSet presAssocID="{9494C418-13EF-4038-BDCF-2C5C42616365}" presName="sibTrans" presStyleCnt="0"/>
      <dgm:spPr/>
    </dgm:pt>
    <dgm:pt modelId="{71E5DDFB-CA37-48F5-8D59-14B1864E5FE9}" type="pres">
      <dgm:prSet presAssocID="{BB39A34D-F7FD-4068-A428-BDE94CA95582}" presName="node" presStyleLbl="node1" presStyleIdx="4" presStyleCnt="5">
        <dgm:presLayoutVars>
          <dgm:bulletEnabled val="1"/>
        </dgm:presLayoutVars>
      </dgm:prSet>
      <dgm:spPr/>
    </dgm:pt>
  </dgm:ptLst>
  <dgm:cxnLst>
    <dgm:cxn modelId="{69BBFB03-B3E4-4F2A-9A08-6E36A3377F35}" srcId="{8964FEE6-C778-40BD-9472-2D5340490516}" destId="{721C5F4F-EA63-41FD-B940-AAC1263FDA7D}" srcOrd="0" destOrd="0" parTransId="{7526CE34-262F-4AC1-B3D5-25CC9DE28083}" sibTransId="{DACDA14E-71CA-492C-A778-4076DA3AE047}"/>
    <dgm:cxn modelId="{3F307B09-744F-403A-BDFC-40FE58218928}" type="presOf" srcId="{721C5F4F-EA63-41FD-B940-AAC1263FDA7D}" destId="{8C838E50-E90E-4A90-B2AB-432B6D997B7C}" srcOrd="0" destOrd="0" presId="urn:microsoft.com/office/officeart/2005/8/layout/default"/>
    <dgm:cxn modelId="{435C431C-C235-4E10-8FE9-F0AE01D60205}" srcId="{8964FEE6-C778-40BD-9472-2D5340490516}" destId="{BD764D08-68D6-4C2D-A9C1-85F30A2A7E48}" srcOrd="3" destOrd="0" parTransId="{D63A632E-BD22-4AC7-BBD9-BD9212F76A2A}" sibTransId="{9494C418-13EF-4038-BDCF-2C5C42616365}"/>
    <dgm:cxn modelId="{E96E8B2B-31B7-4EFB-B412-FBFF91F7C03F}" type="presOf" srcId="{F1B83596-D484-471D-928B-C299C6A6AB2D}" destId="{34C9C5FF-8594-4B1A-925A-3C29F07A6663}" srcOrd="0" destOrd="0" presId="urn:microsoft.com/office/officeart/2005/8/layout/default"/>
    <dgm:cxn modelId="{88B53359-4D63-438F-875F-C86CE567F4D8}" srcId="{8964FEE6-C778-40BD-9472-2D5340490516}" destId="{CB651503-CA04-4909-9B20-C7DF81133E7C}" srcOrd="2" destOrd="0" parTransId="{5C1211D4-06F4-4AB2-9303-39B3A3903AD2}" sibTransId="{2A8D4BD6-3820-4589-B1BA-9DF6A16DE039}"/>
    <dgm:cxn modelId="{29FAEB9A-63CA-4AF3-AFE9-3265AC8F6026}" srcId="{8964FEE6-C778-40BD-9472-2D5340490516}" destId="{F1B83596-D484-471D-928B-C299C6A6AB2D}" srcOrd="1" destOrd="0" parTransId="{C2582BA4-28A3-4B7B-84C9-BA2E82ECD25E}" sibTransId="{8585A8BF-F7AA-4784-A110-79111794E8A6}"/>
    <dgm:cxn modelId="{753B92AC-BA6F-4B9B-B846-A1B12BDDAD8C}" type="presOf" srcId="{8964FEE6-C778-40BD-9472-2D5340490516}" destId="{E95D5D54-A780-404E-9DA2-2E0258A3B023}" srcOrd="0" destOrd="0" presId="urn:microsoft.com/office/officeart/2005/8/layout/default"/>
    <dgm:cxn modelId="{C8051DBE-B0E8-4F57-8DBC-ED92226256B0}" srcId="{8964FEE6-C778-40BD-9472-2D5340490516}" destId="{BB39A34D-F7FD-4068-A428-BDE94CA95582}" srcOrd="4" destOrd="0" parTransId="{6397E24F-F067-41C8-94D0-5278C5853148}" sibTransId="{15715ED2-8E1C-4C32-B759-1359D5518EEB}"/>
    <dgm:cxn modelId="{D97286C0-D479-44A6-BC4E-BF708C2F1238}" type="presOf" srcId="{CB651503-CA04-4909-9B20-C7DF81133E7C}" destId="{45836DD3-B09B-4175-B319-D6011633310C}" srcOrd="0" destOrd="0" presId="urn:microsoft.com/office/officeart/2005/8/layout/default"/>
    <dgm:cxn modelId="{91B892F1-425A-45AC-AF70-EDFF21E068BC}" type="presOf" srcId="{BD764D08-68D6-4C2D-A9C1-85F30A2A7E48}" destId="{1248074B-1F23-47E4-AB6C-4017191E87E4}" srcOrd="0" destOrd="0" presId="urn:microsoft.com/office/officeart/2005/8/layout/default"/>
    <dgm:cxn modelId="{A9257FFA-8DF6-425E-8562-98DCB2D48EFD}" type="presOf" srcId="{BB39A34D-F7FD-4068-A428-BDE94CA95582}" destId="{71E5DDFB-CA37-48F5-8D59-14B1864E5FE9}" srcOrd="0" destOrd="0" presId="urn:microsoft.com/office/officeart/2005/8/layout/default"/>
    <dgm:cxn modelId="{9509BC8F-8611-426A-87C2-A0FB3861DDF7}" type="presParOf" srcId="{E95D5D54-A780-404E-9DA2-2E0258A3B023}" destId="{8C838E50-E90E-4A90-B2AB-432B6D997B7C}" srcOrd="0" destOrd="0" presId="urn:microsoft.com/office/officeart/2005/8/layout/default"/>
    <dgm:cxn modelId="{8078B152-AC01-40D1-A9A8-73D567219943}" type="presParOf" srcId="{E95D5D54-A780-404E-9DA2-2E0258A3B023}" destId="{A4F3D383-B3D3-4523-ABD8-0CD6334A6A4D}" srcOrd="1" destOrd="0" presId="urn:microsoft.com/office/officeart/2005/8/layout/default"/>
    <dgm:cxn modelId="{3CB69BEC-D877-4E61-9F61-AC0304C0F006}" type="presParOf" srcId="{E95D5D54-A780-404E-9DA2-2E0258A3B023}" destId="{34C9C5FF-8594-4B1A-925A-3C29F07A6663}" srcOrd="2" destOrd="0" presId="urn:microsoft.com/office/officeart/2005/8/layout/default"/>
    <dgm:cxn modelId="{C3ED5C82-9C36-4FA2-89C7-6BE39CA8B7A4}" type="presParOf" srcId="{E95D5D54-A780-404E-9DA2-2E0258A3B023}" destId="{F82FB22B-5F40-477D-A477-B255FCB986AE}" srcOrd="3" destOrd="0" presId="urn:microsoft.com/office/officeart/2005/8/layout/default"/>
    <dgm:cxn modelId="{9DF914D0-AF55-4E7C-996D-F679C74407F7}" type="presParOf" srcId="{E95D5D54-A780-404E-9DA2-2E0258A3B023}" destId="{45836DD3-B09B-4175-B319-D6011633310C}" srcOrd="4" destOrd="0" presId="urn:microsoft.com/office/officeart/2005/8/layout/default"/>
    <dgm:cxn modelId="{6F466979-4F24-4C3A-9BD0-6A909CA43373}" type="presParOf" srcId="{E95D5D54-A780-404E-9DA2-2E0258A3B023}" destId="{9E604081-D827-4213-98EE-FADC356268E8}" srcOrd="5" destOrd="0" presId="urn:microsoft.com/office/officeart/2005/8/layout/default"/>
    <dgm:cxn modelId="{6E3E93D5-4F62-4672-8812-1C768EF37520}" type="presParOf" srcId="{E95D5D54-A780-404E-9DA2-2E0258A3B023}" destId="{1248074B-1F23-47E4-AB6C-4017191E87E4}" srcOrd="6" destOrd="0" presId="urn:microsoft.com/office/officeart/2005/8/layout/default"/>
    <dgm:cxn modelId="{FA32F1A3-6599-4EBF-8645-F114BF383F5D}" type="presParOf" srcId="{E95D5D54-A780-404E-9DA2-2E0258A3B023}" destId="{B0E5ED5D-BE99-4F37-B9CF-3D69D98F4249}" srcOrd="7" destOrd="0" presId="urn:microsoft.com/office/officeart/2005/8/layout/default"/>
    <dgm:cxn modelId="{EDE882B4-953A-4245-A289-33135305FF50}" type="presParOf" srcId="{E95D5D54-A780-404E-9DA2-2E0258A3B023}" destId="{71E5DDFB-CA37-48F5-8D59-14B1864E5FE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A63E18-B7A6-4C36-8C11-DF3C54E48267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8AB97D02-D1B1-435B-AA5E-3CE42927E148}">
      <dgm:prSet phldrT="[Tekst]"/>
      <dgm:spPr/>
      <dgm:t>
        <a:bodyPr/>
        <a:lstStyle/>
        <a:p>
          <a:pPr>
            <a:buNone/>
          </a:pPr>
          <a:r>
            <a:rPr lang="da-DK" b="0" i="0" dirty="0"/>
            <a:t>Et </a:t>
          </a:r>
          <a:r>
            <a:rPr lang="da-DK" b="1" i="0" dirty="0"/>
            <a:t>tilfældigt stykke data</a:t>
          </a:r>
          <a:r>
            <a:rPr lang="da-DK" b="0" i="0" dirty="0"/>
            <a:t> tilføjet passwordet før </a:t>
          </a:r>
          <a:r>
            <a:rPr lang="da-DK" b="0" i="0" dirty="0" err="1"/>
            <a:t>hashing</a:t>
          </a:r>
          <a:endParaRPr lang="da-DK" dirty="0"/>
        </a:p>
      </dgm:t>
    </dgm:pt>
    <dgm:pt modelId="{912E7AFD-3810-43B9-AD38-46E1FA5E473D}" type="parTrans" cxnId="{5DC3947C-28E1-4F3D-B694-366DD496A144}">
      <dgm:prSet/>
      <dgm:spPr/>
      <dgm:t>
        <a:bodyPr/>
        <a:lstStyle/>
        <a:p>
          <a:endParaRPr lang="da-DK"/>
        </a:p>
      </dgm:t>
    </dgm:pt>
    <dgm:pt modelId="{E63E8927-DF5F-4B3F-A5A2-8189665D2299}" type="sibTrans" cxnId="{5DC3947C-28E1-4F3D-B694-366DD496A144}">
      <dgm:prSet/>
      <dgm:spPr/>
      <dgm:t>
        <a:bodyPr/>
        <a:lstStyle/>
        <a:p>
          <a:endParaRPr lang="da-DK"/>
        </a:p>
      </dgm:t>
    </dgm:pt>
    <dgm:pt modelId="{B6BB248A-0645-40E9-B4B7-F9E6EAA58709}">
      <dgm:prSet phldrT="[Tekst]"/>
      <dgm:spPr/>
      <dgm:t>
        <a:bodyPr/>
        <a:lstStyle/>
        <a:p>
          <a:pPr>
            <a:buNone/>
          </a:pPr>
          <a:r>
            <a:rPr lang="da-DK" b="0" i="0"/>
            <a:t>Gør hashene </a:t>
          </a:r>
          <a:r>
            <a:rPr lang="da-DK" b="1" i="0"/>
            <a:t>unikke</a:t>
          </a:r>
          <a:r>
            <a:rPr lang="da-DK" b="0" i="0"/>
            <a:t>, selv hvis to brugere har samme password</a:t>
          </a:r>
          <a:endParaRPr lang="da-DK" dirty="0"/>
        </a:p>
      </dgm:t>
    </dgm:pt>
    <dgm:pt modelId="{10E057BB-16D9-4BC8-93D5-9DD0E0C36A24}" type="parTrans" cxnId="{C726217F-1A57-44B2-A466-42F76E9B3916}">
      <dgm:prSet/>
      <dgm:spPr/>
      <dgm:t>
        <a:bodyPr/>
        <a:lstStyle/>
        <a:p>
          <a:endParaRPr lang="da-DK"/>
        </a:p>
      </dgm:t>
    </dgm:pt>
    <dgm:pt modelId="{71945BC8-2461-4456-8D94-69F5B3E2F9F2}" type="sibTrans" cxnId="{C726217F-1A57-44B2-A466-42F76E9B3916}">
      <dgm:prSet/>
      <dgm:spPr/>
      <dgm:t>
        <a:bodyPr/>
        <a:lstStyle/>
        <a:p>
          <a:endParaRPr lang="da-DK"/>
        </a:p>
      </dgm:t>
    </dgm:pt>
    <dgm:pt modelId="{21EF492A-897D-4918-AE15-3A4988BF54E4}">
      <dgm:prSet phldrT="[Tekst]"/>
      <dgm:spPr/>
      <dgm:t>
        <a:bodyPr/>
        <a:lstStyle/>
        <a:p>
          <a:pPr>
            <a:buNone/>
          </a:pPr>
          <a:r>
            <a:rPr lang="da-DK" b="0" i="0"/>
            <a:t>Beskytter mod </a:t>
          </a:r>
          <a:r>
            <a:rPr lang="da-DK" b="1" i="0"/>
            <a:t>rainbow tables</a:t>
          </a:r>
          <a:endParaRPr lang="da-DK" dirty="0"/>
        </a:p>
      </dgm:t>
    </dgm:pt>
    <dgm:pt modelId="{FD860033-E407-4E5E-B5C9-A5B85ACC6E80}" type="parTrans" cxnId="{48487C15-3632-4234-A735-CF96ADD472CB}">
      <dgm:prSet/>
      <dgm:spPr/>
      <dgm:t>
        <a:bodyPr/>
        <a:lstStyle/>
        <a:p>
          <a:endParaRPr lang="da-DK"/>
        </a:p>
      </dgm:t>
    </dgm:pt>
    <dgm:pt modelId="{09C072E4-7BF4-4DE9-AE8A-157FED108316}" type="sibTrans" cxnId="{48487C15-3632-4234-A735-CF96ADD472CB}">
      <dgm:prSet/>
      <dgm:spPr/>
      <dgm:t>
        <a:bodyPr/>
        <a:lstStyle/>
        <a:p>
          <a:endParaRPr lang="da-DK"/>
        </a:p>
      </dgm:t>
    </dgm:pt>
    <dgm:pt modelId="{28B09701-DD98-43B8-BA8D-4D9BF51D790C}">
      <dgm:prSet phldrT="[Tekst]"/>
      <dgm:spPr/>
      <dgm:t>
        <a:bodyPr/>
        <a:lstStyle/>
        <a:p>
          <a:pPr>
            <a:buNone/>
          </a:pPr>
          <a:r>
            <a:rPr lang="da-DK" b="0" i="0" dirty="0"/>
            <a:t>Saltet </a:t>
          </a:r>
          <a:r>
            <a:rPr lang="da-DK" b="1" i="0" dirty="0"/>
            <a:t>opbevares sammen med </a:t>
          </a:r>
          <a:r>
            <a:rPr lang="da-DK" b="1" i="0" dirty="0" err="1"/>
            <a:t>hash’en</a:t>
          </a:r>
          <a:r>
            <a:rPr lang="da-DK" b="0" i="0" dirty="0"/>
            <a:t> (det er ikke hemmeligt)</a:t>
          </a:r>
          <a:endParaRPr lang="da-DK" dirty="0"/>
        </a:p>
      </dgm:t>
    </dgm:pt>
    <dgm:pt modelId="{02459D56-C5FA-4CEB-A3F1-E9085FEEBE3B}" type="parTrans" cxnId="{9D7ED8C5-4CBD-41C6-9620-99E613F99CCE}">
      <dgm:prSet/>
      <dgm:spPr/>
      <dgm:t>
        <a:bodyPr/>
        <a:lstStyle/>
        <a:p>
          <a:endParaRPr lang="da-DK"/>
        </a:p>
      </dgm:t>
    </dgm:pt>
    <dgm:pt modelId="{57DC1B85-8700-451F-9568-834F0CC1614C}" type="sibTrans" cxnId="{9D7ED8C5-4CBD-41C6-9620-99E613F99CCE}">
      <dgm:prSet/>
      <dgm:spPr/>
      <dgm:t>
        <a:bodyPr/>
        <a:lstStyle/>
        <a:p>
          <a:endParaRPr lang="da-DK"/>
        </a:p>
      </dgm:t>
    </dgm:pt>
    <dgm:pt modelId="{07C8D151-B886-499B-8899-E2238CA66580}" type="pres">
      <dgm:prSet presAssocID="{39A63E18-B7A6-4C36-8C11-DF3C54E48267}" presName="vert0" presStyleCnt="0">
        <dgm:presLayoutVars>
          <dgm:dir/>
          <dgm:animOne val="branch"/>
          <dgm:animLvl val="lvl"/>
        </dgm:presLayoutVars>
      </dgm:prSet>
      <dgm:spPr/>
    </dgm:pt>
    <dgm:pt modelId="{203444E8-1D5C-46E1-A0DA-646C573409C3}" type="pres">
      <dgm:prSet presAssocID="{8AB97D02-D1B1-435B-AA5E-3CE42927E148}" presName="thickLine" presStyleLbl="alignNode1" presStyleIdx="0" presStyleCnt="4"/>
      <dgm:spPr/>
    </dgm:pt>
    <dgm:pt modelId="{2689B8F3-FC0E-4046-9537-E175BE8D370C}" type="pres">
      <dgm:prSet presAssocID="{8AB97D02-D1B1-435B-AA5E-3CE42927E148}" presName="horz1" presStyleCnt="0"/>
      <dgm:spPr/>
    </dgm:pt>
    <dgm:pt modelId="{F08D1EAD-35F7-497B-90F9-676BA132A092}" type="pres">
      <dgm:prSet presAssocID="{8AB97D02-D1B1-435B-AA5E-3CE42927E148}" presName="tx1" presStyleLbl="revTx" presStyleIdx="0" presStyleCnt="4"/>
      <dgm:spPr/>
    </dgm:pt>
    <dgm:pt modelId="{98377097-A2FA-483E-B2B0-D2818BD00C1A}" type="pres">
      <dgm:prSet presAssocID="{8AB97D02-D1B1-435B-AA5E-3CE42927E148}" presName="vert1" presStyleCnt="0"/>
      <dgm:spPr/>
    </dgm:pt>
    <dgm:pt modelId="{BD644803-749A-4E44-BEC0-D5E23CBBCDB5}" type="pres">
      <dgm:prSet presAssocID="{B6BB248A-0645-40E9-B4B7-F9E6EAA58709}" presName="thickLine" presStyleLbl="alignNode1" presStyleIdx="1" presStyleCnt="4"/>
      <dgm:spPr/>
    </dgm:pt>
    <dgm:pt modelId="{FA95246C-153D-4171-9EA0-670866913EAE}" type="pres">
      <dgm:prSet presAssocID="{B6BB248A-0645-40E9-B4B7-F9E6EAA58709}" presName="horz1" presStyleCnt="0"/>
      <dgm:spPr/>
    </dgm:pt>
    <dgm:pt modelId="{263892B7-EA01-4376-A98D-86ED95E34AB1}" type="pres">
      <dgm:prSet presAssocID="{B6BB248A-0645-40E9-B4B7-F9E6EAA58709}" presName="tx1" presStyleLbl="revTx" presStyleIdx="1" presStyleCnt="4"/>
      <dgm:spPr/>
    </dgm:pt>
    <dgm:pt modelId="{090A5360-9167-4B3A-981E-5E605BB69B7F}" type="pres">
      <dgm:prSet presAssocID="{B6BB248A-0645-40E9-B4B7-F9E6EAA58709}" presName="vert1" presStyleCnt="0"/>
      <dgm:spPr/>
    </dgm:pt>
    <dgm:pt modelId="{84E33D4A-EC90-492D-934E-2312A3F303DF}" type="pres">
      <dgm:prSet presAssocID="{21EF492A-897D-4918-AE15-3A4988BF54E4}" presName="thickLine" presStyleLbl="alignNode1" presStyleIdx="2" presStyleCnt="4"/>
      <dgm:spPr/>
    </dgm:pt>
    <dgm:pt modelId="{4851672C-D05F-4EA8-81EB-5FA0E5C5161C}" type="pres">
      <dgm:prSet presAssocID="{21EF492A-897D-4918-AE15-3A4988BF54E4}" presName="horz1" presStyleCnt="0"/>
      <dgm:spPr/>
    </dgm:pt>
    <dgm:pt modelId="{7A8CFEA2-EFCF-4466-B559-7A6D6B958B9C}" type="pres">
      <dgm:prSet presAssocID="{21EF492A-897D-4918-AE15-3A4988BF54E4}" presName="tx1" presStyleLbl="revTx" presStyleIdx="2" presStyleCnt="4"/>
      <dgm:spPr/>
    </dgm:pt>
    <dgm:pt modelId="{74A5189D-2716-4A4E-AB0D-11D1C809312A}" type="pres">
      <dgm:prSet presAssocID="{21EF492A-897D-4918-AE15-3A4988BF54E4}" presName="vert1" presStyleCnt="0"/>
      <dgm:spPr/>
    </dgm:pt>
    <dgm:pt modelId="{07FB78B9-AB2A-43C0-85F3-C0BA9CD417D2}" type="pres">
      <dgm:prSet presAssocID="{28B09701-DD98-43B8-BA8D-4D9BF51D790C}" presName="thickLine" presStyleLbl="alignNode1" presStyleIdx="3" presStyleCnt="4"/>
      <dgm:spPr/>
    </dgm:pt>
    <dgm:pt modelId="{7FEA3E00-D098-4DD3-ACD0-F7C259C9AACD}" type="pres">
      <dgm:prSet presAssocID="{28B09701-DD98-43B8-BA8D-4D9BF51D790C}" presName="horz1" presStyleCnt="0"/>
      <dgm:spPr/>
    </dgm:pt>
    <dgm:pt modelId="{21DDBC58-2467-4729-8EF8-F9BDEA0254F1}" type="pres">
      <dgm:prSet presAssocID="{28B09701-DD98-43B8-BA8D-4D9BF51D790C}" presName="tx1" presStyleLbl="revTx" presStyleIdx="3" presStyleCnt="4"/>
      <dgm:spPr/>
    </dgm:pt>
    <dgm:pt modelId="{20930B45-BBA2-4F66-A381-10174E618C20}" type="pres">
      <dgm:prSet presAssocID="{28B09701-DD98-43B8-BA8D-4D9BF51D790C}" presName="vert1" presStyleCnt="0"/>
      <dgm:spPr/>
    </dgm:pt>
  </dgm:ptLst>
  <dgm:cxnLst>
    <dgm:cxn modelId="{F8FFEC02-17C3-45B6-BF41-B10FBCD0D9CE}" type="presOf" srcId="{21EF492A-897D-4918-AE15-3A4988BF54E4}" destId="{7A8CFEA2-EFCF-4466-B559-7A6D6B958B9C}" srcOrd="0" destOrd="0" presId="urn:microsoft.com/office/officeart/2008/layout/LinedList"/>
    <dgm:cxn modelId="{48487C15-3632-4234-A735-CF96ADD472CB}" srcId="{39A63E18-B7A6-4C36-8C11-DF3C54E48267}" destId="{21EF492A-897D-4918-AE15-3A4988BF54E4}" srcOrd="2" destOrd="0" parTransId="{FD860033-E407-4E5E-B5C9-A5B85ACC6E80}" sibTransId="{09C072E4-7BF4-4DE9-AE8A-157FED108316}"/>
    <dgm:cxn modelId="{5F92FD67-389D-4E79-9C39-7E7DAB8605E0}" type="presOf" srcId="{B6BB248A-0645-40E9-B4B7-F9E6EAA58709}" destId="{263892B7-EA01-4376-A98D-86ED95E34AB1}" srcOrd="0" destOrd="0" presId="urn:microsoft.com/office/officeart/2008/layout/LinedList"/>
    <dgm:cxn modelId="{5DC3947C-28E1-4F3D-B694-366DD496A144}" srcId="{39A63E18-B7A6-4C36-8C11-DF3C54E48267}" destId="{8AB97D02-D1B1-435B-AA5E-3CE42927E148}" srcOrd="0" destOrd="0" parTransId="{912E7AFD-3810-43B9-AD38-46E1FA5E473D}" sibTransId="{E63E8927-DF5F-4B3F-A5A2-8189665D2299}"/>
    <dgm:cxn modelId="{C726217F-1A57-44B2-A466-42F76E9B3916}" srcId="{39A63E18-B7A6-4C36-8C11-DF3C54E48267}" destId="{B6BB248A-0645-40E9-B4B7-F9E6EAA58709}" srcOrd="1" destOrd="0" parTransId="{10E057BB-16D9-4BC8-93D5-9DD0E0C36A24}" sibTransId="{71945BC8-2461-4456-8D94-69F5B3E2F9F2}"/>
    <dgm:cxn modelId="{0F3C6085-4441-4421-877E-FAE8ECB268C6}" type="presOf" srcId="{8AB97D02-D1B1-435B-AA5E-3CE42927E148}" destId="{F08D1EAD-35F7-497B-90F9-676BA132A092}" srcOrd="0" destOrd="0" presId="urn:microsoft.com/office/officeart/2008/layout/LinedList"/>
    <dgm:cxn modelId="{A690CF99-AEE4-4F66-9281-22E0E57A6A11}" type="presOf" srcId="{39A63E18-B7A6-4C36-8C11-DF3C54E48267}" destId="{07C8D151-B886-499B-8899-E2238CA66580}" srcOrd="0" destOrd="0" presId="urn:microsoft.com/office/officeart/2008/layout/LinedList"/>
    <dgm:cxn modelId="{9D7ED8C5-4CBD-41C6-9620-99E613F99CCE}" srcId="{39A63E18-B7A6-4C36-8C11-DF3C54E48267}" destId="{28B09701-DD98-43B8-BA8D-4D9BF51D790C}" srcOrd="3" destOrd="0" parTransId="{02459D56-C5FA-4CEB-A3F1-E9085FEEBE3B}" sibTransId="{57DC1B85-8700-451F-9568-834F0CC1614C}"/>
    <dgm:cxn modelId="{BC013FDB-456B-4D18-9FA1-83ACBB986D1D}" type="presOf" srcId="{28B09701-DD98-43B8-BA8D-4D9BF51D790C}" destId="{21DDBC58-2467-4729-8EF8-F9BDEA0254F1}" srcOrd="0" destOrd="0" presId="urn:microsoft.com/office/officeart/2008/layout/LinedList"/>
    <dgm:cxn modelId="{04ECB891-346C-4CBF-B7E3-7222FDB2F5D5}" type="presParOf" srcId="{07C8D151-B886-499B-8899-E2238CA66580}" destId="{203444E8-1D5C-46E1-A0DA-646C573409C3}" srcOrd="0" destOrd="0" presId="urn:microsoft.com/office/officeart/2008/layout/LinedList"/>
    <dgm:cxn modelId="{1FC42660-8E15-4B3B-98B3-4A7CBCAD61BE}" type="presParOf" srcId="{07C8D151-B886-499B-8899-E2238CA66580}" destId="{2689B8F3-FC0E-4046-9537-E175BE8D370C}" srcOrd="1" destOrd="0" presId="urn:microsoft.com/office/officeart/2008/layout/LinedList"/>
    <dgm:cxn modelId="{833FE529-D848-4323-B2E5-F0494D06102C}" type="presParOf" srcId="{2689B8F3-FC0E-4046-9537-E175BE8D370C}" destId="{F08D1EAD-35F7-497B-90F9-676BA132A092}" srcOrd="0" destOrd="0" presId="urn:microsoft.com/office/officeart/2008/layout/LinedList"/>
    <dgm:cxn modelId="{3421F094-D2D5-42E6-BEB3-030D757D96EE}" type="presParOf" srcId="{2689B8F3-FC0E-4046-9537-E175BE8D370C}" destId="{98377097-A2FA-483E-B2B0-D2818BD00C1A}" srcOrd="1" destOrd="0" presId="urn:microsoft.com/office/officeart/2008/layout/LinedList"/>
    <dgm:cxn modelId="{C504FEEB-674F-4AA4-A094-4CE54225B532}" type="presParOf" srcId="{07C8D151-B886-499B-8899-E2238CA66580}" destId="{BD644803-749A-4E44-BEC0-D5E23CBBCDB5}" srcOrd="2" destOrd="0" presId="urn:microsoft.com/office/officeart/2008/layout/LinedList"/>
    <dgm:cxn modelId="{E819DBB1-4EEF-47FA-8C46-E5E97A09CE31}" type="presParOf" srcId="{07C8D151-B886-499B-8899-E2238CA66580}" destId="{FA95246C-153D-4171-9EA0-670866913EAE}" srcOrd="3" destOrd="0" presId="urn:microsoft.com/office/officeart/2008/layout/LinedList"/>
    <dgm:cxn modelId="{64ED63DA-DCE8-4506-BA06-5E3EBF23F65F}" type="presParOf" srcId="{FA95246C-153D-4171-9EA0-670866913EAE}" destId="{263892B7-EA01-4376-A98D-86ED95E34AB1}" srcOrd="0" destOrd="0" presId="urn:microsoft.com/office/officeart/2008/layout/LinedList"/>
    <dgm:cxn modelId="{848DFFF2-66FC-4112-A3DD-869173B0FC43}" type="presParOf" srcId="{FA95246C-153D-4171-9EA0-670866913EAE}" destId="{090A5360-9167-4B3A-981E-5E605BB69B7F}" srcOrd="1" destOrd="0" presId="urn:microsoft.com/office/officeart/2008/layout/LinedList"/>
    <dgm:cxn modelId="{96892AE0-EDD3-43ED-A983-B062A850C84D}" type="presParOf" srcId="{07C8D151-B886-499B-8899-E2238CA66580}" destId="{84E33D4A-EC90-492D-934E-2312A3F303DF}" srcOrd="4" destOrd="0" presId="urn:microsoft.com/office/officeart/2008/layout/LinedList"/>
    <dgm:cxn modelId="{EC45CA5F-DCBC-48EB-A3E9-2D9F7D51842A}" type="presParOf" srcId="{07C8D151-B886-499B-8899-E2238CA66580}" destId="{4851672C-D05F-4EA8-81EB-5FA0E5C5161C}" srcOrd="5" destOrd="0" presId="urn:microsoft.com/office/officeart/2008/layout/LinedList"/>
    <dgm:cxn modelId="{EE9F5158-6AA1-4FCC-AFD8-295038964917}" type="presParOf" srcId="{4851672C-D05F-4EA8-81EB-5FA0E5C5161C}" destId="{7A8CFEA2-EFCF-4466-B559-7A6D6B958B9C}" srcOrd="0" destOrd="0" presId="urn:microsoft.com/office/officeart/2008/layout/LinedList"/>
    <dgm:cxn modelId="{54A7E5C6-D7BB-4131-9FCE-BDBA69CC240A}" type="presParOf" srcId="{4851672C-D05F-4EA8-81EB-5FA0E5C5161C}" destId="{74A5189D-2716-4A4E-AB0D-11D1C809312A}" srcOrd="1" destOrd="0" presId="urn:microsoft.com/office/officeart/2008/layout/LinedList"/>
    <dgm:cxn modelId="{E4B98AC1-274D-46BB-939C-260AC2D0CCA2}" type="presParOf" srcId="{07C8D151-B886-499B-8899-E2238CA66580}" destId="{07FB78B9-AB2A-43C0-85F3-C0BA9CD417D2}" srcOrd="6" destOrd="0" presId="urn:microsoft.com/office/officeart/2008/layout/LinedList"/>
    <dgm:cxn modelId="{D1DB8515-4A95-4650-81C7-A2DD74BC146A}" type="presParOf" srcId="{07C8D151-B886-499B-8899-E2238CA66580}" destId="{7FEA3E00-D098-4DD3-ACD0-F7C259C9AACD}" srcOrd="7" destOrd="0" presId="urn:microsoft.com/office/officeart/2008/layout/LinedList"/>
    <dgm:cxn modelId="{354DDE43-95C7-4608-9DC3-1DF8D1B6AE89}" type="presParOf" srcId="{7FEA3E00-D098-4DD3-ACD0-F7C259C9AACD}" destId="{21DDBC58-2467-4729-8EF8-F9BDEA0254F1}" srcOrd="0" destOrd="0" presId="urn:microsoft.com/office/officeart/2008/layout/LinedList"/>
    <dgm:cxn modelId="{45B42804-C048-40AD-AFEA-40DFB6FAE24D}" type="presParOf" srcId="{7FEA3E00-D098-4DD3-ACD0-F7C259C9AACD}" destId="{20930B45-BBA2-4F66-A381-10174E618C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BB47C1E-94C7-43DB-AE54-B1209876CF6A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</dgm:pt>
    <dgm:pt modelId="{44ABDD93-BABD-44F7-AE55-361E4CAE9225}">
      <dgm:prSet phldrT="[Tekst]"/>
      <dgm:spPr/>
      <dgm:t>
        <a:bodyPr/>
        <a:lstStyle/>
        <a:p>
          <a:pPr>
            <a:buNone/>
          </a:pPr>
          <a:r>
            <a:rPr lang="da-DK" b="0" i="0" dirty="0"/>
            <a:t>1. Password indtastes</a:t>
          </a:r>
          <a:endParaRPr lang="da-DK" b="0" dirty="0"/>
        </a:p>
      </dgm:t>
    </dgm:pt>
    <dgm:pt modelId="{A3823B19-AFF2-48DB-81F0-4230C7C89F1A}" type="parTrans" cxnId="{06BD06DC-CBEF-41E2-A05F-5D22759BAA72}">
      <dgm:prSet/>
      <dgm:spPr/>
      <dgm:t>
        <a:bodyPr/>
        <a:lstStyle/>
        <a:p>
          <a:endParaRPr lang="da-DK"/>
        </a:p>
      </dgm:t>
    </dgm:pt>
    <dgm:pt modelId="{E1A40110-8D8F-4651-807F-AEC09F661563}" type="sibTrans" cxnId="{06BD06DC-CBEF-41E2-A05F-5D22759BAA72}">
      <dgm:prSet/>
      <dgm:spPr/>
      <dgm:t>
        <a:bodyPr/>
        <a:lstStyle/>
        <a:p>
          <a:endParaRPr lang="da-DK"/>
        </a:p>
      </dgm:t>
    </dgm:pt>
    <dgm:pt modelId="{EAD2558C-A35B-45CA-966A-506C3AB728BC}">
      <dgm:prSet phldrT="[Tekst]"/>
      <dgm:spPr/>
      <dgm:t>
        <a:bodyPr/>
        <a:lstStyle/>
        <a:p>
          <a:pPr>
            <a:buNone/>
          </a:pPr>
          <a:r>
            <a:rPr lang="da-DK" b="0" i="0" dirty="0"/>
            <a:t>5. Ved login: </a:t>
          </a:r>
          <a:r>
            <a:rPr lang="da-DK" b="0" i="0" dirty="0" err="1"/>
            <a:t>bcrypt</a:t>
          </a:r>
          <a:r>
            <a:rPr lang="da-DK" b="0" i="0" dirty="0"/>
            <a:t> bruger salt og runder fra hash-strengen</a:t>
          </a:r>
          <a:endParaRPr lang="da-DK" b="0" dirty="0"/>
        </a:p>
      </dgm:t>
    </dgm:pt>
    <dgm:pt modelId="{22D91193-C9F9-4F42-98AD-72CB4CB18892}" type="parTrans" cxnId="{6C04A50D-23C2-429F-88E6-FE2BE20FDDDB}">
      <dgm:prSet/>
      <dgm:spPr/>
      <dgm:t>
        <a:bodyPr/>
        <a:lstStyle/>
        <a:p>
          <a:endParaRPr lang="da-DK"/>
        </a:p>
      </dgm:t>
    </dgm:pt>
    <dgm:pt modelId="{078A5C33-4E8A-419C-A164-F7C7C9A216BF}" type="sibTrans" cxnId="{6C04A50D-23C2-429F-88E6-FE2BE20FDDDB}">
      <dgm:prSet/>
      <dgm:spPr/>
      <dgm:t>
        <a:bodyPr/>
        <a:lstStyle/>
        <a:p>
          <a:endParaRPr lang="da-DK"/>
        </a:p>
      </dgm:t>
    </dgm:pt>
    <dgm:pt modelId="{1DCC3015-2E4B-49D1-A971-ED8201EC7E0E}">
      <dgm:prSet phldrT="[Tekst]"/>
      <dgm:spPr/>
      <dgm:t>
        <a:bodyPr/>
        <a:lstStyle/>
        <a:p>
          <a:pPr>
            <a:buNone/>
          </a:pPr>
          <a:r>
            <a:rPr lang="da-DK" b="0" i="0"/>
            <a:t>4. Resultat = salt + hash (lagres samlet)</a:t>
          </a:r>
          <a:endParaRPr lang="da-DK" b="0" dirty="0"/>
        </a:p>
      </dgm:t>
    </dgm:pt>
    <dgm:pt modelId="{775212F7-4191-44C8-8D44-A100990AEC35}" type="parTrans" cxnId="{033252D2-F771-4694-ACE8-C4B36B59CF3F}">
      <dgm:prSet/>
      <dgm:spPr/>
      <dgm:t>
        <a:bodyPr/>
        <a:lstStyle/>
        <a:p>
          <a:endParaRPr lang="da-DK"/>
        </a:p>
      </dgm:t>
    </dgm:pt>
    <dgm:pt modelId="{D6450C4A-4A89-4A96-AD24-DAB268FD3FE0}" type="sibTrans" cxnId="{033252D2-F771-4694-ACE8-C4B36B59CF3F}">
      <dgm:prSet/>
      <dgm:spPr/>
      <dgm:t>
        <a:bodyPr/>
        <a:lstStyle/>
        <a:p>
          <a:endParaRPr lang="da-DK"/>
        </a:p>
      </dgm:t>
    </dgm:pt>
    <dgm:pt modelId="{15B757E2-9214-40E8-A8C9-7B4EAB827B26}">
      <dgm:prSet phldrT="[Tekst]"/>
      <dgm:spPr/>
      <dgm:t>
        <a:bodyPr/>
        <a:lstStyle/>
        <a:p>
          <a:pPr>
            <a:buNone/>
          </a:pPr>
          <a:r>
            <a:rPr lang="da-DK" b="0" i="0"/>
            <a:t>3. bcrypt kører Blowfish key setup 2^saltRounds gange</a:t>
          </a:r>
          <a:endParaRPr lang="da-DK" b="0" dirty="0"/>
        </a:p>
      </dgm:t>
    </dgm:pt>
    <dgm:pt modelId="{D5045677-4FAE-448C-93F4-FB4C10863591}" type="parTrans" cxnId="{78AFCE13-8662-495B-B7D4-16EA6D6283B6}">
      <dgm:prSet/>
      <dgm:spPr/>
      <dgm:t>
        <a:bodyPr/>
        <a:lstStyle/>
        <a:p>
          <a:endParaRPr lang="da-DK"/>
        </a:p>
      </dgm:t>
    </dgm:pt>
    <dgm:pt modelId="{1114006E-6841-4AF2-9890-2476AB406C46}" type="sibTrans" cxnId="{78AFCE13-8662-495B-B7D4-16EA6D6283B6}">
      <dgm:prSet/>
      <dgm:spPr/>
      <dgm:t>
        <a:bodyPr/>
        <a:lstStyle/>
        <a:p>
          <a:endParaRPr lang="da-DK"/>
        </a:p>
      </dgm:t>
    </dgm:pt>
    <dgm:pt modelId="{D441D328-D7D3-4D7C-A3FB-B762F5927774}">
      <dgm:prSet phldrT="[Tekst]"/>
      <dgm:spPr/>
      <dgm:t>
        <a:bodyPr/>
        <a:lstStyle/>
        <a:p>
          <a:pPr>
            <a:buNone/>
          </a:pPr>
          <a:r>
            <a:rPr lang="da-DK" b="0" i="0"/>
            <a:t>2. bcrypt genererer et random salt</a:t>
          </a:r>
          <a:endParaRPr lang="da-DK" b="0" dirty="0"/>
        </a:p>
      </dgm:t>
    </dgm:pt>
    <dgm:pt modelId="{D590775F-EF69-4F2A-B88D-B41D2BABA3FD}" type="parTrans" cxnId="{042A56B5-6EE4-422C-BE8C-CF00309CE476}">
      <dgm:prSet/>
      <dgm:spPr/>
      <dgm:t>
        <a:bodyPr/>
        <a:lstStyle/>
        <a:p>
          <a:endParaRPr lang="da-DK"/>
        </a:p>
      </dgm:t>
    </dgm:pt>
    <dgm:pt modelId="{CEB0D2D6-865E-45AE-98B8-68A9E79DA0B2}" type="sibTrans" cxnId="{042A56B5-6EE4-422C-BE8C-CF00309CE476}">
      <dgm:prSet/>
      <dgm:spPr/>
      <dgm:t>
        <a:bodyPr/>
        <a:lstStyle/>
        <a:p>
          <a:endParaRPr lang="da-DK"/>
        </a:p>
      </dgm:t>
    </dgm:pt>
    <dgm:pt modelId="{BEE739E2-BBB5-4BFA-B2B6-D7DFB0233074}" type="pres">
      <dgm:prSet presAssocID="{0BB47C1E-94C7-43DB-AE54-B1209876CF6A}" presName="Name0" presStyleCnt="0">
        <dgm:presLayoutVars>
          <dgm:dir/>
          <dgm:resizeHandles val="exact"/>
        </dgm:presLayoutVars>
      </dgm:prSet>
      <dgm:spPr/>
    </dgm:pt>
    <dgm:pt modelId="{8E9B0B9B-0830-400D-913E-A1AA5B93C740}" type="pres">
      <dgm:prSet presAssocID="{44ABDD93-BABD-44F7-AE55-361E4CAE9225}" presName="node" presStyleLbl="node1" presStyleIdx="0" presStyleCnt="5">
        <dgm:presLayoutVars>
          <dgm:bulletEnabled val="1"/>
        </dgm:presLayoutVars>
      </dgm:prSet>
      <dgm:spPr/>
    </dgm:pt>
    <dgm:pt modelId="{29795CAA-5C14-483A-99B0-56D1D25A1087}" type="pres">
      <dgm:prSet presAssocID="{E1A40110-8D8F-4651-807F-AEC09F661563}" presName="sibTrans" presStyleLbl="sibTrans2D1" presStyleIdx="0" presStyleCnt="4"/>
      <dgm:spPr/>
    </dgm:pt>
    <dgm:pt modelId="{5B481C03-ABDC-4EF8-A1D5-09719F1ED090}" type="pres">
      <dgm:prSet presAssocID="{E1A40110-8D8F-4651-807F-AEC09F661563}" presName="connectorText" presStyleLbl="sibTrans2D1" presStyleIdx="0" presStyleCnt="4"/>
      <dgm:spPr/>
    </dgm:pt>
    <dgm:pt modelId="{B236E6C0-9564-44FE-ADBE-7B98DD67F575}" type="pres">
      <dgm:prSet presAssocID="{D441D328-D7D3-4D7C-A3FB-B762F5927774}" presName="node" presStyleLbl="node1" presStyleIdx="1" presStyleCnt="5">
        <dgm:presLayoutVars>
          <dgm:bulletEnabled val="1"/>
        </dgm:presLayoutVars>
      </dgm:prSet>
      <dgm:spPr/>
    </dgm:pt>
    <dgm:pt modelId="{B21CAA02-510E-4DEC-A8A0-5F7EEF33815D}" type="pres">
      <dgm:prSet presAssocID="{CEB0D2D6-865E-45AE-98B8-68A9E79DA0B2}" presName="sibTrans" presStyleLbl="sibTrans2D1" presStyleIdx="1" presStyleCnt="4"/>
      <dgm:spPr/>
    </dgm:pt>
    <dgm:pt modelId="{FFB5E85A-67BE-4253-AE59-00AE0F579615}" type="pres">
      <dgm:prSet presAssocID="{CEB0D2D6-865E-45AE-98B8-68A9E79DA0B2}" presName="connectorText" presStyleLbl="sibTrans2D1" presStyleIdx="1" presStyleCnt="4"/>
      <dgm:spPr/>
    </dgm:pt>
    <dgm:pt modelId="{C228CE8B-B072-4A24-8CA1-741CA1D4FE50}" type="pres">
      <dgm:prSet presAssocID="{15B757E2-9214-40E8-A8C9-7B4EAB827B26}" presName="node" presStyleLbl="node1" presStyleIdx="2" presStyleCnt="5">
        <dgm:presLayoutVars>
          <dgm:bulletEnabled val="1"/>
        </dgm:presLayoutVars>
      </dgm:prSet>
      <dgm:spPr/>
    </dgm:pt>
    <dgm:pt modelId="{D38D8FDC-E603-4859-BE15-704C96D6C1F4}" type="pres">
      <dgm:prSet presAssocID="{1114006E-6841-4AF2-9890-2476AB406C46}" presName="sibTrans" presStyleLbl="sibTrans2D1" presStyleIdx="2" presStyleCnt="4"/>
      <dgm:spPr/>
    </dgm:pt>
    <dgm:pt modelId="{CCFA53C4-B62E-4246-A176-8D6B76C2EA3F}" type="pres">
      <dgm:prSet presAssocID="{1114006E-6841-4AF2-9890-2476AB406C46}" presName="connectorText" presStyleLbl="sibTrans2D1" presStyleIdx="2" presStyleCnt="4"/>
      <dgm:spPr/>
    </dgm:pt>
    <dgm:pt modelId="{6FD9A048-C5D7-4622-B742-AF6B826FD70D}" type="pres">
      <dgm:prSet presAssocID="{1DCC3015-2E4B-49D1-A971-ED8201EC7E0E}" presName="node" presStyleLbl="node1" presStyleIdx="3" presStyleCnt="5">
        <dgm:presLayoutVars>
          <dgm:bulletEnabled val="1"/>
        </dgm:presLayoutVars>
      </dgm:prSet>
      <dgm:spPr/>
    </dgm:pt>
    <dgm:pt modelId="{10FE7FAE-0012-4A49-BFDD-2E2A22B572F4}" type="pres">
      <dgm:prSet presAssocID="{D6450C4A-4A89-4A96-AD24-DAB268FD3FE0}" presName="sibTrans" presStyleLbl="sibTrans2D1" presStyleIdx="3" presStyleCnt="4"/>
      <dgm:spPr/>
    </dgm:pt>
    <dgm:pt modelId="{001B9784-8FED-499E-9DCD-FCDE9BA9F705}" type="pres">
      <dgm:prSet presAssocID="{D6450C4A-4A89-4A96-AD24-DAB268FD3FE0}" presName="connectorText" presStyleLbl="sibTrans2D1" presStyleIdx="3" presStyleCnt="4"/>
      <dgm:spPr/>
    </dgm:pt>
    <dgm:pt modelId="{83FBE93E-4E5B-4844-BDB4-5271F043B012}" type="pres">
      <dgm:prSet presAssocID="{EAD2558C-A35B-45CA-966A-506C3AB728BC}" presName="node" presStyleLbl="node1" presStyleIdx="4" presStyleCnt="5">
        <dgm:presLayoutVars>
          <dgm:bulletEnabled val="1"/>
        </dgm:presLayoutVars>
      </dgm:prSet>
      <dgm:spPr/>
    </dgm:pt>
  </dgm:ptLst>
  <dgm:cxnLst>
    <dgm:cxn modelId="{6C04A50D-23C2-429F-88E6-FE2BE20FDDDB}" srcId="{0BB47C1E-94C7-43DB-AE54-B1209876CF6A}" destId="{EAD2558C-A35B-45CA-966A-506C3AB728BC}" srcOrd="4" destOrd="0" parTransId="{22D91193-C9F9-4F42-98AD-72CB4CB18892}" sibTransId="{078A5C33-4E8A-419C-A164-F7C7C9A216BF}"/>
    <dgm:cxn modelId="{78AFCE13-8662-495B-B7D4-16EA6D6283B6}" srcId="{0BB47C1E-94C7-43DB-AE54-B1209876CF6A}" destId="{15B757E2-9214-40E8-A8C9-7B4EAB827B26}" srcOrd="2" destOrd="0" parTransId="{D5045677-4FAE-448C-93F4-FB4C10863591}" sibTransId="{1114006E-6841-4AF2-9890-2476AB406C46}"/>
    <dgm:cxn modelId="{C73A8C32-537B-47DB-B7C7-488F0DC4D74C}" type="presOf" srcId="{0BB47C1E-94C7-43DB-AE54-B1209876CF6A}" destId="{BEE739E2-BBB5-4BFA-B2B6-D7DFB0233074}" srcOrd="0" destOrd="0" presId="urn:microsoft.com/office/officeart/2005/8/layout/process1"/>
    <dgm:cxn modelId="{3A466536-D8C2-46C0-818A-5F2C7A7DEA82}" type="presOf" srcId="{D6450C4A-4A89-4A96-AD24-DAB268FD3FE0}" destId="{10FE7FAE-0012-4A49-BFDD-2E2A22B572F4}" srcOrd="0" destOrd="0" presId="urn:microsoft.com/office/officeart/2005/8/layout/process1"/>
    <dgm:cxn modelId="{3DE79046-AB78-4495-9311-278B749B6B5C}" type="presOf" srcId="{CEB0D2D6-865E-45AE-98B8-68A9E79DA0B2}" destId="{FFB5E85A-67BE-4253-AE59-00AE0F579615}" srcOrd="1" destOrd="0" presId="urn:microsoft.com/office/officeart/2005/8/layout/process1"/>
    <dgm:cxn modelId="{E4CC6959-AC8F-4277-8974-2036D7170017}" type="presOf" srcId="{1114006E-6841-4AF2-9890-2476AB406C46}" destId="{CCFA53C4-B62E-4246-A176-8D6B76C2EA3F}" srcOrd="1" destOrd="0" presId="urn:microsoft.com/office/officeart/2005/8/layout/process1"/>
    <dgm:cxn modelId="{118FF159-6E50-4021-BEEB-D47C7A4642F2}" type="presOf" srcId="{44ABDD93-BABD-44F7-AE55-361E4CAE9225}" destId="{8E9B0B9B-0830-400D-913E-A1AA5B93C740}" srcOrd="0" destOrd="0" presId="urn:microsoft.com/office/officeart/2005/8/layout/process1"/>
    <dgm:cxn modelId="{E0E9D07F-19C0-45BE-8DC9-3F41B3C02851}" type="presOf" srcId="{1114006E-6841-4AF2-9890-2476AB406C46}" destId="{D38D8FDC-E603-4859-BE15-704C96D6C1F4}" srcOrd="0" destOrd="0" presId="urn:microsoft.com/office/officeart/2005/8/layout/process1"/>
    <dgm:cxn modelId="{45A7D483-38CD-401F-82FD-57B754A40A12}" type="presOf" srcId="{1DCC3015-2E4B-49D1-A971-ED8201EC7E0E}" destId="{6FD9A048-C5D7-4622-B742-AF6B826FD70D}" srcOrd="0" destOrd="0" presId="urn:microsoft.com/office/officeart/2005/8/layout/process1"/>
    <dgm:cxn modelId="{E455CAA8-5D0B-40AD-9849-7AB12CB111DF}" type="presOf" srcId="{E1A40110-8D8F-4651-807F-AEC09F661563}" destId="{29795CAA-5C14-483A-99B0-56D1D25A1087}" srcOrd="0" destOrd="0" presId="urn:microsoft.com/office/officeart/2005/8/layout/process1"/>
    <dgm:cxn modelId="{042A56B5-6EE4-422C-BE8C-CF00309CE476}" srcId="{0BB47C1E-94C7-43DB-AE54-B1209876CF6A}" destId="{D441D328-D7D3-4D7C-A3FB-B762F5927774}" srcOrd="1" destOrd="0" parTransId="{D590775F-EF69-4F2A-B88D-B41D2BABA3FD}" sibTransId="{CEB0D2D6-865E-45AE-98B8-68A9E79DA0B2}"/>
    <dgm:cxn modelId="{9CB7F9CD-15E2-4C78-B58D-DF4D5C104D27}" type="presOf" srcId="{D441D328-D7D3-4D7C-A3FB-B762F5927774}" destId="{B236E6C0-9564-44FE-ADBE-7B98DD67F575}" srcOrd="0" destOrd="0" presId="urn:microsoft.com/office/officeart/2005/8/layout/process1"/>
    <dgm:cxn modelId="{033252D2-F771-4694-ACE8-C4B36B59CF3F}" srcId="{0BB47C1E-94C7-43DB-AE54-B1209876CF6A}" destId="{1DCC3015-2E4B-49D1-A971-ED8201EC7E0E}" srcOrd="3" destOrd="0" parTransId="{775212F7-4191-44C8-8D44-A100990AEC35}" sibTransId="{D6450C4A-4A89-4A96-AD24-DAB268FD3FE0}"/>
    <dgm:cxn modelId="{2ABCD4D2-8FFE-4303-8AA6-C4ECA320E4A2}" type="presOf" srcId="{CEB0D2D6-865E-45AE-98B8-68A9E79DA0B2}" destId="{B21CAA02-510E-4DEC-A8A0-5F7EEF33815D}" srcOrd="0" destOrd="0" presId="urn:microsoft.com/office/officeart/2005/8/layout/process1"/>
    <dgm:cxn modelId="{06BD06DC-CBEF-41E2-A05F-5D22759BAA72}" srcId="{0BB47C1E-94C7-43DB-AE54-B1209876CF6A}" destId="{44ABDD93-BABD-44F7-AE55-361E4CAE9225}" srcOrd="0" destOrd="0" parTransId="{A3823B19-AFF2-48DB-81F0-4230C7C89F1A}" sibTransId="{E1A40110-8D8F-4651-807F-AEC09F661563}"/>
    <dgm:cxn modelId="{33E58DEB-C88D-4BB5-93A9-93DD69DF3284}" type="presOf" srcId="{EAD2558C-A35B-45CA-966A-506C3AB728BC}" destId="{83FBE93E-4E5B-4844-BDB4-5271F043B012}" srcOrd="0" destOrd="0" presId="urn:microsoft.com/office/officeart/2005/8/layout/process1"/>
    <dgm:cxn modelId="{E98810FA-0A56-414A-BDCF-4ACDBDFD3E9A}" type="presOf" srcId="{15B757E2-9214-40E8-A8C9-7B4EAB827B26}" destId="{C228CE8B-B072-4A24-8CA1-741CA1D4FE50}" srcOrd="0" destOrd="0" presId="urn:microsoft.com/office/officeart/2005/8/layout/process1"/>
    <dgm:cxn modelId="{70A4FFFA-0C20-4EAF-BE27-2AF2C68A7A7F}" type="presOf" srcId="{D6450C4A-4A89-4A96-AD24-DAB268FD3FE0}" destId="{001B9784-8FED-499E-9DCD-FCDE9BA9F705}" srcOrd="1" destOrd="0" presId="urn:microsoft.com/office/officeart/2005/8/layout/process1"/>
    <dgm:cxn modelId="{C13F33FE-C5F9-48BE-B914-F408068A60A8}" type="presOf" srcId="{E1A40110-8D8F-4651-807F-AEC09F661563}" destId="{5B481C03-ABDC-4EF8-A1D5-09719F1ED090}" srcOrd="1" destOrd="0" presId="urn:microsoft.com/office/officeart/2005/8/layout/process1"/>
    <dgm:cxn modelId="{5610E7D2-82D5-4010-9292-7444C4FF5E2D}" type="presParOf" srcId="{BEE739E2-BBB5-4BFA-B2B6-D7DFB0233074}" destId="{8E9B0B9B-0830-400D-913E-A1AA5B93C740}" srcOrd="0" destOrd="0" presId="urn:microsoft.com/office/officeart/2005/8/layout/process1"/>
    <dgm:cxn modelId="{C0327236-EDF9-4C26-9255-B4604E984661}" type="presParOf" srcId="{BEE739E2-BBB5-4BFA-B2B6-D7DFB0233074}" destId="{29795CAA-5C14-483A-99B0-56D1D25A1087}" srcOrd="1" destOrd="0" presId="urn:microsoft.com/office/officeart/2005/8/layout/process1"/>
    <dgm:cxn modelId="{523439C8-48DE-4C90-B3A0-C95D0E989258}" type="presParOf" srcId="{29795CAA-5C14-483A-99B0-56D1D25A1087}" destId="{5B481C03-ABDC-4EF8-A1D5-09719F1ED090}" srcOrd="0" destOrd="0" presId="urn:microsoft.com/office/officeart/2005/8/layout/process1"/>
    <dgm:cxn modelId="{DCF9B941-A041-4E01-9416-6574B6A6BD59}" type="presParOf" srcId="{BEE739E2-BBB5-4BFA-B2B6-D7DFB0233074}" destId="{B236E6C0-9564-44FE-ADBE-7B98DD67F575}" srcOrd="2" destOrd="0" presId="urn:microsoft.com/office/officeart/2005/8/layout/process1"/>
    <dgm:cxn modelId="{07BE4EDB-9CED-4367-A836-30FE7870C645}" type="presParOf" srcId="{BEE739E2-BBB5-4BFA-B2B6-D7DFB0233074}" destId="{B21CAA02-510E-4DEC-A8A0-5F7EEF33815D}" srcOrd="3" destOrd="0" presId="urn:microsoft.com/office/officeart/2005/8/layout/process1"/>
    <dgm:cxn modelId="{AC4D14F2-2AC9-4F7A-9C81-9E26D6999991}" type="presParOf" srcId="{B21CAA02-510E-4DEC-A8A0-5F7EEF33815D}" destId="{FFB5E85A-67BE-4253-AE59-00AE0F579615}" srcOrd="0" destOrd="0" presId="urn:microsoft.com/office/officeart/2005/8/layout/process1"/>
    <dgm:cxn modelId="{560ED024-14F6-4637-926F-A298302765E1}" type="presParOf" srcId="{BEE739E2-BBB5-4BFA-B2B6-D7DFB0233074}" destId="{C228CE8B-B072-4A24-8CA1-741CA1D4FE50}" srcOrd="4" destOrd="0" presId="urn:microsoft.com/office/officeart/2005/8/layout/process1"/>
    <dgm:cxn modelId="{D44A0DC6-9B3E-4E8E-8F54-9AD5A397494D}" type="presParOf" srcId="{BEE739E2-BBB5-4BFA-B2B6-D7DFB0233074}" destId="{D38D8FDC-E603-4859-BE15-704C96D6C1F4}" srcOrd="5" destOrd="0" presId="urn:microsoft.com/office/officeart/2005/8/layout/process1"/>
    <dgm:cxn modelId="{FAF67FF8-6A2B-4BB7-9888-3E54DCEC3750}" type="presParOf" srcId="{D38D8FDC-E603-4859-BE15-704C96D6C1F4}" destId="{CCFA53C4-B62E-4246-A176-8D6B76C2EA3F}" srcOrd="0" destOrd="0" presId="urn:microsoft.com/office/officeart/2005/8/layout/process1"/>
    <dgm:cxn modelId="{7EF679B3-D854-4004-8113-F697AEA3CAEF}" type="presParOf" srcId="{BEE739E2-BBB5-4BFA-B2B6-D7DFB0233074}" destId="{6FD9A048-C5D7-4622-B742-AF6B826FD70D}" srcOrd="6" destOrd="0" presId="urn:microsoft.com/office/officeart/2005/8/layout/process1"/>
    <dgm:cxn modelId="{3E22949E-D0DA-4DED-A446-FE9300E66223}" type="presParOf" srcId="{BEE739E2-BBB5-4BFA-B2B6-D7DFB0233074}" destId="{10FE7FAE-0012-4A49-BFDD-2E2A22B572F4}" srcOrd="7" destOrd="0" presId="urn:microsoft.com/office/officeart/2005/8/layout/process1"/>
    <dgm:cxn modelId="{E19EA468-B689-4826-8E98-A0B66E4AC4A5}" type="presParOf" srcId="{10FE7FAE-0012-4A49-BFDD-2E2A22B572F4}" destId="{001B9784-8FED-499E-9DCD-FCDE9BA9F705}" srcOrd="0" destOrd="0" presId="urn:microsoft.com/office/officeart/2005/8/layout/process1"/>
    <dgm:cxn modelId="{BA148259-8F39-4EF8-9658-5C9D2A22C996}" type="presParOf" srcId="{BEE739E2-BBB5-4BFA-B2B6-D7DFB0233074}" destId="{83FBE93E-4E5B-4844-BDB4-5271F043B01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B48F52-E815-4009-AA7A-8F4D30AAD29F}">
      <dsp:nvSpPr>
        <dsp:cNvPr id="0" name=""/>
        <dsp:cNvSpPr/>
      </dsp:nvSpPr>
      <dsp:spPr>
        <a:xfrm>
          <a:off x="0" y="233044"/>
          <a:ext cx="5386388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/>
            <a:t>Passende og forståeligt fagligt niveau</a:t>
          </a:r>
        </a:p>
      </dsp:txBody>
      <dsp:txXfrm>
        <a:off x="26930" y="259974"/>
        <a:ext cx="5332528" cy="497795"/>
      </dsp:txXfrm>
    </dsp:sp>
    <dsp:sp modelId="{194A8F10-C6B2-41B2-90C2-F3D3E1676396}">
      <dsp:nvSpPr>
        <dsp:cNvPr id="0" name=""/>
        <dsp:cNvSpPr/>
      </dsp:nvSpPr>
      <dsp:spPr>
        <a:xfrm>
          <a:off x="0" y="850939"/>
          <a:ext cx="5386388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dirty="0"/>
            <a:t>Velstruktureret undervisning</a:t>
          </a:r>
          <a:endParaRPr lang="da-DK" sz="2300" kern="1200" dirty="0"/>
        </a:p>
      </dsp:txBody>
      <dsp:txXfrm>
        <a:off x="26930" y="877869"/>
        <a:ext cx="5332528" cy="497795"/>
      </dsp:txXfrm>
    </dsp:sp>
    <dsp:sp modelId="{962C3E09-D3D2-4A7A-89B3-3770CED559EB}">
      <dsp:nvSpPr>
        <dsp:cNvPr id="0" name=""/>
        <dsp:cNvSpPr/>
      </dsp:nvSpPr>
      <dsp:spPr>
        <a:xfrm>
          <a:off x="0" y="1468834"/>
          <a:ext cx="5386388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dirty="0"/>
            <a:t>Gruppearbejde giver værdi</a:t>
          </a:r>
          <a:endParaRPr lang="da-DK" sz="2300" kern="1200" dirty="0"/>
        </a:p>
      </dsp:txBody>
      <dsp:txXfrm>
        <a:off x="26930" y="1495764"/>
        <a:ext cx="5332528" cy="497795"/>
      </dsp:txXfrm>
    </dsp:sp>
    <dsp:sp modelId="{F15EF941-A466-447C-91A0-EEFC5055E87E}">
      <dsp:nvSpPr>
        <dsp:cNvPr id="0" name=""/>
        <dsp:cNvSpPr/>
      </dsp:nvSpPr>
      <dsp:spPr>
        <a:xfrm>
          <a:off x="0" y="2086730"/>
          <a:ext cx="5386388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dirty="0"/>
            <a:t>God balance mellem oplæg </a:t>
          </a:r>
          <a:r>
            <a:rPr lang="da-DK" sz="2300" b="0" i="0" kern="1200"/>
            <a:t>og øvelser</a:t>
          </a:r>
          <a:endParaRPr lang="da-DK" sz="2300" kern="1200" dirty="0"/>
        </a:p>
      </dsp:txBody>
      <dsp:txXfrm>
        <a:off x="26930" y="2113660"/>
        <a:ext cx="5332528" cy="497795"/>
      </dsp:txXfrm>
    </dsp:sp>
    <dsp:sp modelId="{F66C70D9-C7C7-40D8-ADE9-1BC7C4A5C549}">
      <dsp:nvSpPr>
        <dsp:cNvPr id="0" name=""/>
        <dsp:cNvSpPr/>
      </dsp:nvSpPr>
      <dsp:spPr>
        <a:xfrm>
          <a:off x="0" y="2704625"/>
          <a:ext cx="5386388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dirty="0"/>
            <a:t>Undervisningsformen opleves meningsfuld</a:t>
          </a:r>
          <a:endParaRPr lang="da-DK" sz="2300" kern="1200" dirty="0"/>
        </a:p>
      </dsp:txBody>
      <dsp:txXfrm>
        <a:off x="26930" y="2731555"/>
        <a:ext cx="5332528" cy="497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EE3B1-69BD-44C7-AF01-383249329EC1}">
      <dsp:nvSpPr>
        <dsp:cNvPr id="0" name=""/>
        <dsp:cNvSpPr/>
      </dsp:nvSpPr>
      <dsp:spPr>
        <a:xfrm>
          <a:off x="0" y="561657"/>
          <a:ext cx="5389562" cy="43173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Opgaver kan være uklare eller for tekniske</a:t>
          </a:r>
        </a:p>
      </dsp:txBody>
      <dsp:txXfrm>
        <a:off x="21075" y="582732"/>
        <a:ext cx="5347412" cy="389580"/>
      </dsp:txXfrm>
    </dsp:sp>
    <dsp:sp modelId="{0CC6877F-B6F6-48D7-8B91-5683566C0AB0}">
      <dsp:nvSpPr>
        <dsp:cNvPr id="0" name=""/>
        <dsp:cNvSpPr/>
      </dsp:nvSpPr>
      <dsp:spPr>
        <a:xfrm>
          <a:off x="0" y="1045227"/>
          <a:ext cx="5389562" cy="43173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Fordelingen mellem oplæg og opgaver er ikke optimal</a:t>
          </a:r>
          <a:endParaRPr lang="da-DK" sz="1800" kern="1200"/>
        </a:p>
      </dsp:txBody>
      <dsp:txXfrm>
        <a:off x="21075" y="1066302"/>
        <a:ext cx="5347412" cy="389580"/>
      </dsp:txXfrm>
    </dsp:sp>
    <dsp:sp modelId="{1D7168D4-8EFA-470A-9637-D3E34B60F472}">
      <dsp:nvSpPr>
        <dsp:cNvPr id="0" name=""/>
        <dsp:cNvSpPr/>
      </dsp:nvSpPr>
      <dsp:spPr>
        <a:xfrm>
          <a:off x="0" y="1528797"/>
          <a:ext cx="5389562" cy="43173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Behov for tydeligere læsevejledning</a:t>
          </a:r>
          <a:endParaRPr lang="da-DK" sz="1800" kern="1200"/>
        </a:p>
      </dsp:txBody>
      <dsp:txXfrm>
        <a:off x="21075" y="1549872"/>
        <a:ext cx="5347412" cy="389580"/>
      </dsp:txXfrm>
    </dsp:sp>
    <dsp:sp modelId="{6EB3B7EB-F125-4530-AC6A-85E8B493C215}">
      <dsp:nvSpPr>
        <dsp:cNvPr id="0" name=""/>
        <dsp:cNvSpPr/>
      </dsp:nvSpPr>
      <dsp:spPr>
        <a:xfrm>
          <a:off x="0" y="2012367"/>
          <a:ext cx="5389562" cy="43173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Flere ønsker mere projekt- eller casebaseret arbejde</a:t>
          </a:r>
          <a:endParaRPr lang="da-DK" sz="1800" kern="1200"/>
        </a:p>
      </dsp:txBody>
      <dsp:txXfrm>
        <a:off x="21075" y="2033442"/>
        <a:ext cx="5347412" cy="389580"/>
      </dsp:txXfrm>
    </dsp:sp>
    <dsp:sp modelId="{253E0DB4-F340-4AB0-B56F-D82BA80F5FA9}">
      <dsp:nvSpPr>
        <dsp:cNvPr id="0" name=""/>
        <dsp:cNvSpPr/>
      </dsp:nvSpPr>
      <dsp:spPr>
        <a:xfrm>
          <a:off x="0" y="2495937"/>
          <a:ext cx="5389562" cy="43173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Flere ønsker overblik og visualisering</a:t>
          </a:r>
          <a:endParaRPr lang="da-DK" sz="1800" kern="1200"/>
        </a:p>
      </dsp:txBody>
      <dsp:txXfrm>
        <a:off x="21075" y="2517012"/>
        <a:ext cx="5347412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350BC-5795-4DA2-9945-AE3E2774E614}">
      <dsp:nvSpPr>
        <dsp:cNvPr id="0" name=""/>
        <dsp:cNvSpPr/>
      </dsp:nvSpPr>
      <dsp:spPr>
        <a:xfrm>
          <a:off x="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b="0" i="0" kern="1200" dirty="0"/>
            <a:t>Forstå hvorfor og hvordan </a:t>
          </a:r>
          <a:r>
            <a:rPr lang="da-DK" sz="2700" b="0" i="0" kern="1200" dirty="0" err="1"/>
            <a:t>bcrypt</a:t>
          </a:r>
          <a:r>
            <a:rPr lang="da-DK" sz="2700" b="0" i="0" kern="1200" dirty="0"/>
            <a:t> bruges til sikker </a:t>
          </a:r>
          <a:r>
            <a:rPr lang="da-DK" sz="2700" b="0" i="0" kern="1200" dirty="0" err="1"/>
            <a:t>hashing</a:t>
          </a:r>
          <a:r>
            <a:rPr lang="da-DK" sz="2700" b="0" i="0" kern="1200" dirty="0"/>
            <a:t> af adgangskoder</a:t>
          </a:r>
          <a:endParaRPr lang="da-DK" sz="2700" kern="1200" dirty="0"/>
        </a:p>
      </dsp:txBody>
      <dsp:txXfrm>
        <a:off x="0" y="1161255"/>
        <a:ext cx="3428999" cy="2057400"/>
      </dsp:txXfrm>
    </dsp:sp>
    <dsp:sp modelId="{AFFC46FD-275E-437B-B915-26F03367BC55}">
      <dsp:nvSpPr>
        <dsp:cNvPr id="0" name=""/>
        <dsp:cNvSpPr/>
      </dsp:nvSpPr>
      <dsp:spPr>
        <a:xfrm>
          <a:off x="37719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b="0" i="0" kern="1200"/>
            <a:t>Implementere hashing og verifikation i Node.js</a:t>
          </a:r>
          <a:endParaRPr lang="da-DK" sz="2700" kern="1200" dirty="0"/>
        </a:p>
      </dsp:txBody>
      <dsp:txXfrm>
        <a:off x="3771900" y="1161255"/>
        <a:ext cx="3428999" cy="2057400"/>
      </dsp:txXfrm>
    </dsp:sp>
    <dsp:sp modelId="{D8F35D1B-DDE4-415D-9DC1-58D30F93442A}">
      <dsp:nvSpPr>
        <dsp:cNvPr id="0" name=""/>
        <dsp:cNvSpPr/>
      </dsp:nvSpPr>
      <dsp:spPr>
        <a:xfrm>
          <a:off x="75438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b="0" i="0" kern="1200"/>
            <a:t>Forstå begreberne </a:t>
          </a:r>
          <a:r>
            <a:rPr lang="da-DK" sz="2700" b="0" i="1" kern="1200"/>
            <a:t>salt</a:t>
          </a:r>
          <a:r>
            <a:rPr lang="da-DK" sz="2700" b="0" i="0" kern="1200"/>
            <a:t>, </a:t>
          </a:r>
          <a:r>
            <a:rPr lang="da-DK" sz="2700" b="0" i="1" kern="1200"/>
            <a:t>saltRounds</a:t>
          </a:r>
          <a:r>
            <a:rPr lang="da-DK" sz="2700" b="0" i="0" kern="1200"/>
            <a:t> og </a:t>
          </a:r>
          <a:r>
            <a:rPr lang="da-DK" sz="2700" b="0" i="1" kern="1200"/>
            <a:t>work factor</a:t>
          </a:r>
          <a:endParaRPr lang="da-DK" sz="2700" kern="1200" dirty="0"/>
        </a:p>
      </dsp:txBody>
      <dsp:txXfrm>
        <a:off x="7543800" y="1161255"/>
        <a:ext cx="3428999" cy="2057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C8594-3DDB-403E-835D-7334C62189E3}">
      <dsp:nvSpPr>
        <dsp:cNvPr id="0" name=""/>
        <dsp:cNvSpPr/>
      </dsp:nvSpPr>
      <dsp:spPr>
        <a:xfrm>
          <a:off x="1845" y="967035"/>
          <a:ext cx="2445841" cy="24458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dirty="0"/>
            <a:t>De er </a:t>
          </a:r>
          <a:r>
            <a:rPr lang="da-DK" sz="2100" b="1" i="0" kern="1200" dirty="0"/>
            <a:t>designet til at være hurtige</a:t>
          </a:r>
          <a:endParaRPr lang="da-DK" sz="2100" kern="1200" dirty="0"/>
        </a:p>
      </dsp:txBody>
      <dsp:txXfrm>
        <a:off x="360030" y="1325220"/>
        <a:ext cx="1729471" cy="1729471"/>
      </dsp:txXfrm>
    </dsp:sp>
    <dsp:sp modelId="{E2AE0D55-3332-49D3-AEA9-2F93DF9E5911}">
      <dsp:nvSpPr>
        <dsp:cNvPr id="0" name=""/>
        <dsp:cNvSpPr/>
      </dsp:nvSpPr>
      <dsp:spPr>
        <a:xfrm>
          <a:off x="2646288" y="1480661"/>
          <a:ext cx="1418588" cy="1418588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700" kern="1200"/>
        </a:p>
      </dsp:txBody>
      <dsp:txXfrm>
        <a:off x="2834322" y="2023129"/>
        <a:ext cx="1042520" cy="333652"/>
      </dsp:txXfrm>
    </dsp:sp>
    <dsp:sp modelId="{2A73E9EB-C705-477B-9A3A-5EBF69ABF22F}">
      <dsp:nvSpPr>
        <dsp:cNvPr id="0" name=""/>
        <dsp:cNvSpPr/>
      </dsp:nvSpPr>
      <dsp:spPr>
        <a:xfrm>
          <a:off x="4263479" y="967035"/>
          <a:ext cx="2445841" cy="24458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dirty="0"/>
            <a:t>Moderne hardware kan lave </a:t>
          </a:r>
          <a:r>
            <a:rPr lang="da-DK" sz="2100" b="1" i="0" kern="1200" dirty="0"/>
            <a:t>milliarder af beregninger per sekund</a:t>
          </a:r>
          <a:endParaRPr lang="da-DK" sz="2100" kern="1200" dirty="0"/>
        </a:p>
      </dsp:txBody>
      <dsp:txXfrm>
        <a:off x="4621664" y="1325220"/>
        <a:ext cx="1729471" cy="1729471"/>
      </dsp:txXfrm>
    </dsp:sp>
    <dsp:sp modelId="{5B4A6961-A092-4B59-AEAC-A1D6330CE8A0}">
      <dsp:nvSpPr>
        <dsp:cNvPr id="0" name=""/>
        <dsp:cNvSpPr/>
      </dsp:nvSpPr>
      <dsp:spPr>
        <a:xfrm>
          <a:off x="6907923" y="1480661"/>
          <a:ext cx="1418588" cy="1418588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700" kern="1200"/>
        </a:p>
      </dsp:txBody>
      <dsp:txXfrm>
        <a:off x="7095957" y="1772890"/>
        <a:ext cx="1042520" cy="834130"/>
      </dsp:txXfrm>
    </dsp:sp>
    <dsp:sp modelId="{0AAFB059-AB9B-4FED-B1EC-FF3442B8E4DC}">
      <dsp:nvSpPr>
        <dsp:cNvPr id="0" name=""/>
        <dsp:cNvSpPr/>
      </dsp:nvSpPr>
      <dsp:spPr>
        <a:xfrm>
          <a:off x="8525113" y="967035"/>
          <a:ext cx="2445841" cy="24458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b="0" i="0" kern="1200" dirty="0"/>
            <a:t>Let at </a:t>
          </a:r>
          <a:r>
            <a:rPr lang="da-DK" sz="2100" b="0" i="0" kern="1200" dirty="0" err="1"/>
            <a:t>brute</a:t>
          </a:r>
          <a:r>
            <a:rPr lang="da-DK" sz="2100" b="0" i="0" kern="1200" dirty="0"/>
            <a:t>‑force</a:t>
          </a:r>
          <a:endParaRPr lang="da-DK" sz="2100" kern="1200" dirty="0"/>
        </a:p>
      </dsp:txBody>
      <dsp:txXfrm>
        <a:off x="8883298" y="1325220"/>
        <a:ext cx="1729471" cy="17294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38E50-E90E-4A90-B2AB-432B6D997B7C}">
      <dsp:nvSpPr>
        <dsp:cNvPr id="0" name=""/>
        <dsp:cNvSpPr/>
      </dsp:nvSpPr>
      <dsp:spPr>
        <a:xfrm>
          <a:off x="102870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1" i="0" kern="1200"/>
            <a:t>Indbygget salt</a:t>
          </a:r>
          <a:endParaRPr lang="da-DK" sz="3200" kern="1200" dirty="0"/>
        </a:p>
      </dsp:txBody>
      <dsp:txXfrm>
        <a:off x="102870" y="2896"/>
        <a:ext cx="3364706" cy="2018823"/>
      </dsp:txXfrm>
    </dsp:sp>
    <dsp:sp modelId="{34C9C5FF-8594-4B1A-925A-3C29F07A6663}">
      <dsp:nvSpPr>
        <dsp:cNvPr id="0" name=""/>
        <dsp:cNvSpPr/>
      </dsp:nvSpPr>
      <dsp:spPr>
        <a:xfrm>
          <a:off x="3804046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1" i="0" kern="1200"/>
            <a:t>Indbygget cost factor ‘saltRounds’</a:t>
          </a:r>
          <a:endParaRPr lang="da-DK" sz="3200" kern="1200" dirty="0"/>
        </a:p>
      </dsp:txBody>
      <dsp:txXfrm>
        <a:off x="3804046" y="2896"/>
        <a:ext cx="3364706" cy="2018823"/>
      </dsp:txXfrm>
    </dsp:sp>
    <dsp:sp modelId="{45836DD3-B09B-4175-B319-D6011633310C}">
      <dsp:nvSpPr>
        <dsp:cNvPr id="0" name=""/>
        <dsp:cNvSpPr/>
      </dsp:nvSpPr>
      <dsp:spPr>
        <a:xfrm>
          <a:off x="7505223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1" i="0" kern="1200"/>
            <a:t>Langsom proces → sværere bruteforce-angreb</a:t>
          </a:r>
          <a:endParaRPr lang="da-DK" sz="3200" kern="1200" dirty="0"/>
        </a:p>
      </dsp:txBody>
      <dsp:txXfrm>
        <a:off x="7505223" y="2896"/>
        <a:ext cx="3364706" cy="2018823"/>
      </dsp:txXfrm>
    </dsp:sp>
    <dsp:sp modelId="{1248074B-1F23-47E4-AB6C-4017191E87E4}">
      <dsp:nvSpPr>
        <dsp:cNvPr id="0" name=""/>
        <dsp:cNvSpPr/>
      </dsp:nvSpPr>
      <dsp:spPr>
        <a:xfrm>
          <a:off x="1953458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/>
            <a:t>Robust mod GPU‑baserede angreb</a:t>
          </a:r>
          <a:endParaRPr lang="da-DK" sz="3200" kern="1200" dirty="0"/>
        </a:p>
      </dsp:txBody>
      <dsp:txXfrm>
        <a:off x="1953458" y="2358191"/>
        <a:ext cx="3364706" cy="2018823"/>
      </dsp:txXfrm>
    </dsp:sp>
    <dsp:sp modelId="{71E5DDFB-CA37-48F5-8D59-14B1864E5FE9}">
      <dsp:nvSpPr>
        <dsp:cNvPr id="0" name=""/>
        <dsp:cNvSpPr/>
      </dsp:nvSpPr>
      <dsp:spPr>
        <a:xfrm>
          <a:off x="5654635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/>
            <a:t>Baseret på Blowfish-key-schedule</a:t>
          </a:r>
          <a:endParaRPr lang="da-DK" sz="3200" kern="1200" dirty="0"/>
        </a:p>
      </dsp:txBody>
      <dsp:txXfrm>
        <a:off x="5654635" y="2358191"/>
        <a:ext cx="3364706" cy="20188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444E8-1D5C-46E1-A0DA-646C573409C3}">
      <dsp:nvSpPr>
        <dsp:cNvPr id="0" name=""/>
        <dsp:cNvSpPr/>
      </dsp:nvSpPr>
      <dsp:spPr>
        <a:xfrm>
          <a:off x="0" y="0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D1EAD-35F7-497B-90F9-676BA132A092}">
      <dsp:nvSpPr>
        <dsp:cNvPr id="0" name=""/>
        <dsp:cNvSpPr/>
      </dsp:nvSpPr>
      <dsp:spPr>
        <a:xfrm>
          <a:off x="0" y="0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b="0" i="0" kern="1200" dirty="0"/>
            <a:t>Et </a:t>
          </a:r>
          <a:r>
            <a:rPr lang="da-DK" sz="3000" b="1" i="0" kern="1200" dirty="0"/>
            <a:t>tilfældigt stykke data</a:t>
          </a:r>
          <a:r>
            <a:rPr lang="da-DK" sz="3000" b="0" i="0" kern="1200" dirty="0"/>
            <a:t> tilføjet passwordet før </a:t>
          </a:r>
          <a:r>
            <a:rPr lang="da-DK" sz="3000" b="0" i="0" kern="1200" dirty="0" err="1"/>
            <a:t>hashing</a:t>
          </a:r>
          <a:endParaRPr lang="da-DK" sz="3000" kern="1200" dirty="0"/>
        </a:p>
      </dsp:txBody>
      <dsp:txXfrm>
        <a:off x="0" y="0"/>
        <a:ext cx="5384800" cy="1085056"/>
      </dsp:txXfrm>
    </dsp:sp>
    <dsp:sp modelId="{BD644803-749A-4E44-BEC0-D5E23CBBCDB5}">
      <dsp:nvSpPr>
        <dsp:cNvPr id="0" name=""/>
        <dsp:cNvSpPr/>
      </dsp:nvSpPr>
      <dsp:spPr>
        <a:xfrm>
          <a:off x="0" y="1085056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892B7-EA01-4376-A98D-86ED95E34AB1}">
      <dsp:nvSpPr>
        <dsp:cNvPr id="0" name=""/>
        <dsp:cNvSpPr/>
      </dsp:nvSpPr>
      <dsp:spPr>
        <a:xfrm>
          <a:off x="0" y="1085056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b="0" i="0" kern="1200"/>
            <a:t>Gør hashene </a:t>
          </a:r>
          <a:r>
            <a:rPr lang="da-DK" sz="3000" b="1" i="0" kern="1200"/>
            <a:t>unikke</a:t>
          </a:r>
          <a:r>
            <a:rPr lang="da-DK" sz="3000" b="0" i="0" kern="1200"/>
            <a:t>, selv hvis to brugere har samme password</a:t>
          </a:r>
          <a:endParaRPr lang="da-DK" sz="3000" kern="1200" dirty="0"/>
        </a:p>
      </dsp:txBody>
      <dsp:txXfrm>
        <a:off x="0" y="1085056"/>
        <a:ext cx="5384800" cy="1085056"/>
      </dsp:txXfrm>
    </dsp:sp>
    <dsp:sp modelId="{84E33D4A-EC90-492D-934E-2312A3F303DF}">
      <dsp:nvSpPr>
        <dsp:cNvPr id="0" name=""/>
        <dsp:cNvSpPr/>
      </dsp:nvSpPr>
      <dsp:spPr>
        <a:xfrm>
          <a:off x="0" y="2170112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CFEA2-EFCF-4466-B559-7A6D6B958B9C}">
      <dsp:nvSpPr>
        <dsp:cNvPr id="0" name=""/>
        <dsp:cNvSpPr/>
      </dsp:nvSpPr>
      <dsp:spPr>
        <a:xfrm>
          <a:off x="0" y="2170112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b="0" i="0" kern="1200"/>
            <a:t>Beskytter mod </a:t>
          </a:r>
          <a:r>
            <a:rPr lang="da-DK" sz="3000" b="1" i="0" kern="1200"/>
            <a:t>rainbow tables</a:t>
          </a:r>
          <a:endParaRPr lang="da-DK" sz="3000" kern="1200" dirty="0"/>
        </a:p>
      </dsp:txBody>
      <dsp:txXfrm>
        <a:off x="0" y="2170112"/>
        <a:ext cx="5384800" cy="1085056"/>
      </dsp:txXfrm>
    </dsp:sp>
    <dsp:sp modelId="{07FB78B9-AB2A-43C0-85F3-C0BA9CD417D2}">
      <dsp:nvSpPr>
        <dsp:cNvPr id="0" name=""/>
        <dsp:cNvSpPr/>
      </dsp:nvSpPr>
      <dsp:spPr>
        <a:xfrm>
          <a:off x="0" y="3255168"/>
          <a:ext cx="53848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DBC58-2467-4729-8EF8-F9BDEA0254F1}">
      <dsp:nvSpPr>
        <dsp:cNvPr id="0" name=""/>
        <dsp:cNvSpPr/>
      </dsp:nvSpPr>
      <dsp:spPr>
        <a:xfrm>
          <a:off x="0" y="3255168"/>
          <a:ext cx="5384800" cy="1085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b="0" i="0" kern="1200" dirty="0"/>
            <a:t>Saltet </a:t>
          </a:r>
          <a:r>
            <a:rPr lang="da-DK" sz="3000" b="1" i="0" kern="1200" dirty="0"/>
            <a:t>opbevares sammen med </a:t>
          </a:r>
          <a:r>
            <a:rPr lang="da-DK" sz="3000" b="1" i="0" kern="1200" dirty="0" err="1"/>
            <a:t>hash’en</a:t>
          </a:r>
          <a:r>
            <a:rPr lang="da-DK" sz="3000" b="0" i="0" kern="1200" dirty="0"/>
            <a:t> (det er ikke hemmeligt)</a:t>
          </a:r>
          <a:endParaRPr lang="da-DK" sz="3000" kern="1200" dirty="0"/>
        </a:p>
      </dsp:txBody>
      <dsp:txXfrm>
        <a:off x="0" y="3255168"/>
        <a:ext cx="5384800" cy="10850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B0B9B-0830-400D-913E-A1AA5B93C740}">
      <dsp:nvSpPr>
        <dsp:cNvPr id="0" name=""/>
        <dsp:cNvSpPr/>
      </dsp:nvSpPr>
      <dsp:spPr>
        <a:xfrm>
          <a:off x="5357" y="1434755"/>
          <a:ext cx="1660921" cy="15104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dirty="0"/>
            <a:t>1. Password indtastes</a:t>
          </a:r>
          <a:endParaRPr lang="da-DK" sz="1800" b="0" kern="1200" dirty="0"/>
        </a:p>
      </dsp:txBody>
      <dsp:txXfrm>
        <a:off x="49595" y="1478993"/>
        <a:ext cx="1572445" cy="1421924"/>
      </dsp:txXfrm>
    </dsp:sp>
    <dsp:sp modelId="{29795CAA-5C14-483A-99B0-56D1D25A1087}">
      <dsp:nvSpPr>
        <dsp:cNvPr id="0" name=""/>
        <dsp:cNvSpPr/>
      </dsp:nvSpPr>
      <dsp:spPr>
        <a:xfrm>
          <a:off x="1832371" y="1984001"/>
          <a:ext cx="352115" cy="41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1832371" y="2066383"/>
        <a:ext cx="246481" cy="247144"/>
      </dsp:txXfrm>
    </dsp:sp>
    <dsp:sp modelId="{B236E6C0-9564-44FE-ADBE-7B98DD67F575}">
      <dsp:nvSpPr>
        <dsp:cNvPr id="0" name=""/>
        <dsp:cNvSpPr/>
      </dsp:nvSpPr>
      <dsp:spPr>
        <a:xfrm>
          <a:off x="2330648" y="1434755"/>
          <a:ext cx="1660921" cy="15104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2. bcrypt genererer et random salt</a:t>
          </a:r>
          <a:endParaRPr lang="da-DK" sz="1800" b="0" kern="1200" dirty="0"/>
        </a:p>
      </dsp:txBody>
      <dsp:txXfrm>
        <a:off x="2374886" y="1478993"/>
        <a:ext cx="1572445" cy="1421924"/>
      </dsp:txXfrm>
    </dsp:sp>
    <dsp:sp modelId="{B21CAA02-510E-4DEC-A8A0-5F7EEF33815D}">
      <dsp:nvSpPr>
        <dsp:cNvPr id="0" name=""/>
        <dsp:cNvSpPr/>
      </dsp:nvSpPr>
      <dsp:spPr>
        <a:xfrm>
          <a:off x="4157662" y="1984001"/>
          <a:ext cx="352115" cy="41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4157662" y="2066383"/>
        <a:ext cx="246481" cy="247144"/>
      </dsp:txXfrm>
    </dsp:sp>
    <dsp:sp modelId="{C228CE8B-B072-4A24-8CA1-741CA1D4FE50}">
      <dsp:nvSpPr>
        <dsp:cNvPr id="0" name=""/>
        <dsp:cNvSpPr/>
      </dsp:nvSpPr>
      <dsp:spPr>
        <a:xfrm>
          <a:off x="4655939" y="1434755"/>
          <a:ext cx="1660921" cy="15104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3. bcrypt kører Blowfish key setup 2^saltRounds gange</a:t>
          </a:r>
          <a:endParaRPr lang="da-DK" sz="1800" b="0" kern="1200" dirty="0"/>
        </a:p>
      </dsp:txBody>
      <dsp:txXfrm>
        <a:off x="4700177" y="1478993"/>
        <a:ext cx="1572445" cy="1421924"/>
      </dsp:txXfrm>
    </dsp:sp>
    <dsp:sp modelId="{D38D8FDC-E603-4859-BE15-704C96D6C1F4}">
      <dsp:nvSpPr>
        <dsp:cNvPr id="0" name=""/>
        <dsp:cNvSpPr/>
      </dsp:nvSpPr>
      <dsp:spPr>
        <a:xfrm>
          <a:off x="6482953" y="1984001"/>
          <a:ext cx="352115" cy="41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6482953" y="2066383"/>
        <a:ext cx="246481" cy="247144"/>
      </dsp:txXfrm>
    </dsp:sp>
    <dsp:sp modelId="{6FD9A048-C5D7-4622-B742-AF6B826FD70D}">
      <dsp:nvSpPr>
        <dsp:cNvPr id="0" name=""/>
        <dsp:cNvSpPr/>
      </dsp:nvSpPr>
      <dsp:spPr>
        <a:xfrm>
          <a:off x="6981229" y="1434755"/>
          <a:ext cx="1660921" cy="15104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/>
            <a:t>4. Resultat = salt + hash (lagres samlet)</a:t>
          </a:r>
          <a:endParaRPr lang="da-DK" sz="1800" b="0" kern="1200" dirty="0"/>
        </a:p>
      </dsp:txBody>
      <dsp:txXfrm>
        <a:off x="7025467" y="1478993"/>
        <a:ext cx="1572445" cy="1421924"/>
      </dsp:txXfrm>
    </dsp:sp>
    <dsp:sp modelId="{10FE7FAE-0012-4A49-BFDD-2E2A22B572F4}">
      <dsp:nvSpPr>
        <dsp:cNvPr id="0" name=""/>
        <dsp:cNvSpPr/>
      </dsp:nvSpPr>
      <dsp:spPr>
        <a:xfrm>
          <a:off x="8808243" y="1984001"/>
          <a:ext cx="352115" cy="41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8808243" y="2066383"/>
        <a:ext cx="246481" cy="247144"/>
      </dsp:txXfrm>
    </dsp:sp>
    <dsp:sp modelId="{83FBE93E-4E5B-4844-BDB4-5271F043B012}">
      <dsp:nvSpPr>
        <dsp:cNvPr id="0" name=""/>
        <dsp:cNvSpPr/>
      </dsp:nvSpPr>
      <dsp:spPr>
        <a:xfrm>
          <a:off x="9306520" y="1434755"/>
          <a:ext cx="1660921" cy="15104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dirty="0"/>
            <a:t>5. Ved login: </a:t>
          </a:r>
          <a:r>
            <a:rPr lang="da-DK" sz="1800" b="0" i="0" kern="1200" dirty="0" err="1"/>
            <a:t>bcrypt</a:t>
          </a:r>
          <a:r>
            <a:rPr lang="da-DK" sz="1800" b="0" i="0" kern="1200" dirty="0"/>
            <a:t> bruger salt og runder fra hash-strengen</a:t>
          </a:r>
          <a:endParaRPr lang="da-DK" sz="1800" b="0" kern="1200" dirty="0"/>
        </a:p>
      </dsp:txBody>
      <dsp:txXfrm>
        <a:off x="9350758" y="1478993"/>
        <a:ext cx="1572445" cy="1421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25-03-2026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3/25/2026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3/25/2026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package/bcrypt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nsaikuropedia.org/wiki/%E5%A1%A9" TargetMode="External"/><Relationship Id="rId3" Type="http://schemas.openxmlformats.org/officeDocument/2006/relationships/diagramLayout" Target="../diagrams/layout6.xml"/><Relationship Id="rId7" Type="http://schemas.openxmlformats.org/officeDocument/2006/relationships/image" Target="../media/image3.jp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6694E-3AB2-4F55-53E1-D4FA034C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Evaluering af undervisningen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0E021D6-A9B4-006C-A1B6-C30B399B9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Styrker</a:t>
            </a:r>
          </a:p>
        </p:txBody>
      </p:sp>
      <p:graphicFrame>
        <p:nvGraphicFramePr>
          <p:cNvPr id="9" name="Pladsholder til indhold 8">
            <a:extLst>
              <a:ext uri="{FF2B5EF4-FFF2-40B4-BE49-F238E27FC236}">
                <a16:creationId xmlns:a16="http://schemas.microsoft.com/office/drawing/2014/main" id="{DE563D4F-585A-5144-12CB-01C12370BDD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3024011"/>
              </p:ext>
            </p:extLst>
          </p:nvPr>
        </p:nvGraphicFramePr>
        <p:xfrm>
          <a:off x="609600" y="2276475"/>
          <a:ext cx="5386388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71747258-7803-600F-4875-D34C04954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Udviklingspunkter </a:t>
            </a:r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924DC98B-3FC5-D0DB-5488-BC0BE3928A2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628608979"/>
              </p:ext>
            </p:extLst>
          </p:nvPr>
        </p:nvGraphicFramePr>
        <p:xfrm>
          <a:off x="6192838" y="2276475"/>
          <a:ext cx="5389562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001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Introduktion til kryptografi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6</a:t>
            </a:r>
          </a:p>
          <a:p>
            <a:r>
              <a:rPr lang="da-DK" dirty="0">
                <a:hlinkClick r:id="rId2"/>
              </a:rPr>
              <a:t>https://www.npmjs.com/package/bcrypt</a:t>
            </a:r>
            <a:r>
              <a:rPr lang="da-DK" dirty="0"/>
              <a:t> 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93A64-568C-A220-49E5-BA097714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Læringsmål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0507BF-C325-FC12-DCA5-792B06C9B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/>
              <a:t>anvende principper for sikkerhed i udvikling af systemer</a:t>
            </a:r>
          </a:p>
          <a:p>
            <a:r>
              <a:rPr lang="da-DK" i="1" dirty="0"/>
              <a:t>anvende kryptering og adgangskontrol</a:t>
            </a:r>
          </a:p>
        </p:txBody>
      </p:sp>
    </p:spTree>
    <p:extLst>
      <p:ext uri="{BB962C8B-B14F-4D97-AF65-F5344CB8AC3E}">
        <p14:creationId xmlns:p14="http://schemas.microsoft.com/office/powerpoint/2010/main" val="157467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27471-5C26-1642-B002-978514B8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Formål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4F0FB076-E44D-56C5-BAC5-0D1F345AD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643336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084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569DD-F95C-D86E-E8C7-3CA7F120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Hvorfor skal vi </a:t>
            </a:r>
            <a:r>
              <a:rPr lang="da-DK" dirty="0" err="1"/>
              <a:t>hashe</a:t>
            </a:r>
            <a:r>
              <a:rPr lang="da-DK" dirty="0"/>
              <a:t> adgangskoder?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DB8AFC8-A2A6-D3BE-3F71-BC6ACFC1F6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</a:rPr>
              <a:t>Passwords må aldrig gemmes i klartekst.</a:t>
            </a:r>
          </a:p>
          <a:p>
            <a:pPr marL="0" indent="0">
              <a:buNone/>
            </a:pPr>
            <a:r>
              <a:rPr lang="da-DK" b="1" dirty="0"/>
              <a:t>Trusler</a:t>
            </a:r>
            <a:r>
              <a:rPr lang="da-DK" dirty="0"/>
              <a:t>:</a:t>
            </a:r>
          </a:p>
          <a:p>
            <a:r>
              <a:rPr lang="da-DK" dirty="0"/>
              <a:t>Database‑læk (fx SQL </a:t>
            </a:r>
            <a:r>
              <a:rPr lang="da-DK" dirty="0" err="1"/>
              <a:t>injection</a:t>
            </a:r>
            <a:r>
              <a:rPr lang="da-DK" dirty="0"/>
              <a:t> eller datadump)</a:t>
            </a:r>
          </a:p>
          <a:p>
            <a:r>
              <a:rPr lang="da-DK" dirty="0"/>
              <a:t>Offline </a:t>
            </a:r>
            <a:r>
              <a:rPr lang="da-DK" dirty="0" err="1"/>
              <a:t>brute</a:t>
            </a:r>
            <a:r>
              <a:rPr lang="da-DK" dirty="0"/>
              <a:t>‑force angreb</a:t>
            </a:r>
          </a:p>
          <a:p>
            <a:r>
              <a:rPr lang="da-DK" dirty="0"/>
              <a:t>Angribere kan genbruge passwords på tværs af systemer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8DB6BA23-43BE-53B9-3E05-D667ADC13D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 err="1"/>
              <a:t>Hashing</a:t>
            </a:r>
            <a:r>
              <a:rPr lang="da-DK" b="1" dirty="0"/>
              <a:t> sikrer</a:t>
            </a:r>
            <a:r>
              <a:rPr lang="da-DK" dirty="0"/>
              <a:t>:</a:t>
            </a:r>
          </a:p>
          <a:p>
            <a:r>
              <a:rPr lang="da-DK" dirty="0"/>
              <a:t>Passwords kan ikke aflæses direkte</a:t>
            </a:r>
          </a:p>
          <a:p>
            <a:r>
              <a:rPr lang="da-DK" dirty="0"/>
              <a:t>Angriberen skal gætte hvert password ét ad gangen</a:t>
            </a:r>
          </a:p>
        </p:txBody>
      </p:sp>
    </p:spTree>
    <p:extLst>
      <p:ext uri="{BB962C8B-B14F-4D97-AF65-F5344CB8AC3E}">
        <p14:creationId xmlns:p14="http://schemas.microsoft.com/office/powerpoint/2010/main" val="154984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6BB55-9041-DD41-8221-D6EDC90D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dirty="0"/>
              <a:t>Hvorfor ikke bare bruge SHA‑256 eller MD5?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1EDEC350-3842-57EE-4C4F-BE5D1AEFD5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57057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305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46A01-C308-7C1F-E387-FB9F6A53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bcrypt</a:t>
            </a:r>
            <a:r>
              <a:rPr lang="da-DK" dirty="0"/>
              <a:t> - en password </a:t>
            </a:r>
            <a:r>
              <a:rPr lang="da-DK" dirty="0" err="1"/>
              <a:t>hashing</a:t>
            </a:r>
            <a:r>
              <a:rPr lang="da-DK" dirty="0"/>
              <a:t>-funktion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88F1B81A-914C-04DE-A235-64F00FFC5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17453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14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BBC7-DA04-E3EB-61AF-500071FB3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3B1C9-CAAC-05F2-F45C-07C8B014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salt?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755A61F-00FF-90BB-EFDE-D6275FB38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2164967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bcrypt</a:t>
            </a:r>
            <a:r>
              <a:rPr lang="da-DK" dirty="0"/>
              <a:t> returnerer en streng i formatet:</a:t>
            </a:r>
          </a:p>
          <a:p>
            <a:pPr marL="0" indent="0">
              <a:buNone/>
            </a:pPr>
            <a:r>
              <a:rPr lang="da-DK" sz="2000" dirty="0">
                <a:latin typeface="Consolas" panose="020B0609020204030204" pitchFamily="49" charset="0"/>
              </a:rPr>
              <a:t>$2b$12$[22 tegn salt][31 tegn hash]</a:t>
            </a:r>
            <a:endParaRPr lang="da-DK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dirty="0"/>
              <a:t>Rainbow </a:t>
            </a:r>
            <a:r>
              <a:rPr lang="da-DK" dirty="0" err="1"/>
              <a:t>tables</a:t>
            </a:r>
            <a:r>
              <a:rPr lang="da-DK" dirty="0"/>
              <a:t> er store, forudberegnede tabeller, der forbinder almindelige passwords med deres hashværdier.</a:t>
            </a:r>
          </a:p>
        </p:txBody>
      </p:sp>
      <p:graphicFrame>
        <p:nvGraphicFramePr>
          <p:cNvPr id="10" name="Pladsholder til indhold 6">
            <a:extLst>
              <a:ext uri="{FF2B5EF4-FFF2-40B4-BE49-F238E27FC236}">
                <a16:creationId xmlns:a16="http://schemas.microsoft.com/office/drawing/2014/main" id="{CAA9B0FA-E8F6-EA33-215E-88C7C943E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18369"/>
              </p:ext>
            </p:extLst>
          </p:nvPr>
        </p:nvGraphicFramePr>
        <p:xfrm>
          <a:off x="6197600" y="4553712"/>
          <a:ext cx="538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71061459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97264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Hash (MD5)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50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e10adc394...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74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qwerty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d8578edf...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28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5f4dcc3b...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097413"/>
                  </a:ext>
                </a:extLst>
              </a:tr>
            </a:tbl>
          </a:graphicData>
        </a:graphic>
      </p:graphicFrame>
      <p:graphicFrame>
        <p:nvGraphicFramePr>
          <p:cNvPr id="3" name="Pladsholder til indhold 2">
            <a:extLst>
              <a:ext uri="{FF2B5EF4-FFF2-40B4-BE49-F238E27FC236}">
                <a16:creationId xmlns:a16="http://schemas.microsoft.com/office/drawing/2014/main" id="{12CBFC82-2805-6F0F-AC65-02BCA8F64B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79698272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Billede 5">
            <a:extLst>
              <a:ext uri="{FF2B5EF4-FFF2-40B4-BE49-F238E27FC236}">
                <a16:creationId xmlns:a16="http://schemas.microsoft.com/office/drawing/2014/main" id="{13265DFF-5A8B-2214-CFFA-1986D16E26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661903" y="237619"/>
            <a:ext cx="1241679" cy="1241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411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4A969D-4DE4-C81F-055D-55DBC672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Hvordan virker </a:t>
            </a:r>
            <a:r>
              <a:rPr lang="da-DK" dirty="0" err="1"/>
              <a:t>bcrypt</a:t>
            </a:r>
            <a:r>
              <a:rPr lang="da-DK" dirty="0"/>
              <a:t>?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03B1BDD1-2FF3-4E7A-E93C-9970EB8E9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311934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86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240E81-01E5-3687-8A95-AFFD49E7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</a:t>
            </a:r>
            <a:r>
              <a:rPr lang="en-US" dirty="0" err="1"/>
              <a:t>saltRounds</a:t>
            </a:r>
            <a:r>
              <a:rPr lang="en-US" dirty="0"/>
              <a:t> (cost factor)?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355898-26FE-C69C-87BE-15D5978A66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Bestemmer hvor mange gange </a:t>
            </a:r>
            <a:r>
              <a:rPr lang="da-DK" dirty="0" err="1"/>
              <a:t>bcrypt</a:t>
            </a:r>
            <a:r>
              <a:rPr lang="da-DK" dirty="0"/>
              <a:t> gentager sin interne </a:t>
            </a:r>
            <a:r>
              <a:rPr lang="da-DK" dirty="0" err="1"/>
              <a:t>hashing</a:t>
            </a:r>
            <a:endParaRPr lang="da-DK" dirty="0"/>
          </a:p>
          <a:p>
            <a:r>
              <a:rPr lang="da-DK" dirty="0"/>
              <a:t>Jo højere værdi → jo langsommere </a:t>
            </a:r>
            <a:r>
              <a:rPr lang="da-DK" dirty="0" err="1"/>
              <a:t>hashing</a:t>
            </a:r>
            <a:endParaRPr lang="da-DK" dirty="0"/>
          </a:p>
          <a:p>
            <a:r>
              <a:rPr lang="da-DK" dirty="0"/>
              <a:t>Typisk mål: 100–300 ms pr. </a:t>
            </a:r>
            <a:r>
              <a:rPr lang="da-DK" dirty="0" err="1"/>
              <a:t>hashing</a:t>
            </a:r>
            <a:r>
              <a:rPr lang="da-DK" dirty="0"/>
              <a:t> i produktion</a:t>
            </a:r>
          </a:p>
          <a:p>
            <a:r>
              <a:rPr lang="da-DK" dirty="0"/>
              <a:t>Let at øge i fremtiden ift. hurtigere hardware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D6AEB31B-93F0-3A22-BB03-F26D2DF6B1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5343630"/>
              </p:ext>
            </p:extLst>
          </p:nvPr>
        </p:nvGraphicFramePr>
        <p:xfrm>
          <a:off x="6197600" y="1465263"/>
          <a:ext cx="538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973013937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775603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 err="1">
                          <a:effectLst/>
                        </a:rPr>
                        <a:t>saltRounds</a:t>
                      </a:r>
                      <a:endParaRPr lang="da-DK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Beregning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06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2¹⁰ = 1024 runder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777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2¹² = 4096 runder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4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2¹⁴ = 16384 runder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03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58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2C6DB-449B-4A4D-3161-DB4A5DC62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bcrypt</a:t>
            </a:r>
            <a:r>
              <a:rPr lang="da-DK" dirty="0"/>
              <a:t>: </a:t>
            </a:r>
            <a:r>
              <a:rPr lang="da-DK" dirty="0" err="1"/>
              <a:t>Hashing</a:t>
            </a:r>
            <a:r>
              <a:rPr lang="da-DK" dirty="0"/>
              <a:t> og verificering i Node.js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8821329-7861-3BFF-00FB-36A48233E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bcrypt</a:t>
            </a:r>
            <a:r>
              <a:rPr lang="da-DK" dirty="0"/>
              <a:t> metoder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B767C78-BBC2-4BE6-568A-79653EF86D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1800" dirty="0" err="1">
                <a:latin typeface="Consolas" panose="020B0609020204030204" pitchFamily="49" charset="0"/>
              </a:rPr>
              <a:t>await</a:t>
            </a:r>
            <a:r>
              <a:rPr lang="da-DK" sz="1800" dirty="0">
                <a:latin typeface="Consolas" panose="020B0609020204030204" pitchFamily="49" charset="0"/>
              </a:rPr>
              <a:t> </a:t>
            </a:r>
            <a:r>
              <a:rPr lang="da-DK" sz="1800" dirty="0" err="1">
                <a:latin typeface="Consolas" panose="020B0609020204030204" pitchFamily="49" charset="0"/>
              </a:rPr>
              <a:t>bcrypt.hash</a:t>
            </a:r>
            <a:r>
              <a:rPr lang="da-DK" sz="1800" dirty="0">
                <a:latin typeface="Consolas" panose="020B0609020204030204" pitchFamily="49" charset="0"/>
              </a:rPr>
              <a:t>(password, </a:t>
            </a:r>
            <a:r>
              <a:rPr lang="da-DK" sz="1800" dirty="0" err="1">
                <a:latin typeface="Consolas" panose="020B0609020204030204" pitchFamily="49" charset="0"/>
              </a:rPr>
              <a:t>saltRounds</a:t>
            </a:r>
            <a:r>
              <a:rPr lang="da-DK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da-DK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await </a:t>
            </a:r>
            <a:r>
              <a:rPr lang="en-US" sz="1800" dirty="0" err="1">
                <a:latin typeface="Consolas" panose="020B0609020204030204" pitchFamily="49" charset="0"/>
              </a:rPr>
              <a:t>bcrypt.compare</a:t>
            </a:r>
            <a:r>
              <a:rPr lang="en-US" sz="1800" dirty="0">
                <a:latin typeface="Consolas" panose="020B0609020204030204" pitchFamily="49" charset="0"/>
              </a:rPr>
              <a:t>(password, hash)</a:t>
            </a:r>
            <a:endParaRPr lang="da-DK" sz="1800" dirty="0">
              <a:latin typeface="Consolas" panose="020B0609020204030204" pitchFamily="49" charset="0"/>
            </a:endParaRP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DC34A414-3627-E5B0-4B96-542528F27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Kommentarer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D97C2110-61E2-BD04-E27B-934B3758AE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dirty="0"/>
              <a:t>Installation: </a:t>
            </a:r>
            <a:r>
              <a:rPr lang="da-DK" dirty="0" err="1">
                <a:latin typeface="Consolas" panose="020B0609020204030204" pitchFamily="49" charset="0"/>
              </a:rPr>
              <a:t>npm</a:t>
            </a:r>
            <a:r>
              <a:rPr lang="da-DK" dirty="0">
                <a:latin typeface="Consolas" panose="020B0609020204030204" pitchFamily="49" charset="0"/>
              </a:rPr>
              <a:t> </a:t>
            </a:r>
            <a:r>
              <a:rPr lang="da-DK" dirty="0" err="1">
                <a:latin typeface="Consolas" panose="020B0609020204030204" pitchFamily="49" charset="0"/>
              </a:rPr>
              <a:t>install</a:t>
            </a:r>
            <a:r>
              <a:rPr lang="da-DK" dirty="0">
                <a:latin typeface="Consolas" panose="020B0609020204030204" pitchFamily="49" charset="0"/>
              </a:rPr>
              <a:t> </a:t>
            </a:r>
            <a:r>
              <a:rPr lang="da-DK" dirty="0" err="1">
                <a:latin typeface="Consolas" panose="020B0609020204030204" pitchFamily="49" charset="0"/>
              </a:rPr>
              <a:t>bcrypt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 err="1"/>
              <a:t>saltRounds</a:t>
            </a:r>
            <a:r>
              <a:rPr lang="da-DK" dirty="0"/>
              <a:t> = 12 anbefales til moderne apps</a:t>
            </a:r>
          </a:p>
          <a:p>
            <a:r>
              <a:rPr lang="da-DK" dirty="0"/>
              <a:t>Saltet er allerede indbygget i hash-strengen</a:t>
            </a:r>
          </a:p>
        </p:txBody>
      </p:sp>
    </p:spTree>
    <p:extLst>
      <p:ext uri="{BB962C8B-B14F-4D97-AF65-F5344CB8AC3E}">
        <p14:creationId xmlns:p14="http://schemas.microsoft.com/office/powerpoint/2010/main" val="172151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A193A-1BDA-577E-B970-1B9A56B1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0E086771-6F8C-BEBA-15DB-0EE8B3120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SIK-09-Øvelser i </a:t>
            </a:r>
            <a:r>
              <a:rPr lang="da-DK" dirty="0" err="1"/>
              <a:t>hashing</a:t>
            </a:r>
            <a:r>
              <a:rPr lang="da-DK" dirty="0"/>
              <a:t> med Node</a:t>
            </a:r>
          </a:p>
          <a:p>
            <a:r>
              <a:rPr lang="da-DK"/>
              <a:t>Opgave 1-4</a:t>
            </a:r>
          </a:p>
        </p:txBody>
      </p:sp>
    </p:spTree>
    <p:extLst>
      <p:ext uri="{BB962C8B-B14F-4D97-AF65-F5344CB8AC3E}">
        <p14:creationId xmlns:p14="http://schemas.microsoft.com/office/powerpoint/2010/main" val="3417757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6EDB1B-5D5D-41C5-B677-1820B4C12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bf11f-999e-4e03-b8a8-f54705c8f2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</TotalTime>
  <Words>481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Office-tema</vt:lpstr>
      <vt:lpstr>Evaluering af undervisningen</vt:lpstr>
      <vt:lpstr>Introduktion til kryptografi</vt:lpstr>
      <vt:lpstr>Læringsmål</vt:lpstr>
      <vt:lpstr>Formål</vt:lpstr>
      <vt:lpstr>Hvorfor skal vi hashe adgangskoder?</vt:lpstr>
      <vt:lpstr>Hvorfor ikke bare bruge SHA‑256 eller MD5?</vt:lpstr>
      <vt:lpstr>bcrypt - en password hashing-funktion</vt:lpstr>
      <vt:lpstr>Hvad er salt?</vt:lpstr>
      <vt:lpstr>Hvordan virker bcrypt?</vt:lpstr>
      <vt:lpstr>Hvad er saltRounds (cost factor)?</vt:lpstr>
      <vt:lpstr>bcrypt: Hashing og verificering i Node.js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2026-03-25T13:56:03Z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